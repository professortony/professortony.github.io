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tags/tag17.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4"/>
  </p:sldMasterIdLst>
  <p:notesMasterIdLst>
    <p:notesMasterId r:id="rId54"/>
  </p:notesMasterIdLst>
  <p:handoutMasterIdLst>
    <p:handoutMasterId r:id="rId55"/>
  </p:handoutMasterIdLst>
  <p:sldIdLst>
    <p:sldId id="257" r:id="rId5"/>
    <p:sldId id="258" r:id="rId6"/>
    <p:sldId id="259" r:id="rId7"/>
    <p:sldId id="315" r:id="rId8"/>
    <p:sldId id="316" r:id="rId9"/>
    <p:sldId id="317" r:id="rId10"/>
    <p:sldId id="318" r:id="rId11"/>
    <p:sldId id="319" r:id="rId12"/>
    <p:sldId id="320" r:id="rId13"/>
    <p:sldId id="321" r:id="rId14"/>
    <p:sldId id="322" r:id="rId15"/>
    <p:sldId id="323" r:id="rId16"/>
    <p:sldId id="324" r:id="rId17"/>
    <p:sldId id="268" r:id="rId18"/>
    <p:sldId id="325" r:id="rId19"/>
    <p:sldId id="326" r:id="rId20"/>
    <p:sldId id="327" r:id="rId21"/>
    <p:sldId id="328" r:id="rId22"/>
    <p:sldId id="329" r:id="rId23"/>
    <p:sldId id="330" r:id="rId24"/>
    <p:sldId id="331" r:id="rId25"/>
    <p:sldId id="332" r:id="rId26"/>
    <p:sldId id="283" r:id="rId27"/>
    <p:sldId id="333" r:id="rId28"/>
    <p:sldId id="334" r:id="rId29"/>
    <p:sldId id="262" r:id="rId30"/>
    <p:sldId id="263" r:id="rId31"/>
    <p:sldId id="335" r:id="rId32"/>
    <p:sldId id="295" r:id="rId33"/>
    <p:sldId id="336" r:id="rId34"/>
    <p:sldId id="338" r:id="rId35"/>
    <p:sldId id="303" r:id="rId36"/>
    <p:sldId id="337" r:id="rId37"/>
    <p:sldId id="339" r:id="rId38"/>
    <p:sldId id="340" r:id="rId39"/>
    <p:sldId id="341" r:id="rId40"/>
    <p:sldId id="343" r:id="rId41"/>
    <p:sldId id="344" r:id="rId42"/>
    <p:sldId id="345" r:id="rId43"/>
    <p:sldId id="346" r:id="rId44"/>
    <p:sldId id="347" r:id="rId45"/>
    <p:sldId id="348" r:id="rId46"/>
    <p:sldId id="349" r:id="rId47"/>
    <p:sldId id="350" r:id="rId48"/>
    <p:sldId id="351" r:id="rId49"/>
    <p:sldId id="313" r:id="rId50"/>
    <p:sldId id="314" r:id="rId51"/>
    <p:sldId id="269" r:id="rId52"/>
    <p:sldId id="270" r:id="rId53"/>
  </p:sldIdLst>
  <p:sldSz cx="12192000" cy="6858000"/>
  <p:notesSz cx="6858000" cy="9144000"/>
  <p:custDataLst>
    <p:tags r:id="rId56"/>
  </p:custDataLst>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N Williams" initials="NW" lastIdx="1" clrIdx="1">
    <p:extLst>
      <p:ext uri="{19B8F6BF-5375-455C-9EA6-DF929625EA0E}">
        <p15:presenceInfo xmlns:p15="http://schemas.microsoft.com/office/powerpoint/2012/main" userId="N William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F7C"/>
    <a:srgbClr val="F2F2F2"/>
    <a:srgbClr val="0098D4"/>
    <a:srgbClr val="003865"/>
    <a:srgbClr val="000000"/>
    <a:srgbClr val="004A78"/>
    <a:srgbClr val="006298"/>
    <a:srgbClr val="FF6300"/>
    <a:srgbClr val="E9255F"/>
    <a:srgbClr val="00B8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073321-E103-4912-A92B-4AC3A517EE68}" v="1" dt="2026-01-22T04:00:39.8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9" autoAdjust="0"/>
    <p:restoredTop sz="89867" autoAdjust="0"/>
  </p:normalViewPr>
  <p:slideViewPr>
    <p:cSldViewPr snapToGrid="0" snapToObjects="1">
      <p:cViewPr varScale="1">
        <p:scale>
          <a:sx n="76" d="100"/>
          <a:sy n="76" d="100"/>
        </p:scale>
        <p:origin x="1192" y="325"/>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52" d="100"/>
          <a:sy n="52" d="100"/>
        </p:scale>
        <p:origin x="2082"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63"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commentAuthors" Target="commen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hony Pacheco" userId="fdf46b62-f4f9-461f-bfbc-c3446c220a65" providerId="ADAL" clId="{974BECFA-8A14-4503-A6B7-27EDB43B4B6C}"/>
    <pc:docChg chg="modSld">
      <pc:chgData name="Anthony Pacheco" userId="fdf46b62-f4f9-461f-bfbc-c3446c220a65" providerId="ADAL" clId="{974BECFA-8A14-4503-A6B7-27EDB43B4B6C}" dt="2026-01-20T16:08:59.038" v="28" actId="5793"/>
      <pc:docMkLst>
        <pc:docMk/>
      </pc:docMkLst>
      <pc:sldChg chg="modSp mod">
        <pc:chgData name="Anthony Pacheco" userId="fdf46b62-f4f9-461f-bfbc-c3446c220a65" providerId="ADAL" clId="{974BECFA-8A14-4503-A6B7-27EDB43B4B6C}" dt="2026-01-20T16:08:59.038" v="28" actId="5793"/>
        <pc:sldMkLst>
          <pc:docMk/>
          <pc:sldMk cId="3344821762" sldId="316"/>
        </pc:sldMkLst>
        <pc:spChg chg="mod">
          <ac:chgData name="Anthony Pacheco" userId="fdf46b62-f4f9-461f-bfbc-c3446c220a65" providerId="ADAL" clId="{974BECFA-8A14-4503-A6B7-27EDB43B4B6C}" dt="2026-01-20T16:08:59.038" v="28" actId="5793"/>
          <ac:spMkLst>
            <pc:docMk/>
            <pc:sldMk cId="3344821762" sldId="316"/>
            <ac:spMk id="3" creationId="{D322D3B2-BBFB-C638-2010-1DF8FA8F2C98}"/>
          </ac:spMkLst>
        </pc:spChg>
      </pc:sldChg>
    </pc:docChg>
  </pc:docChgLst>
  <pc:docChgLst>
    <pc:chgData name="Anthony Pacheco" userId="fdf46b62-f4f9-461f-bfbc-c3446c220a65" providerId="ADAL" clId="{46C61306-57F8-4F30-B63F-8877BEB9A9E1}"/>
    <pc:docChg chg="undo custSel modSld sldOrd modMainMaster">
      <pc:chgData name="Anthony Pacheco" userId="fdf46b62-f4f9-461f-bfbc-c3446c220a65" providerId="ADAL" clId="{46C61306-57F8-4F30-B63F-8877BEB9A9E1}" dt="2026-01-22T04:01:04.346" v="443" actId="20577"/>
      <pc:docMkLst>
        <pc:docMk/>
      </pc:docMkLst>
      <pc:sldChg chg="modSp mod">
        <pc:chgData name="Anthony Pacheco" userId="fdf46b62-f4f9-461f-bfbc-c3446c220a65" providerId="ADAL" clId="{46C61306-57F8-4F30-B63F-8877BEB9A9E1}" dt="2026-01-20T06:05:55.065" v="7" actId="20577"/>
        <pc:sldMkLst>
          <pc:docMk/>
          <pc:sldMk cId="2293288057" sldId="257"/>
        </pc:sldMkLst>
        <pc:spChg chg="mod">
          <ac:chgData name="Anthony Pacheco" userId="fdf46b62-f4f9-461f-bfbc-c3446c220a65" providerId="ADAL" clId="{46C61306-57F8-4F30-B63F-8877BEB9A9E1}" dt="2026-01-20T06:05:55.065" v="7" actId="20577"/>
          <ac:spMkLst>
            <pc:docMk/>
            <pc:sldMk cId="2293288057" sldId="257"/>
            <ac:spMk id="6" creationId="{8CA6B67B-9490-477D-A112-06C22B6F8640}"/>
          </ac:spMkLst>
        </pc:spChg>
      </pc:sldChg>
      <pc:sldChg chg="modSp mod">
        <pc:chgData name="Anthony Pacheco" userId="fdf46b62-f4f9-461f-bfbc-c3446c220a65" providerId="ADAL" clId="{46C61306-57F8-4F30-B63F-8877BEB9A9E1}" dt="2026-01-20T06:15:49.985" v="71" actId="1076"/>
        <pc:sldMkLst>
          <pc:docMk/>
          <pc:sldMk cId="497835927" sldId="258"/>
        </pc:sldMkLst>
        <pc:spChg chg="mod">
          <ac:chgData name="Anthony Pacheco" userId="fdf46b62-f4f9-461f-bfbc-c3446c220a65" providerId="ADAL" clId="{46C61306-57F8-4F30-B63F-8877BEB9A9E1}" dt="2026-01-20T06:15:49.985" v="71" actId="1076"/>
          <ac:spMkLst>
            <pc:docMk/>
            <pc:sldMk cId="497835927" sldId="258"/>
            <ac:spMk id="10" creationId="{DDAE1AFE-9B48-43B4-983D-10FCC8293ABC}"/>
          </ac:spMkLst>
        </pc:spChg>
      </pc:sldChg>
      <pc:sldChg chg="modSp mod">
        <pc:chgData name="Anthony Pacheco" userId="fdf46b62-f4f9-461f-bfbc-c3446c220a65" providerId="ADAL" clId="{46C61306-57F8-4F30-B63F-8877BEB9A9E1}" dt="2026-01-20T06:16:04.791" v="72" actId="255"/>
        <pc:sldMkLst>
          <pc:docMk/>
          <pc:sldMk cId="3724899739" sldId="259"/>
        </pc:sldMkLst>
        <pc:spChg chg="mod">
          <ac:chgData name="Anthony Pacheco" userId="fdf46b62-f4f9-461f-bfbc-c3446c220a65" providerId="ADAL" clId="{46C61306-57F8-4F30-B63F-8877BEB9A9E1}" dt="2026-01-20T06:16:04.791" v="72" actId="255"/>
          <ac:spMkLst>
            <pc:docMk/>
            <pc:sldMk cId="3724899739" sldId="259"/>
            <ac:spMk id="3" creationId="{5654B1CF-B9D3-4962-AD19-D9C1AB18881D}"/>
          </ac:spMkLst>
        </pc:spChg>
      </pc:sldChg>
      <pc:sldChg chg="modSp mod">
        <pc:chgData name="Anthony Pacheco" userId="fdf46b62-f4f9-461f-bfbc-c3446c220a65" providerId="ADAL" clId="{46C61306-57F8-4F30-B63F-8877BEB9A9E1}" dt="2026-01-22T03:51:02.324" v="386" actId="113"/>
        <pc:sldMkLst>
          <pc:docMk/>
          <pc:sldMk cId="3683800090" sldId="262"/>
        </pc:sldMkLst>
        <pc:spChg chg="mod">
          <ac:chgData name="Anthony Pacheco" userId="fdf46b62-f4f9-461f-bfbc-c3446c220a65" providerId="ADAL" clId="{46C61306-57F8-4F30-B63F-8877BEB9A9E1}" dt="2026-01-22T03:51:02.324" v="386" actId="113"/>
          <ac:spMkLst>
            <pc:docMk/>
            <pc:sldMk cId="3683800090" sldId="262"/>
            <ac:spMk id="15" creationId="{5464F008-21F9-FCFB-BF06-39C357DBA52E}"/>
          </ac:spMkLst>
        </pc:spChg>
      </pc:sldChg>
      <pc:sldChg chg="modSp mod">
        <pc:chgData name="Anthony Pacheco" userId="fdf46b62-f4f9-461f-bfbc-c3446c220a65" providerId="ADAL" clId="{46C61306-57F8-4F30-B63F-8877BEB9A9E1}" dt="2026-01-20T06:34:42.904" v="216" actId="255"/>
        <pc:sldMkLst>
          <pc:docMk/>
          <pc:sldMk cId="1204174999" sldId="268"/>
        </pc:sldMkLst>
        <pc:spChg chg="mod">
          <ac:chgData name="Anthony Pacheco" userId="fdf46b62-f4f9-461f-bfbc-c3446c220a65" providerId="ADAL" clId="{46C61306-57F8-4F30-B63F-8877BEB9A9E1}" dt="2026-01-20T06:34:42.904" v="216" actId="255"/>
          <ac:spMkLst>
            <pc:docMk/>
            <pc:sldMk cId="1204174999" sldId="268"/>
            <ac:spMk id="2" creationId="{2EC5928A-C07D-49A3-93FF-EE908E021467}"/>
          </ac:spMkLst>
        </pc:spChg>
      </pc:sldChg>
      <pc:sldChg chg="modSp mod ord">
        <pc:chgData name="Anthony Pacheco" userId="fdf46b62-f4f9-461f-bfbc-c3446c220a65" providerId="ADAL" clId="{46C61306-57F8-4F30-B63F-8877BEB9A9E1}" dt="2026-01-20T06:40:29.117" v="347" actId="14100"/>
        <pc:sldMkLst>
          <pc:docMk/>
          <pc:sldMk cId="1267325034" sldId="283"/>
        </pc:sldMkLst>
        <pc:spChg chg="mod">
          <ac:chgData name="Anthony Pacheco" userId="fdf46b62-f4f9-461f-bfbc-c3446c220a65" providerId="ADAL" clId="{46C61306-57F8-4F30-B63F-8877BEB9A9E1}" dt="2026-01-20T06:40:17.237" v="311" actId="1035"/>
          <ac:spMkLst>
            <pc:docMk/>
            <pc:sldMk cId="1267325034" sldId="283"/>
            <ac:spMk id="2" creationId="{2EC5928A-C07D-49A3-93FF-EE908E021467}"/>
          </ac:spMkLst>
        </pc:spChg>
        <pc:picChg chg="mod">
          <ac:chgData name="Anthony Pacheco" userId="fdf46b62-f4f9-461f-bfbc-c3446c220a65" providerId="ADAL" clId="{46C61306-57F8-4F30-B63F-8877BEB9A9E1}" dt="2026-01-20T06:40:29.117" v="347" actId="14100"/>
          <ac:picMkLst>
            <pc:docMk/>
            <pc:sldMk cId="1267325034" sldId="283"/>
            <ac:picMk id="4" creationId="{9A0A1ADF-7558-23F4-5695-B1171206E1D9}"/>
          </ac:picMkLst>
        </pc:picChg>
      </pc:sldChg>
      <pc:sldChg chg="modSp mod">
        <pc:chgData name="Anthony Pacheco" userId="fdf46b62-f4f9-461f-bfbc-c3446c220a65" providerId="ADAL" clId="{46C61306-57F8-4F30-B63F-8877BEB9A9E1}" dt="2026-01-22T03:51:51.371" v="393" actId="1036"/>
        <pc:sldMkLst>
          <pc:docMk/>
          <pc:sldMk cId="3850630714" sldId="295"/>
        </pc:sldMkLst>
        <pc:spChg chg="mod">
          <ac:chgData name="Anthony Pacheco" userId="fdf46b62-f4f9-461f-bfbc-c3446c220a65" providerId="ADAL" clId="{46C61306-57F8-4F30-B63F-8877BEB9A9E1}" dt="2026-01-22T03:51:51.371" v="393" actId="1036"/>
          <ac:spMkLst>
            <pc:docMk/>
            <pc:sldMk cId="3850630714" sldId="295"/>
            <ac:spMk id="2" creationId="{2EC5928A-C07D-49A3-93FF-EE908E021467}"/>
          </ac:spMkLst>
        </pc:spChg>
      </pc:sldChg>
      <pc:sldChg chg="addSp modSp mod modAnim">
        <pc:chgData name="Anthony Pacheco" userId="fdf46b62-f4f9-461f-bfbc-c3446c220a65" providerId="ADAL" clId="{46C61306-57F8-4F30-B63F-8877BEB9A9E1}" dt="2026-01-22T04:01:04.346" v="443" actId="20577"/>
        <pc:sldMkLst>
          <pc:docMk/>
          <pc:sldMk cId="3289532461" sldId="303"/>
        </pc:sldMkLst>
        <pc:spChg chg="mod">
          <ac:chgData name="Anthony Pacheco" userId="fdf46b62-f4f9-461f-bfbc-c3446c220a65" providerId="ADAL" clId="{46C61306-57F8-4F30-B63F-8877BEB9A9E1}" dt="2026-01-22T03:58:56.186" v="436" actId="1076"/>
          <ac:spMkLst>
            <pc:docMk/>
            <pc:sldMk cId="3289532461" sldId="303"/>
            <ac:spMk id="5" creationId="{7CB0BE92-E73F-42E9-B249-3B271B6E8AA4}"/>
          </ac:spMkLst>
        </pc:spChg>
        <pc:spChg chg="add mod">
          <ac:chgData name="Anthony Pacheco" userId="fdf46b62-f4f9-461f-bfbc-c3446c220a65" providerId="ADAL" clId="{46C61306-57F8-4F30-B63F-8877BEB9A9E1}" dt="2026-01-22T04:01:04.346" v="443" actId="20577"/>
          <ac:spMkLst>
            <pc:docMk/>
            <pc:sldMk cId="3289532461" sldId="303"/>
            <ac:spMk id="7" creationId="{CF39AB41-7BA8-9C71-43D0-5E1E46BB27E2}"/>
          </ac:spMkLst>
        </pc:spChg>
        <pc:picChg chg="add mod">
          <ac:chgData name="Anthony Pacheco" userId="fdf46b62-f4f9-461f-bfbc-c3446c220a65" providerId="ADAL" clId="{46C61306-57F8-4F30-B63F-8877BEB9A9E1}" dt="2026-01-22T04:00:51.964" v="440" actId="14100"/>
          <ac:picMkLst>
            <pc:docMk/>
            <pc:sldMk cId="3289532461" sldId="303"/>
            <ac:picMk id="3" creationId="{055B61FD-8119-AD79-0417-2254E55F867A}"/>
          </ac:picMkLst>
        </pc:picChg>
        <pc:picChg chg="mod">
          <ac:chgData name="Anthony Pacheco" userId="fdf46b62-f4f9-461f-bfbc-c3446c220a65" providerId="ADAL" clId="{46C61306-57F8-4F30-B63F-8877BEB9A9E1}" dt="2026-01-22T03:58:53.397" v="435" actId="1076"/>
          <ac:picMkLst>
            <pc:docMk/>
            <pc:sldMk cId="3289532461" sldId="303"/>
            <ac:picMk id="4" creationId="{17CF3037-2038-7C5F-07DE-EB59E02A7482}"/>
          </ac:picMkLst>
        </pc:picChg>
      </pc:sldChg>
      <pc:sldChg chg="modSp mod">
        <pc:chgData name="Anthony Pacheco" userId="fdf46b62-f4f9-461f-bfbc-c3446c220a65" providerId="ADAL" clId="{46C61306-57F8-4F30-B63F-8877BEB9A9E1}" dt="2026-01-20T06:29:57.160" v="93" actId="113"/>
        <pc:sldMkLst>
          <pc:docMk/>
          <pc:sldMk cId="810170278" sldId="315"/>
        </pc:sldMkLst>
        <pc:spChg chg="mod">
          <ac:chgData name="Anthony Pacheco" userId="fdf46b62-f4f9-461f-bfbc-c3446c220a65" providerId="ADAL" clId="{46C61306-57F8-4F30-B63F-8877BEB9A9E1}" dt="2026-01-20T06:29:57.160" v="93" actId="113"/>
          <ac:spMkLst>
            <pc:docMk/>
            <pc:sldMk cId="810170278" sldId="315"/>
            <ac:spMk id="3" creationId="{4C3ADB5E-7546-1D3F-0E2E-620688DAA957}"/>
          </ac:spMkLst>
        </pc:spChg>
      </pc:sldChg>
      <pc:sldChg chg="modSp mod">
        <pc:chgData name="Anthony Pacheco" userId="fdf46b62-f4f9-461f-bfbc-c3446c220a65" providerId="ADAL" clId="{46C61306-57F8-4F30-B63F-8877BEB9A9E1}" dt="2026-01-20T06:30:17.802" v="112" actId="113"/>
        <pc:sldMkLst>
          <pc:docMk/>
          <pc:sldMk cId="3344821762" sldId="316"/>
        </pc:sldMkLst>
        <pc:spChg chg="mod">
          <ac:chgData name="Anthony Pacheco" userId="fdf46b62-f4f9-461f-bfbc-c3446c220a65" providerId="ADAL" clId="{46C61306-57F8-4F30-B63F-8877BEB9A9E1}" dt="2026-01-20T06:30:17.802" v="112" actId="113"/>
          <ac:spMkLst>
            <pc:docMk/>
            <pc:sldMk cId="3344821762" sldId="316"/>
            <ac:spMk id="3" creationId="{D322D3B2-BBFB-C638-2010-1DF8FA8F2C98}"/>
          </ac:spMkLst>
        </pc:spChg>
      </pc:sldChg>
      <pc:sldChg chg="modSp mod">
        <pc:chgData name="Anthony Pacheco" userId="fdf46b62-f4f9-461f-bfbc-c3446c220a65" providerId="ADAL" clId="{46C61306-57F8-4F30-B63F-8877BEB9A9E1}" dt="2026-01-20T06:30:37.203" v="132" actId="113"/>
        <pc:sldMkLst>
          <pc:docMk/>
          <pc:sldMk cId="3927059304" sldId="317"/>
        </pc:sldMkLst>
        <pc:spChg chg="mod">
          <ac:chgData name="Anthony Pacheco" userId="fdf46b62-f4f9-461f-bfbc-c3446c220a65" providerId="ADAL" clId="{46C61306-57F8-4F30-B63F-8877BEB9A9E1}" dt="2026-01-20T06:30:37.203" v="132" actId="113"/>
          <ac:spMkLst>
            <pc:docMk/>
            <pc:sldMk cId="3927059304" sldId="317"/>
            <ac:spMk id="3" creationId="{9AE8717B-ED7B-CA7A-EBC9-90191A5A8B15}"/>
          </ac:spMkLst>
        </pc:spChg>
      </pc:sldChg>
      <pc:sldChg chg="modSp mod">
        <pc:chgData name="Anthony Pacheco" userId="fdf46b62-f4f9-461f-bfbc-c3446c220a65" providerId="ADAL" clId="{46C61306-57F8-4F30-B63F-8877BEB9A9E1}" dt="2026-01-20T06:30:47.760" v="151" actId="1036"/>
        <pc:sldMkLst>
          <pc:docMk/>
          <pc:sldMk cId="117821325" sldId="318"/>
        </pc:sldMkLst>
        <pc:spChg chg="mod">
          <ac:chgData name="Anthony Pacheco" userId="fdf46b62-f4f9-461f-bfbc-c3446c220a65" providerId="ADAL" clId="{46C61306-57F8-4F30-B63F-8877BEB9A9E1}" dt="2026-01-20T06:30:47.760" v="151" actId="1036"/>
          <ac:spMkLst>
            <pc:docMk/>
            <pc:sldMk cId="117821325" sldId="318"/>
            <ac:spMk id="3" creationId="{4F72A4B5-B5BD-5084-BDD5-45C5590DE195}"/>
          </ac:spMkLst>
        </pc:spChg>
      </pc:sldChg>
      <pc:sldChg chg="modSp mod">
        <pc:chgData name="Anthony Pacheco" userId="fdf46b62-f4f9-461f-bfbc-c3446c220a65" providerId="ADAL" clId="{46C61306-57F8-4F30-B63F-8877BEB9A9E1}" dt="2026-01-20T06:31:07.247" v="178" actId="113"/>
        <pc:sldMkLst>
          <pc:docMk/>
          <pc:sldMk cId="3312657943" sldId="319"/>
        </pc:sldMkLst>
        <pc:spChg chg="mod">
          <ac:chgData name="Anthony Pacheco" userId="fdf46b62-f4f9-461f-bfbc-c3446c220a65" providerId="ADAL" clId="{46C61306-57F8-4F30-B63F-8877BEB9A9E1}" dt="2026-01-20T06:31:07.247" v="178" actId="113"/>
          <ac:spMkLst>
            <pc:docMk/>
            <pc:sldMk cId="3312657943" sldId="319"/>
            <ac:spMk id="3" creationId="{0D74B8B8-FE46-22BD-3EB6-70D6B4FF26F3}"/>
          </ac:spMkLst>
        </pc:spChg>
      </pc:sldChg>
      <pc:sldChg chg="modSp mod">
        <pc:chgData name="Anthony Pacheco" userId="fdf46b62-f4f9-461f-bfbc-c3446c220a65" providerId="ADAL" clId="{46C61306-57F8-4F30-B63F-8877BEB9A9E1}" dt="2026-01-20T06:35:26.608" v="220" actId="255"/>
        <pc:sldMkLst>
          <pc:docMk/>
          <pc:sldMk cId="590649517" sldId="320"/>
        </pc:sldMkLst>
        <pc:spChg chg="mod">
          <ac:chgData name="Anthony Pacheco" userId="fdf46b62-f4f9-461f-bfbc-c3446c220a65" providerId="ADAL" clId="{46C61306-57F8-4F30-B63F-8877BEB9A9E1}" dt="2026-01-20T06:35:26.608" v="220" actId="255"/>
          <ac:spMkLst>
            <pc:docMk/>
            <pc:sldMk cId="590649517" sldId="320"/>
            <ac:spMk id="2" creationId="{97EB51A6-5264-0248-7629-6362658F5690}"/>
          </ac:spMkLst>
        </pc:spChg>
        <pc:spChg chg="mod">
          <ac:chgData name="Anthony Pacheco" userId="fdf46b62-f4f9-461f-bfbc-c3446c220a65" providerId="ADAL" clId="{46C61306-57F8-4F30-B63F-8877BEB9A9E1}" dt="2026-01-20T06:31:39.423" v="181" actId="113"/>
          <ac:spMkLst>
            <pc:docMk/>
            <pc:sldMk cId="590649517" sldId="320"/>
            <ac:spMk id="3" creationId="{D9A85D53-35BE-2D3B-F87E-8AA12BC574D8}"/>
          </ac:spMkLst>
        </pc:spChg>
      </pc:sldChg>
      <pc:sldChg chg="modSp mod">
        <pc:chgData name="Anthony Pacheco" userId="fdf46b62-f4f9-461f-bfbc-c3446c220a65" providerId="ADAL" clId="{46C61306-57F8-4F30-B63F-8877BEB9A9E1}" dt="2026-01-20T06:35:35.184" v="221" actId="255"/>
        <pc:sldMkLst>
          <pc:docMk/>
          <pc:sldMk cId="2175255572" sldId="321"/>
        </pc:sldMkLst>
        <pc:spChg chg="mod">
          <ac:chgData name="Anthony Pacheco" userId="fdf46b62-f4f9-461f-bfbc-c3446c220a65" providerId="ADAL" clId="{46C61306-57F8-4F30-B63F-8877BEB9A9E1}" dt="2026-01-20T06:35:35.184" v="221" actId="255"/>
          <ac:spMkLst>
            <pc:docMk/>
            <pc:sldMk cId="2175255572" sldId="321"/>
            <ac:spMk id="2" creationId="{7ED5F965-116D-33EB-3D07-181F3DF8EE3E}"/>
          </ac:spMkLst>
        </pc:spChg>
        <pc:spChg chg="mod">
          <ac:chgData name="Anthony Pacheco" userId="fdf46b62-f4f9-461f-bfbc-c3446c220a65" providerId="ADAL" clId="{46C61306-57F8-4F30-B63F-8877BEB9A9E1}" dt="2026-01-20T06:32:22.947" v="188" actId="113"/>
          <ac:spMkLst>
            <pc:docMk/>
            <pc:sldMk cId="2175255572" sldId="321"/>
            <ac:spMk id="3" creationId="{B4CDFB53-4708-4418-BB44-80B8D8A590DB}"/>
          </ac:spMkLst>
        </pc:spChg>
      </pc:sldChg>
      <pc:sldChg chg="modSp mod">
        <pc:chgData name="Anthony Pacheco" userId="fdf46b62-f4f9-461f-bfbc-c3446c220a65" providerId="ADAL" clId="{46C61306-57F8-4F30-B63F-8877BEB9A9E1}" dt="2026-01-20T06:35:43.791" v="222" actId="255"/>
        <pc:sldMkLst>
          <pc:docMk/>
          <pc:sldMk cId="3761978215" sldId="322"/>
        </pc:sldMkLst>
        <pc:spChg chg="mod">
          <ac:chgData name="Anthony Pacheco" userId="fdf46b62-f4f9-461f-bfbc-c3446c220a65" providerId="ADAL" clId="{46C61306-57F8-4F30-B63F-8877BEB9A9E1}" dt="2026-01-20T06:35:43.791" v="222" actId="255"/>
          <ac:spMkLst>
            <pc:docMk/>
            <pc:sldMk cId="3761978215" sldId="322"/>
            <ac:spMk id="2" creationId="{ED2FF9CE-9254-E2A5-759F-EDD598F6A2A9}"/>
          </ac:spMkLst>
        </pc:spChg>
        <pc:spChg chg="mod">
          <ac:chgData name="Anthony Pacheco" userId="fdf46b62-f4f9-461f-bfbc-c3446c220a65" providerId="ADAL" clId="{46C61306-57F8-4F30-B63F-8877BEB9A9E1}" dt="2026-01-20T06:32:43.027" v="190" actId="1076"/>
          <ac:spMkLst>
            <pc:docMk/>
            <pc:sldMk cId="3761978215" sldId="322"/>
            <ac:spMk id="3" creationId="{1C62DA93-105D-D2E0-A44F-2CDEC3C2848B}"/>
          </ac:spMkLst>
        </pc:spChg>
      </pc:sldChg>
      <pc:sldChg chg="modSp mod">
        <pc:chgData name="Anthony Pacheco" userId="fdf46b62-f4f9-461f-bfbc-c3446c220a65" providerId="ADAL" clId="{46C61306-57F8-4F30-B63F-8877BEB9A9E1}" dt="2026-01-20T06:35:52.791" v="223" actId="255"/>
        <pc:sldMkLst>
          <pc:docMk/>
          <pc:sldMk cId="3678859586" sldId="323"/>
        </pc:sldMkLst>
        <pc:spChg chg="mod">
          <ac:chgData name="Anthony Pacheco" userId="fdf46b62-f4f9-461f-bfbc-c3446c220a65" providerId="ADAL" clId="{46C61306-57F8-4F30-B63F-8877BEB9A9E1}" dt="2026-01-20T06:35:52.791" v="223" actId="255"/>
          <ac:spMkLst>
            <pc:docMk/>
            <pc:sldMk cId="3678859586" sldId="323"/>
            <ac:spMk id="2" creationId="{D1CAC669-7C07-4FF6-DB0E-B8D0B578DAC3}"/>
          </ac:spMkLst>
        </pc:spChg>
        <pc:spChg chg="mod">
          <ac:chgData name="Anthony Pacheco" userId="fdf46b62-f4f9-461f-bfbc-c3446c220a65" providerId="ADAL" clId="{46C61306-57F8-4F30-B63F-8877BEB9A9E1}" dt="2026-01-20T06:33:05.565" v="209" actId="1035"/>
          <ac:spMkLst>
            <pc:docMk/>
            <pc:sldMk cId="3678859586" sldId="323"/>
            <ac:spMk id="5" creationId="{B176EDCC-0460-E8F5-5C7E-DA3F7C692D5A}"/>
          </ac:spMkLst>
        </pc:spChg>
        <pc:graphicFrameChg chg="mod modGraphic">
          <ac:chgData name="Anthony Pacheco" userId="fdf46b62-f4f9-461f-bfbc-c3446c220a65" providerId="ADAL" clId="{46C61306-57F8-4F30-B63F-8877BEB9A9E1}" dt="2026-01-20T06:33:15.961" v="211" actId="14100"/>
          <ac:graphicFrameMkLst>
            <pc:docMk/>
            <pc:sldMk cId="3678859586" sldId="323"/>
            <ac:graphicFrameMk id="4" creationId="{453CA68B-1909-32DD-FEBD-F6645930D897}"/>
          </ac:graphicFrameMkLst>
        </pc:graphicFrameChg>
      </pc:sldChg>
      <pc:sldChg chg="modSp mod">
        <pc:chgData name="Anthony Pacheco" userId="fdf46b62-f4f9-461f-bfbc-c3446c220a65" providerId="ADAL" clId="{46C61306-57F8-4F30-B63F-8877BEB9A9E1}" dt="2026-01-20T06:34:33.768" v="215" actId="255"/>
        <pc:sldMkLst>
          <pc:docMk/>
          <pc:sldMk cId="4001322616" sldId="324"/>
        </pc:sldMkLst>
        <pc:spChg chg="mod">
          <ac:chgData name="Anthony Pacheco" userId="fdf46b62-f4f9-461f-bfbc-c3446c220a65" providerId="ADAL" clId="{46C61306-57F8-4F30-B63F-8877BEB9A9E1}" dt="2026-01-20T06:34:33.768" v="215" actId="255"/>
          <ac:spMkLst>
            <pc:docMk/>
            <pc:sldMk cId="4001322616" sldId="324"/>
            <ac:spMk id="2" creationId="{32170F83-E97A-8981-47E9-4E8151CB3018}"/>
          </ac:spMkLst>
        </pc:spChg>
        <pc:spChg chg="mod">
          <ac:chgData name="Anthony Pacheco" userId="fdf46b62-f4f9-461f-bfbc-c3446c220a65" providerId="ADAL" clId="{46C61306-57F8-4F30-B63F-8877BEB9A9E1}" dt="2026-01-20T06:34:06.027" v="213" actId="113"/>
          <ac:spMkLst>
            <pc:docMk/>
            <pc:sldMk cId="4001322616" sldId="324"/>
            <ac:spMk id="3" creationId="{C2560818-EE51-2565-4467-97EA9C21C1B8}"/>
          </ac:spMkLst>
        </pc:spChg>
      </pc:sldChg>
      <pc:sldChg chg="modSp mod">
        <pc:chgData name="Anthony Pacheco" userId="fdf46b62-f4f9-461f-bfbc-c3446c220a65" providerId="ADAL" clId="{46C61306-57F8-4F30-B63F-8877BEB9A9E1}" dt="2026-01-20T06:34:50.624" v="217" actId="255"/>
        <pc:sldMkLst>
          <pc:docMk/>
          <pc:sldMk cId="3832844480" sldId="325"/>
        </pc:sldMkLst>
        <pc:spChg chg="mod">
          <ac:chgData name="Anthony Pacheco" userId="fdf46b62-f4f9-461f-bfbc-c3446c220a65" providerId="ADAL" clId="{46C61306-57F8-4F30-B63F-8877BEB9A9E1}" dt="2026-01-20T06:34:50.624" v="217" actId="255"/>
          <ac:spMkLst>
            <pc:docMk/>
            <pc:sldMk cId="3832844480" sldId="325"/>
            <ac:spMk id="2" creationId="{5109216B-6CDB-0ED7-2770-DAD490513A45}"/>
          </ac:spMkLst>
        </pc:spChg>
        <pc:spChg chg="mod">
          <ac:chgData name="Anthony Pacheco" userId="fdf46b62-f4f9-461f-bfbc-c3446c220a65" providerId="ADAL" clId="{46C61306-57F8-4F30-B63F-8877BEB9A9E1}" dt="2026-01-20T06:34:20.186" v="214" actId="1076"/>
          <ac:spMkLst>
            <pc:docMk/>
            <pc:sldMk cId="3832844480" sldId="325"/>
            <ac:spMk id="3" creationId="{760BC3A2-38B4-3CD2-3E7B-ECCB5DAB2A56}"/>
          </ac:spMkLst>
        </pc:spChg>
      </pc:sldChg>
      <pc:sldChg chg="modSp mod">
        <pc:chgData name="Anthony Pacheco" userId="fdf46b62-f4f9-461f-bfbc-c3446c220a65" providerId="ADAL" clId="{46C61306-57F8-4F30-B63F-8877BEB9A9E1}" dt="2026-01-20T06:36:31.393" v="228" actId="113"/>
        <pc:sldMkLst>
          <pc:docMk/>
          <pc:sldMk cId="1686642563" sldId="326"/>
        </pc:sldMkLst>
        <pc:spChg chg="mod">
          <ac:chgData name="Anthony Pacheco" userId="fdf46b62-f4f9-461f-bfbc-c3446c220a65" providerId="ADAL" clId="{46C61306-57F8-4F30-B63F-8877BEB9A9E1}" dt="2026-01-20T06:34:58.832" v="218" actId="255"/>
          <ac:spMkLst>
            <pc:docMk/>
            <pc:sldMk cId="1686642563" sldId="326"/>
            <ac:spMk id="2" creationId="{09A4AE14-787D-8D70-49BA-F039A9AF2877}"/>
          </ac:spMkLst>
        </pc:spChg>
        <pc:spChg chg="mod">
          <ac:chgData name="Anthony Pacheco" userId="fdf46b62-f4f9-461f-bfbc-c3446c220a65" providerId="ADAL" clId="{46C61306-57F8-4F30-B63F-8877BEB9A9E1}" dt="2026-01-20T06:36:31.393" v="228" actId="113"/>
          <ac:spMkLst>
            <pc:docMk/>
            <pc:sldMk cId="1686642563" sldId="326"/>
            <ac:spMk id="3" creationId="{F774DA0E-EA0D-F573-8836-DFD566359B93}"/>
          </ac:spMkLst>
        </pc:spChg>
      </pc:sldChg>
      <pc:sldChg chg="modSp mod">
        <pc:chgData name="Anthony Pacheco" userId="fdf46b62-f4f9-461f-bfbc-c3446c220a65" providerId="ADAL" clId="{46C61306-57F8-4F30-B63F-8877BEB9A9E1}" dt="2026-01-20T06:36:56.517" v="230" actId="113"/>
        <pc:sldMkLst>
          <pc:docMk/>
          <pc:sldMk cId="3165777510" sldId="327"/>
        </pc:sldMkLst>
        <pc:spChg chg="mod">
          <ac:chgData name="Anthony Pacheco" userId="fdf46b62-f4f9-461f-bfbc-c3446c220a65" providerId="ADAL" clId="{46C61306-57F8-4F30-B63F-8877BEB9A9E1}" dt="2026-01-20T06:35:07.544" v="219" actId="255"/>
          <ac:spMkLst>
            <pc:docMk/>
            <pc:sldMk cId="3165777510" sldId="327"/>
            <ac:spMk id="2" creationId="{360D4605-9D38-C3AF-B378-96E73E28AF2E}"/>
          </ac:spMkLst>
        </pc:spChg>
        <pc:spChg chg="mod">
          <ac:chgData name="Anthony Pacheco" userId="fdf46b62-f4f9-461f-bfbc-c3446c220a65" providerId="ADAL" clId="{46C61306-57F8-4F30-B63F-8877BEB9A9E1}" dt="2026-01-20T06:36:56.517" v="230" actId="113"/>
          <ac:spMkLst>
            <pc:docMk/>
            <pc:sldMk cId="3165777510" sldId="327"/>
            <ac:spMk id="3" creationId="{ED9E4DF6-6715-BF03-73F8-54C868698178}"/>
          </ac:spMkLst>
        </pc:spChg>
      </pc:sldChg>
      <pc:sldChg chg="modSp mod">
        <pc:chgData name="Anthony Pacheco" userId="fdf46b62-f4f9-461f-bfbc-c3446c220a65" providerId="ADAL" clId="{46C61306-57F8-4F30-B63F-8877BEB9A9E1}" dt="2026-01-20T06:37:15.898" v="232" actId="255"/>
        <pc:sldMkLst>
          <pc:docMk/>
          <pc:sldMk cId="467641554" sldId="328"/>
        </pc:sldMkLst>
        <pc:spChg chg="mod">
          <ac:chgData name="Anthony Pacheco" userId="fdf46b62-f4f9-461f-bfbc-c3446c220a65" providerId="ADAL" clId="{46C61306-57F8-4F30-B63F-8877BEB9A9E1}" dt="2026-01-20T06:37:15.898" v="232" actId="255"/>
          <ac:spMkLst>
            <pc:docMk/>
            <pc:sldMk cId="467641554" sldId="328"/>
            <ac:spMk id="3" creationId="{42674F31-2BC8-9FFF-9AD5-FF2FDBFAC21E}"/>
          </ac:spMkLst>
        </pc:spChg>
      </pc:sldChg>
      <pc:sldChg chg="modSp mod">
        <pc:chgData name="Anthony Pacheco" userId="fdf46b62-f4f9-461f-bfbc-c3446c220a65" providerId="ADAL" clId="{46C61306-57F8-4F30-B63F-8877BEB9A9E1}" dt="2026-01-22T03:49:54.001" v="382" actId="113"/>
        <pc:sldMkLst>
          <pc:docMk/>
          <pc:sldMk cId="977088167" sldId="329"/>
        </pc:sldMkLst>
        <pc:spChg chg="mod">
          <ac:chgData name="Anthony Pacheco" userId="fdf46b62-f4f9-461f-bfbc-c3446c220a65" providerId="ADAL" clId="{46C61306-57F8-4F30-B63F-8877BEB9A9E1}" dt="2026-01-22T03:49:54.001" v="382" actId="113"/>
          <ac:spMkLst>
            <pc:docMk/>
            <pc:sldMk cId="977088167" sldId="329"/>
            <ac:spMk id="3" creationId="{E41FA6F5-0E01-7948-EA32-F93270968DCD}"/>
          </ac:spMkLst>
        </pc:spChg>
      </pc:sldChg>
      <pc:sldChg chg="modSp mod">
        <pc:chgData name="Anthony Pacheco" userId="fdf46b62-f4f9-461f-bfbc-c3446c220a65" providerId="ADAL" clId="{46C61306-57F8-4F30-B63F-8877BEB9A9E1}" dt="2026-01-20T06:38:48.601" v="270" actId="113"/>
        <pc:sldMkLst>
          <pc:docMk/>
          <pc:sldMk cId="1433625560" sldId="330"/>
        </pc:sldMkLst>
        <pc:spChg chg="mod">
          <ac:chgData name="Anthony Pacheco" userId="fdf46b62-f4f9-461f-bfbc-c3446c220a65" providerId="ADAL" clId="{46C61306-57F8-4F30-B63F-8877BEB9A9E1}" dt="2026-01-20T06:38:13.214" v="245" actId="14100"/>
          <ac:spMkLst>
            <pc:docMk/>
            <pc:sldMk cId="1433625560" sldId="330"/>
            <ac:spMk id="2" creationId="{A1B1B585-500F-5074-F551-82EBAA305B52}"/>
          </ac:spMkLst>
        </pc:spChg>
        <pc:spChg chg="mod">
          <ac:chgData name="Anthony Pacheco" userId="fdf46b62-f4f9-461f-bfbc-c3446c220a65" providerId="ADAL" clId="{46C61306-57F8-4F30-B63F-8877BEB9A9E1}" dt="2026-01-20T06:38:48.601" v="270" actId="113"/>
          <ac:spMkLst>
            <pc:docMk/>
            <pc:sldMk cId="1433625560" sldId="330"/>
            <ac:spMk id="3" creationId="{8B07B002-8633-F446-7775-85AA95EC4FF8}"/>
          </ac:spMkLst>
        </pc:spChg>
      </pc:sldChg>
      <pc:sldChg chg="modSp mod">
        <pc:chgData name="Anthony Pacheco" userId="fdf46b62-f4f9-461f-bfbc-c3446c220a65" providerId="ADAL" clId="{46C61306-57F8-4F30-B63F-8877BEB9A9E1}" dt="2026-01-20T06:39:17.449" v="297" actId="255"/>
        <pc:sldMkLst>
          <pc:docMk/>
          <pc:sldMk cId="3334648687" sldId="331"/>
        </pc:sldMkLst>
        <pc:spChg chg="mod">
          <ac:chgData name="Anthony Pacheco" userId="fdf46b62-f4f9-461f-bfbc-c3446c220a65" providerId="ADAL" clId="{46C61306-57F8-4F30-B63F-8877BEB9A9E1}" dt="2026-01-20T06:39:06.284" v="281" actId="1035"/>
          <ac:spMkLst>
            <pc:docMk/>
            <pc:sldMk cId="3334648687" sldId="331"/>
            <ac:spMk id="2" creationId="{F649243B-FA25-C2A2-5C84-66644DC86BBB}"/>
          </ac:spMkLst>
        </pc:spChg>
        <pc:spChg chg="mod">
          <ac:chgData name="Anthony Pacheco" userId="fdf46b62-f4f9-461f-bfbc-c3446c220a65" providerId="ADAL" clId="{46C61306-57F8-4F30-B63F-8877BEB9A9E1}" dt="2026-01-20T06:39:17.449" v="297" actId="255"/>
          <ac:spMkLst>
            <pc:docMk/>
            <pc:sldMk cId="3334648687" sldId="331"/>
            <ac:spMk id="3" creationId="{EDEBA139-1D7A-5BFA-4B42-059CAEF2B7D5}"/>
          </ac:spMkLst>
        </pc:spChg>
      </pc:sldChg>
      <pc:sldChg chg="modSp mod">
        <pc:chgData name="Anthony Pacheco" userId="fdf46b62-f4f9-461f-bfbc-c3446c220a65" providerId="ADAL" clId="{46C61306-57F8-4F30-B63F-8877BEB9A9E1}" dt="2026-01-20T06:40:01.329" v="303" actId="113"/>
        <pc:sldMkLst>
          <pc:docMk/>
          <pc:sldMk cId="950891421" sldId="332"/>
        </pc:sldMkLst>
        <pc:spChg chg="mod">
          <ac:chgData name="Anthony Pacheco" userId="fdf46b62-f4f9-461f-bfbc-c3446c220a65" providerId="ADAL" clId="{46C61306-57F8-4F30-B63F-8877BEB9A9E1}" dt="2026-01-20T06:40:01.329" v="303" actId="113"/>
          <ac:spMkLst>
            <pc:docMk/>
            <pc:sldMk cId="950891421" sldId="332"/>
            <ac:spMk id="3" creationId="{30D25B78-A04C-7BA5-A7F8-81F09D8BDF58}"/>
          </ac:spMkLst>
        </pc:spChg>
      </pc:sldChg>
      <pc:sldChg chg="modSp mod">
        <pc:chgData name="Anthony Pacheco" userId="fdf46b62-f4f9-461f-bfbc-c3446c220a65" providerId="ADAL" clId="{46C61306-57F8-4F30-B63F-8877BEB9A9E1}" dt="2026-01-22T03:50:37.212" v="384" actId="113"/>
        <pc:sldMkLst>
          <pc:docMk/>
          <pc:sldMk cId="3279470302" sldId="333"/>
        </pc:sldMkLst>
        <pc:spChg chg="mod">
          <ac:chgData name="Anthony Pacheco" userId="fdf46b62-f4f9-461f-bfbc-c3446c220a65" providerId="ADAL" clId="{46C61306-57F8-4F30-B63F-8877BEB9A9E1}" dt="2026-01-20T06:40:42.419" v="356" actId="1035"/>
          <ac:spMkLst>
            <pc:docMk/>
            <pc:sldMk cId="3279470302" sldId="333"/>
            <ac:spMk id="2" creationId="{81291F19-2FBA-F8BC-8018-089B8BB4E496}"/>
          </ac:spMkLst>
        </pc:spChg>
        <pc:spChg chg="mod">
          <ac:chgData name="Anthony Pacheco" userId="fdf46b62-f4f9-461f-bfbc-c3446c220a65" providerId="ADAL" clId="{46C61306-57F8-4F30-B63F-8877BEB9A9E1}" dt="2026-01-22T03:50:37.212" v="384" actId="113"/>
          <ac:spMkLst>
            <pc:docMk/>
            <pc:sldMk cId="3279470302" sldId="333"/>
            <ac:spMk id="3" creationId="{75C5056B-1BF4-9DEB-0D25-E7F9C3BDB4DB}"/>
          </ac:spMkLst>
        </pc:spChg>
      </pc:sldChg>
      <pc:sldChg chg="modSp mod">
        <pc:chgData name="Anthony Pacheco" userId="fdf46b62-f4f9-461f-bfbc-c3446c220a65" providerId="ADAL" clId="{46C61306-57F8-4F30-B63F-8877BEB9A9E1}" dt="2026-01-20T06:42:04.364" v="380" actId="14100"/>
        <pc:sldMkLst>
          <pc:docMk/>
          <pc:sldMk cId="3354038422" sldId="334"/>
        </pc:sldMkLst>
        <pc:spChg chg="mod">
          <ac:chgData name="Anthony Pacheco" userId="fdf46b62-f4f9-461f-bfbc-c3446c220a65" providerId="ADAL" clId="{46C61306-57F8-4F30-B63F-8877BEB9A9E1}" dt="2026-01-20T06:40:59.350" v="368" actId="1035"/>
          <ac:spMkLst>
            <pc:docMk/>
            <pc:sldMk cId="3354038422" sldId="334"/>
            <ac:spMk id="2" creationId="{000EFEF6-0F57-1336-B4FF-8A0EE860D7BB}"/>
          </ac:spMkLst>
        </pc:spChg>
        <pc:spChg chg="mod">
          <ac:chgData name="Anthony Pacheco" userId="fdf46b62-f4f9-461f-bfbc-c3446c220a65" providerId="ADAL" clId="{46C61306-57F8-4F30-B63F-8877BEB9A9E1}" dt="2026-01-20T06:42:04.364" v="380" actId="14100"/>
          <ac:spMkLst>
            <pc:docMk/>
            <pc:sldMk cId="3354038422" sldId="334"/>
            <ac:spMk id="3" creationId="{9A054943-8EA3-88A6-6A2E-B52C5364FEB7}"/>
          </ac:spMkLst>
        </pc:spChg>
      </pc:sldChg>
      <pc:sldChg chg="modSp mod">
        <pc:chgData name="Anthony Pacheco" userId="fdf46b62-f4f9-461f-bfbc-c3446c220a65" providerId="ADAL" clId="{46C61306-57F8-4F30-B63F-8877BEB9A9E1}" dt="2026-01-22T03:51:31.208" v="391" actId="14100"/>
        <pc:sldMkLst>
          <pc:docMk/>
          <pc:sldMk cId="3671384485" sldId="335"/>
        </pc:sldMkLst>
        <pc:spChg chg="mod">
          <ac:chgData name="Anthony Pacheco" userId="fdf46b62-f4f9-461f-bfbc-c3446c220a65" providerId="ADAL" clId="{46C61306-57F8-4F30-B63F-8877BEB9A9E1}" dt="2026-01-22T03:51:31.208" v="391" actId="14100"/>
          <ac:spMkLst>
            <pc:docMk/>
            <pc:sldMk cId="3671384485" sldId="335"/>
            <ac:spMk id="2" creationId="{7FC7178B-2907-3517-91AB-9F19D7DCB265}"/>
          </ac:spMkLst>
        </pc:spChg>
      </pc:sldChg>
      <pc:sldChg chg="modSp mod">
        <pc:chgData name="Anthony Pacheco" userId="fdf46b62-f4f9-461f-bfbc-c3446c220a65" providerId="ADAL" clId="{46C61306-57F8-4F30-B63F-8877BEB9A9E1}" dt="2026-01-22T03:52:04.404" v="394" actId="255"/>
        <pc:sldMkLst>
          <pc:docMk/>
          <pc:sldMk cId="1145398793" sldId="336"/>
        </pc:sldMkLst>
        <pc:spChg chg="mod">
          <ac:chgData name="Anthony Pacheco" userId="fdf46b62-f4f9-461f-bfbc-c3446c220a65" providerId="ADAL" clId="{46C61306-57F8-4F30-B63F-8877BEB9A9E1}" dt="2026-01-22T03:52:04.404" v="394" actId="255"/>
          <ac:spMkLst>
            <pc:docMk/>
            <pc:sldMk cId="1145398793" sldId="336"/>
            <ac:spMk id="2" creationId="{57B245FF-1BFD-5C7D-8DD8-3D218D346AF4}"/>
          </ac:spMkLst>
        </pc:spChg>
      </pc:sldChg>
      <pc:sldChg chg="modSp mod">
        <pc:chgData name="Anthony Pacheco" userId="fdf46b62-f4f9-461f-bfbc-c3446c220a65" providerId="ADAL" clId="{46C61306-57F8-4F30-B63F-8877BEB9A9E1}" dt="2026-01-22T03:53:29.895" v="400" actId="113"/>
        <pc:sldMkLst>
          <pc:docMk/>
          <pc:sldMk cId="2105410039" sldId="339"/>
        </pc:sldMkLst>
        <pc:spChg chg="mod">
          <ac:chgData name="Anthony Pacheco" userId="fdf46b62-f4f9-461f-bfbc-c3446c220a65" providerId="ADAL" clId="{46C61306-57F8-4F30-B63F-8877BEB9A9E1}" dt="2026-01-22T03:53:29.895" v="400" actId="113"/>
          <ac:spMkLst>
            <pc:docMk/>
            <pc:sldMk cId="2105410039" sldId="339"/>
            <ac:spMk id="3" creationId="{17D17705-5CCC-6161-8A99-063809DBD7B6}"/>
          </ac:spMkLst>
        </pc:spChg>
      </pc:sldChg>
      <pc:sldChg chg="modSp mod">
        <pc:chgData name="Anthony Pacheco" userId="fdf46b62-f4f9-461f-bfbc-c3446c220a65" providerId="ADAL" clId="{46C61306-57F8-4F30-B63F-8877BEB9A9E1}" dt="2026-01-22T03:53:50.555" v="401" actId="1076"/>
        <pc:sldMkLst>
          <pc:docMk/>
          <pc:sldMk cId="1597238553" sldId="340"/>
        </pc:sldMkLst>
        <pc:spChg chg="mod">
          <ac:chgData name="Anthony Pacheco" userId="fdf46b62-f4f9-461f-bfbc-c3446c220a65" providerId="ADAL" clId="{46C61306-57F8-4F30-B63F-8877BEB9A9E1}" dt="2026-01-22T03:53:50.555" v="401" actId="1076"/>
          <ac:spMkLst>
            <pc:docMk/>
            <pc:sldMk cId="1597238553" sldId="340"/>
            <ac:spMk id="3" creationId="{E53397AD-49BD-98DB-EB49-A5EB7E846F6D}"/>
          </ac:spMkLst>
        </pc:spChg>
      </pc:sldChg>
      <pc:sldChg chg="modSp mod">
        <pc:chgData name="Anthony Pacheco" userId="fdf46b62-f4f9-461f-bfbc-c3446c220a65" providerId="ADAL" clId="{46C61306-57F8-4F30-B63F-8877BEB9A9E1}" dt="2026-01-22T03:54:15.338" v="406" actId="113"/>
        <pc:sldMkLst>
          <pc:docMk/>
          <pc:sldMk cId="1791568358" sldId="341"/>
        </pc:sldMkLst>
        <pc:spChg chg="mod">
          <ac:chgData name="Anthony Pacheco" userId="fdf46b62-f4f9-461f-bfbc-c3446c220a65" providerId="ADAL" clId="{46C61306-57F8-4F30-B63F-8877BEB9A9E1}" dt="2026-01-22T03:54:15.338" v="406" actId="113"/>
          <ac:spMkLst>
            <pc:docMk/>
            <pc:sldMk cId="1791568358" sldId="341"/>
            <ac:spMk id="3" creationId="{F7434EDB-8B4D-B4BB-5D8A-5B9D99C248C6}"/>
          </ac:spMkLst>
        </pc:spChg>
      </pc:sldChg>
      <pc:sldChg chg="modSp mod">
        <pc:chgData name="Anthony Pacheco" userId="fdf46b62-f4f9-461f-bfbc-c3446c220a65" providerId="ADAL" clId="{46C61306-57F8-4F30-B63F-8877BEB9A9E1}" dt="2026-01-22T03:55:09.078" v="412" actId="113"/>
        <pc:sldMkLst>
          <pc:docMk/>
          <pc:sldMk cId="1793649293" sldId="343"/>
        </pc:sldMkLst>
        <pc:spChg chg="mod">
          <ac:chgData name="Anthony Pacheco" userId="fdf46b62-f4f9-461f-bfbc-c3446c220a65" providerId="ADAL" clId="{46C61306-57F8-4F30-B63F-8877BEB9A9E1}" dt="2026-01-22T03:55:09.078" v="412" actId="113"/>
          <ac:spMkLst>
            <pc:docMk/>
            <pc:sldMk cId="1793649293" sldId="343"/>
            <ac:spMk id="3" creationId="{E58FC8BD-4AD5-DF3C-A270-494D2FF75558}"/>
          </ac:spMkLst>
        </pc:spChg>
      </pc:sldChg>
      <pc:sldChg chg="modSp mod">
        <pc:chgData name="Anthony Pacheco" userId="fdf46b62-f4f9-461f-bfbc-c3446c220a65" providerId="ADAL" clId="{46C61306-57F8-4F30-B63F-8877BEB9A9E1}" dt="2026-01-22T03:55:16.342" v="413" actId="1076"/>
        <pc:sldMkLst>
          <pc:docMk/>
          <pc:sldMk cId="1577659383" sldId="344"/>
        </pc:sldMkLst>
        <pc:spChg chg="mod">
          <ac:chgData name="Anthony Pacheco" userId="fdf46b62-f4f9-461f-bfbc-c3446c220a65" providerId="ADAL" clId="{46C61306-57F8-4F30-B63F-8877BEB9A9E1}" dt="2026-01-22T03:55:16.342" v="413" actId="1076"/>
          <ac:spMkLst>
            <pc:docMk/>
            <pc:sldMk cId="1577659383" sldId="344"/>
            <ac:spMk id="3" creationId="{59C0F356-55E2-7CF7-8828-7BD037EC6D9C}"/>
          </ac:spMkLst>
        </pc:spChg>
      </pc:sldChg>
      <pc:sldChg chg="modSp mod">
        <pc:chgData name="Anthony Pacheco" userId="fdf46b62-f4f9-461f-bfbc-c3446c220a65" providerId="ADAL" clId="{46C61306-57F8-4F30-B63F-8877BEB9A9E1}" dt="2026-01-22T03:55:45.514" v="417" actId="113"/>
        <pc:sldMkLst>
          <pc:docMk/>
          <pc:sldMk cId="3528773626" sldId="345"/>
        </pc:sldMkLst>
        <pc:spChg chg="mod">
          <ac:chgData name="Anthony Pacheco" userId="fdf46b62-f4f9-461f-bfbc-c3446c220a65" providerId="ADAL" clId="{46C61306-57F8-4F30-B63F-8877BEB9A9E1}" dt="2026-01-22T03:55:45.514" v="417" actId="113"/>
          <ac:spMkLst>
            <pc:docMk/>
            <pc:sldMk cId="3528773626" sldId="345"/>
            <ac:spMk id="3" creationId="{59AC7E7C-9928-BD61-367D-50CD1EDF66B9}"/>
          </ac:spMkLst>
        </pc:spChg>
      </pc:sldChg>
      <pc:sldChg chg="modSp mod">
        <pc:chgData name="Anthony Pacheco" userId="fdf46b62-f4f9-461f-bfbc-c3446c220a65" providerId="ADAL" clId="{46C61306-57F8-4F30-B63F-8877BEB9A9E1}" dt="2026-01-22T03:56:14.330" v="421" actId="113"/>
        <pc:sldMkLst>
          <pc:docMk/>
          <pc:sldMk cId="4144880328" sldId="346"/>
        </pc:sldMkLst>
        <pc:spChg chg="mod">
          <ac:chgData name="Anthony Pacheco" userId="fdf46b62-f4f9-461f-bfbc-c3446c220a65" providerId="ADAL" clId="{46C61306-57F8-4F30-B63F-8877BEB9A9E1}" dt="2026-01-22T03:56:14.330" v="421" actId="113"/>
          <ac:spMkLst>
            <pc:docMk/>
            <pc:sldMk cId="4144880328" sldId="346"/>
            <ac:spMk id="3" creationId="{7E23D86F-C761-EA88-2FF6-2A9A1991EBFC}"/>
          </ac:spMkLst>
        </pc:spChg>
      </pc:sldChg>
      <pc:sldChg chg="modSp mod">
        <pc:chgData name="Anthony Pacheco" userId="fdf46b62-f4f9-461f-bfbc-c3446c220a65" providerId="ADAL" clId="{46C61306-57F8-4F30-B63F-8877BEB9A9E1}" dt="2026-01-22T03:56:43.754" v="424" actId="113"/>
        <pc:sldMkLst>
          <pc:docMk/>
          <pc:sldMk cId="305221255" sldId="347"/>
        </pc:sldMkLst>
        <pc:spChg chg="mod">
          <ac:chgData name="Anthony Pacheco" userId="fdf46b62-f4f9-461f-bfbc-c3446c220a65" providerId="ADAL" clId="{46C61306-57F8-4F30-B63F-8877BEB9A9E1}" dt="2026-01-22T03:56:43.754" v="424" actId="113"/>
          <ac:spMkLst>
            <pc:docMk/>
            <pc:sldMk cId="305221255" sldId="347"/>
            <ac:spMk id="3" creationId="{3ABCF36D-2546-3B6E-1CA2-38CCA34DED9D}"/>
          </ac:spMkLst>
        </pc:spChg>
      </pc:sldChg>
      <pc:sldChg chg="modSp mod">
        <pc:chgData name="Anthony Pacheco" userId="fdf46b62-f4f9-461f-bfbc-c3446c220a65" providerId="ADAL" clId="{46C61306-57F8-4F30-B63F-8877BEB9A9E1}" dt="2026-01-22T03:57:17.578" v="430" actId="113"/>
        <pc:sldMkLst>
          <pc:docMk/>
          <pc:sldMk cId="123447624" sldId="349"/>
        </pc:sldMkLst>
        <pc:spChg chg="mod">
          <ac:chgData name="Anthony Pacheco" userId="fdf46b62-f4f9-461f-bfbc-c3446c220a65" providerId="ADAL" clId="{46C61306-57F8-4F30-B63F-8877BEB9A9E1}" dt="2026-01-22T03:57:17.578" v="430" actId="113"/>
          <ac:spMkLst>
            <pc:docMk/>
            <pc:sldMk cId="123447624" sldId="349"/>
            <ac:spMk id="3" creationId="{DBF3FDA2-FC3E-963E-0800-9A392D3B9AF2}"/>
          </ac:spMkLst>
        </pc:spChg>
      </pc:sldChg>
      <pc:sldChg chg="modSp mod">
        <pc:chgData name="Anthony Pacheco" userId="fdf46b62-f4f9-461f-bfbc-c3446c220a65" providerId="ADAL" clId="{46C61306-57F8-4F30-B63F-8877BEB9A9E1}" dt="2026-01-22T03:57:43.685" v="432" actId="113"/>
        <pc:sldMkLst>
          <pc:docMk/>
          <pc:sldMk cId="3804465773" sldId="350"/>
        </pc:sldMkLst>
        <pc:spChg chg="mod">
          <ac:chgData name="Anthony Pacheco" userId="fdf46b62-f4f9-461f-bfbc-c3446c220a65" providerId="ADAL" clId="{46C61306-57F8-4F30-B63F-8877BEB9A9E1}" dt="2026-01-22T03:57:43.685" v="432" actId="113"/>
          <ac:spMkLst>
            <pc:docMk/>
            <pc:sldMk cId="3804465773" sldId="350"/>
            <ac:spMk id="3" creationId="{A6B2912C-4A1F-1820-D1B0-FB8208C3C008}"/>
          </ac:spMkLst>
        </pc:spChg>
      </pc:sldChg>
      <pc:sldChg chg="modSp mod">
        <pc:chgData name="Anthony Pacheco" userId="fdf46b62-f4f9-461f-bfbc-c3446c220a65" providerId="ADAL" clId="{46C61306-57F8-4F30-B63F-8877BEB9A9E1}" dt="2026-01-22T03:57:54.850" v="433" actId="1076"/>
        <pc:sldMkLst>
          <pc:docMk/>
          <pc:sldMk cId="1367528864" sldId="351"/>
        </pc:sldMkLst>
        <pc:spChg chg="mod">
          <ac:chgData name="Anthony Pacheco" userId="fdf46b62-f4f9-461f-bfbc-c3446c220a65" providerId="ADAL" clId="{46C61306-57F8-4F30-B63F-8877BEB9A9E1}" dt="2026-01-22T03:57:54.850" v="433" actId="1076"/>
          <ac:spMkLst>
            <pc:docMk/>
            <pc:sldMk cId="1367528864" sldId="351"/>
            <ac:spMk id="5" creationId="{9CE259BB-C085-C049-F7CD-FEB2CB602274}"/>
          </ac:spMkLst>
        </pc:spChg>
        <pc:graphicFrameChg chg="mod">
          <ac:chgData name="Anthony Pacheco" userId="fdf46b62-f4f9-461f-bfbc-c3446c220a65" providerId="ADAL" clId="{46C61306-57F8-4F30-B63F-8877BEB9A9E1}" dt="2026-01-22T03:57:54.850" v="433" actId="1076"/>
          <ac:graphicFrameMkLst>
            <pc:docMk/>
            <pc:sldMk cId="1367528864" sldId="351"/>
            <ac:graphicFrameMk id="4" creationId="{00CEFE51-12AD-4B85-8C02-B63D15062BC9}"/>
          </ac:graphicFrameMkLst>
        </pc:graphicFrameChg>
      </pc:sldChg>
      <pc:sldMasterChg chg="delSp modSp mod modSldLayout">
        <pc:chgData name="Anthony Pacheco" userId="fdf46b62-f4f9-461f-bfbc-c3446c220a65" providerId="ADAL" clId="{46C61306-57F8-4F30-B63F-8877BEB9A9E1}" dt="2026-01-20T06:05:01.216" v="5" actId="20577"/>
        <pc:sldMasterMkLst>
          <pc:docMk/>
          <pc:sldMasterMk cId="682046013" sldId="2147483725"/>
        </pc:sldMasterMkLst>
        <pc:spChg chg="mod">
          <ac:chgData name="Anthony Pacheco" userId="fdf46b62-f4f9-461f-bfbc-c3446c220a65" providerId="ADAL" clId="{46C61306-57F8-4F30-B63F-8877BEB9A9E1}" dt="2026-01-20T06:04:31.448" v="1" actId="20577"/>
          <ac:spMkLst>
            <pc:docMk/>
            <pc:sldMasterMk cId="682046013" sldId="2147483725"/>
            <ac:spMk id="8" creationId="{0E6636BF-D3CC-4DFC-A057-41CF18719446}"/>
          </ac:spMkLst>
        </pc:spChg>
        <pc:sldLayoutChg chg="delSp modSp mod">
          <pc:chgData name="Anthony Pacheco" userId="fdf46b62-f4f9-461f-bfbc-c3446c220a65" providerId="ADAL" clId="{46C61306-57F8-4F30-B63F-8877BEB9A9E1}" dt="2026-01-20T06:05:01.216" v="5" actId="20577"/>
          <pc:sldLayoutMkLst>
            <pc:docMk/>
            <pc:sldMasterMk cId="682046013" sldId="2147483725"/>
            <pc:sldLayoutMk cId="803553635" sldId="2147483763"/>
          </pc:sldLayoutMkLst>
          <pc:spChg chg="mod">
            <ac:chgData name="Anthony Pacheco" userId="fdf46b62-f4f9-461f-bfbc-c3446c220a65" providerId="ADAL" clId="{46C61306-57F8-4F30-B63F-8877BEB9A9E1}" dt="2026-01-20T06:05:01.216" v="5" actId="20577"/>
            <ac:spMkLst>
              <pc:docMk/>
              <pc:sldMasterMk cId="682046013" sldId="2147483725"/>
              <pc:sldLayoutMk cId="803553635" sldId="2147483763"/>
              <ac:spMk id="11" creationId="{09216FC3-84E9-4B73-9DA8-CF771043770B}"/>
            </ac:spMkLst>
          </pc:spChg>
        </pc:sldLayoutChg>
        <pc:sldLayoutChg chg="delSp mod">
          <pc:chgData name="Anthony Pacheco" userId="fdf46b62-f4f9-461f-bfbc-c3446c220a65" providerId="ADAL" clId="{46C61306-57F8-4F30-B63F-8877BEB9A9E1}" dt="2026-01-20T06:04:47.631" v="2" actId="478"/>
          <pc:sldLayoutMkLst>
            <pc:docMk/>
            <pc:sldMasterMk cId="682046013" sldId="2147483725"/>
            <pc:sldLayoutMk cId="2170826813" sldId="2147483765"/>
          </pc:sldLayoutMkLst>
        </pc:sldLayoutChg>
      </pc:sldMaster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ags" Target="../tags/tag15.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6075504" y="8685213"/>
            <a:ext cx="646682" cy="458787"/>
          </a:xfrm>
          <a:prstGeom prst="rect">
            <a:avLst/>
          </a:prstGeom>
        </p:spPr>
        <p:txBody>
          <a:bodyPr vert="horz" lIns="91440" tIns="45720" rIns="91440" bIns="45720" rtlCol="0" anchor="b"/>
          <a:lstStyle>
            <a:lvl1pPr algn="r">
              <a:defRPr sz="1200"/>
            </a:lvl1pPr>
          </a:lstStyle>
          <a:p>
            <a:fld id="{6767803E-66EE-42CE-8DFB-98553954E472}" type="slidenum">
              <a:rPr lang="en-US" sz="1000" smtClean="0">
                <a:solidFill>
                  <a:schemeClr val="bg1">
                    <a:lumMod val="50000"/>
                  </a:schemeClr>
                </a:solidFill>
                <a:latin typeface="Arial" panose="020B0604020202020204" pitchFamily="34" charset="0"/>
                <a:cs typeface="Arial" panose="020B0604020202020204" pitchFamily="34" charset="0"/>
              </a:rPr>
              <a:t>‹#›</a:t>
            </a:fld>
            <a:endParaRPr lang="en-US" sz="1000" dirty="0">
              <a:solidFill>
                <a:schemeClr val="bg1">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55392BA-16D5-4BCB-8BB3-D7B53B67DB8D}"/>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D947FD3A-2300-48D5-81E3-9406328116EE}"/>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custDataLst>
      <p:tags r:id="rId2"/>
    </p:custDataLst>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630237"/>
            <a:ext cx="3778647" cy="2125489"/>
          </a:xfrm>
          <a:prstGeom prst="rect">
            <a:avLst/>
          </a:prstGeom>
          <a:noFill/>
          <a:ln w="12700">
            <a:solidFill>
              <a:schemeClr val="bg1">
                <a:lumMod val="65000"/>
              </a:schemeClr>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2993721"/>
            <a:ext cx="5486400" cy="5520042"/>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5"/>
          </p:nvPr>
        </p:nvSpPr>
        <p:spPr>
          <a:xfrm>
            <a:off x="6063017" y="8685213"/>
            <a:ext cx="684212" cy="458787"/>
          </a:xfrm>
          <a:prstGeom prst="rect">
            <a:avLst/>
          </a:prstGeom>
        </p:spPr>
        <p:txBody>
          <a:bodyPr vert="horz" lIns="91440" tIns="45720" rIns="91440" bIns="45720" rtlCol="0" anchor="b"/>
          <a:lstStyle>
            <a:lvl1pPr algn="r" eaLnBrk="1" fontAlgn="auto" hangingPunct="1">
              <a:spcBef>
                <a:spcPts val="0"/>
              </a:spcBef>
              <a:spcAft>
                <a:spcPts val="0"/>
              </a:spcAft>
              <a:defRPr sz="1000">
                <a:solidFill>
                  <a:schemeClr val="bg1">
                    <a:lumMod val="50000"/>
                  </a:schemeClr>
                </a:solidFill>
                <a:latin typeface="Arial" panose="020B0604020202020204" pitchFamily="34" charset="0"/>
                <a:cs typeface="Arial" panose="020B0604020202020204" pitchFamily="34" charset="0"/>
              </a:defRPr>
            </a:lvl1pPr>
          </a:lstStyle>
          <a:p>
            <a:pPr>
              <a:defRPr/>
            </a:pPr>
            <a:fld id="{91CAE60C-72A0-D14D-8733-C13212F694AD}" type="slidenum">
              <a:rPr lang="en-US" smtClean="0"/>
              <a:pPr>
                <a:defRPr/>
              </a:pPr>
              <a:t>‹#›</a:t>
            </a:fld>
            <a:endParaRPr lang="en-US" dirty="0"/>
          </a:p>
        </p:txBody>
      </p:sp>
      <p:pic>
        <p:nvPicPr>
          <p:cNvPr id="8" name="Picture 7">
            <a:extLst>
              <a:ext uri="{FF2B5EF4-FFF2-40B4-BE49-F238E27FC236}">
                <a16:creationId xmlns:a16="http://schemas.microsoft.com/office/drawing/2014/main" id="{A75DDB2F-32A5-4136-BC2E-0D7E0518B4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37E5B37-4A58-4B32-B9B0-D824A69A3D97}"/>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22542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68897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139825" indent="-225425" algn="l" rtl="0" eaLnBrk="0" fontAlgn="base" hangingPunct="0">
      <a:spcBef>
        <a:spcPct val="30000"/>
      </a:spcBef>
      <a:spcAft>
        <a:spcPct val="0"/>
      </a:spcAft>
      <a:buFont typeface="Wingdings" panose="05000000000000000000" pitchFamily="2" charset="2"/>
      <a:buChar char="§"/>
      <a:defRPr sz="1200" kern="1200">
        <a:solidFill>
          <a:schemeClr val="tx1"/>
        </a:solidFill>
        <a:latin typeface="Arial" panose="020B0604020202020204" pitchFamily="34" charset="0"/>
        <a:ea typeface="+mn-ea"/>
        <a:cs typeface="Arial" panose="020B0604020202020204" pitchFamily="34" charset="0"/>
      </a:defRPr>
    </a:lvl4pPr>
    <a:lvl5pPr marL="1603375" indent="-225425" algn="l" rtl="0" eaLnBrk="0" fontAlgn="base" hangingPunct="0">
      <a:spcBef>
        <a:spcPct val="30000"/>
      </a:spcBef>
      <a:spcAft>
        <a:spcPct val="0"/>
      </a:spcAft>
      <a:buFont typeface="Courier New" panose="02070309020205020404" pitchFamily="49" charset="0"/>
      <a:buChar char="o"/>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14068"/>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Title, #e</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 Chapter Title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217082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344969-1137-4EAF-AB8A-FDA4F62A617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ctrTitle" hasCustomPrompt="1"/>
          </p:nvPr>
        </p:nvSpPr>
        <p:spPr>
          <a:xfrm>
            <a:off x="914400" y="1153123"/>
            <a:ext cx="10424160" cy="2387600"/>
          </a:xfrm>
        </p:spPr>
        <p:txBody>
          <a:bodyPr anchor="b"/>
          <a:lstStyle>
            <a:lvl1pPr algn="ctr">
              <a:defRPr sz="5400" baseline="0">
                <a:solidFill>
                  <a:schemeClr val="bg1"/>
                </a:solidFill>
              </a:defRPr>
            </a:lvl1pPr>
          </a:lstStyle>
          <a:p>
            <a:r>
              <a:rPr lang="en-US" dirty="0"/>
              <a:t>Unit XX</a:t>
            </a:r>
          </a:p>
        </p:txBody>
      </p:sp>
      <p:sp>
        <p:nvSpPr>
          <p:cNvPr id="3" name="Subtitle 2"/>
          <p:cNvSpPr>
            <a:spLocks noGrp="1"/>
          </p:cNvSpPr>
          <p:nvPr>
            <p:ph type="subTitle" idx="1" hasCustomPrompt="1"/>
          </p:nvPr>
        </p:nvSpPr>
        <p:spPr>
          <a:xfrm>
            <a:off x="914400" y="3809720"/>
            <a:ext cx="10424160" cy="1424930"/>
          </a:xfrm>
          <a:noFill/>
        </p:spPr>
        <p:txBody>
          <a:bodyPr anchor="t"/>
          <a:lstStyle>
            <a:lvl1pPr marL="0" indent="0" algn="ctr">
              <a:lnSpc>
                <a:spcPct val="100000"/>
              </a:lnSpc>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Unit’s Title Here</a:t>
            </a:r>
          </a:p>
        </p:txBody>
      </p:sp>
      <p:sp>
        <p:nvSpPr>
          <p:cNvPr id="15" name="Slide Number Placeholder 5">
            <a:extLst>
              <a:ext uri="{FF2B5EF4-FFF2-40B4-BE49-F238E27FC236}">
                <a16:creationId xmlns:a16="http://schemas.microsoft.com/office/drawing/2014/main" id="{8D6FEA2F-362B-4EAB-BFA4-233A863C0DE7}"/>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11" name="Copyright">
            <a:extLst>
              <a:ext uri="{FF2B5EF4-FFF2-40B4-BE49-F238E27FC236}">
                <a16:creationId xmlns:a16="http://schemas.microsoft.com/office/drawing/2014/main" id="{09216FC3-84E9-4B73-9DA8-CF771043770B}"/>
              </a:ext>
              <a:ext uri="{C183D7F6-B498-43B3-948B-1728B52AA6E4}">
                <adec:decorative xmlns:adec="http://schemas.microsoft.com/office/drawing/2017/decorative" val="0"/>
              </a:ext>
            </a:extLst>
          </p:cNvPr>
          <p:cNvSpPr txBox="1"/>
          <p:nvPr userDrawn="1"/>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803553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p:cNvSpPr>
            <a:spLocks noGrp="1"/>
          </p:cNvSpPr>
          <p:nvPr>
            <p:ph idx="1" hasCustomPrompt="1"/>
          </p:nvPr>
        </p:nvSpPr>
        <p:spPr/>
        <p:txBody>
          <a:bodyPr/>
          <a:lstStyle>
            <a:lvl1pPr>
              <a:spcAft>
                <a:spcPts val="800"/>
              </a:spcAft>
              <a:defRPr sz="240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3066196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3" y="1825625"/>
            <a:ext cx="5542957"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a:extLst>
              <a:ext uri="{C183D7F6-B498-43B3-948B-1728B52AA6E4}">
                <adec:decorative xmlns:adec="http://schemas.microsoft.com/office/drawing/2017/decorative" val="1"/>
              </a:ext>
            </a:extLst>
          </p:cNvPr>
          <p:cNvSpPr>
            <a:spLocks noGrp="1"/>
          </p:cNvSpPr>
          <p:nvPr>
            <p:ph sz="half" idx="2" hasCustomPrompt="1"/>
          </p:nvPr>
        </p:nvSpPr>
        <p:spPr>
          <a:xfrm>
            <a:off x="6172200" y="1825625"/>
            <a:ext cx="5542956"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834274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4"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Middle">
            <a:extLst>
              <a:ext uri="{FF2B5EF4-FFF2-40B4-BE49-F238E27FC236}">
                <a16:creationId xmlns:a16="http://schemas.microsoft.com/office/drawing/2014/main" id="{1D13BCCE-AB68-426C-9401-BABA201385F3}"/>
              </a:ext>
            </a:extLst>
          </p:cNvPr>
          <p:cNvSpPr>
            <a:spLocks noGrp="1"/>
          </p:cNvSpPr>
          <p:nvPr>
            <p:ph sz="half" idx="10" hasCustomPrompt="1"/>
          </p:nvPr>
        </p:nvSpPr>
        <p:spPr>
          <a:xfrm>
            <a:off x="4423735" y="1829037"/>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p:cNvSpPr>
            <a:spLocks noGrp="1"/>
          </p:cNvSpPr>
          <p:nvPr>
            <p:ph sz="half" idx="2" hasCustomPrompt="1"/>
          </p:nvPr>
        </p:nvSpPr>
        <p:spPr>
          <a:xfrm>
            <a:off x="8370626"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a:p>
            <a:pPr lvl="2"/>
            <a:endParaRPr lang="en-US" dirty="0"/>
          </a:p>
        </p:txBody>
      </p:sp>
    </p:spTree>
    <p:custDataLst>
      <p:tags r:id="rId1"/>
    </p:custDataLst>
    <p:extLst>
      <p:ext uri="{BB962C8B-B14F-4D97-AF65-F5344CB8AC3E}">
        <p14:creationId xmlns:p14="http://schemas.microsoft.com/office/powerpoint/2010/main" val="1489189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8" name="Title"/>
          <p:cNvSpPr>
            <a:spLocks noGrp="1"/>
          </p:cNvSpPr>
          <p:nvPr>
            <p:ph type="title" hasCustomPrompt="1"/>
          </p:nvPr>
        </p:nvSpPr>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8767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2621900"/>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10" name="Content Placeholder Bottom"/>
          <p:cNvSpPr>
            <a:spLocks noGrp="1"/>
          </p:cNvSpPr>
          <p:nvPr>
            <p:ph type="body" sz="quarter" idx="13" hasCustomPrompt="1"/>
          </p:nvPr>
        </p:nvSpPr>
        <p:spPr>
          <a:xfrm>
            <a:off x="476844" y="5395327"/>
            <a:ext cx="11241914" cy="951787"/>
          </a:xfrm>
        </p:spPr>
        <p:txBody>
          <a:bodyPr/>
          <a:lstStyle>
            <a:lvl1pPr marL="112713" indent="-112713">
              <a:defRPr sz="900" b="0"/>
            </a:lvl1pPr>
            <a:lvl2pPr marL="336550" indent="-112713">
              <a:defRPr sz="900" b="0"/>
            </a:lvl2pPr>
            <a:lvl3pPr marL="685800" indent="-168275">
              <a:defRPr sz="900" b="0"/>
            </a:lvl3pPr>
            <a:lvl4pPr>
              <a:defRPr sz="900" b="0"/>
            </a:lvl4pPr>
            <a:lvl5pPr>
              <a:defRPr sz="900" b="0"/>
            </a:lvl5pPr>
          </a:lstStyle>
          <a:p>
            <a:pPr lvl="0"/>
            <a:r>
              <a:rPr lang="en-US" dirty="0"/>
              <a:t>Click to edit Master text styles</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2380733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ubtitle/Images">
    <p:spTree>
      <p:nvGrpSpPr>
        <p:cNvPr id="1" name=""/>
        <p:cNvGrpSpPr/>
        <p:nvPr/>
      </p:nvGrpSpPr>
      <p:grpSpPr>
        <a:xfrm>
          <a:off x="0" y="0"/>
          <a:ext cx="0" cy="0"/>
          <a:chOff x="0" y="0"/>
          <a:chExt cx="0" cy="0"/>
        </a:xfrm>
      </p:grpSpPr>
      <p:sp>
        <p:nvSpPr>
          <p:cNvPr id="8" name="Title"/>
          <p:cNvSpPr>
            <a:spLocks noGrp="1"/>
          </p:cNvSpPr>
          <p:nvPr>
            <p:ph type="title" hasCustomPrompt="1"/>
          </p:nvPr>
        </p:nvSpPr>
        <p:spPr>
          <a:xfrm>
            <a:off x="476843" y="475488"/>
            <a:ext cx="11241915" cy="1071533"/>
          </a:xfrm>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5769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1505492"/>
          </a:xfrm>
        </p:spPr>
        <p:txBody>
          <a:bodyPr/>
          <a:lstStyle>
            <a:lvl1pPr>
              <a:spcAft>
                <a:spcPts val="800"/>
              </a:spcAft>
              <a:defRPr sz="2400" b="0"/>
            </a:lvl1pPr>
            <a:lvl2pPr>
              <a:spcAft>
                <a:spcPts val="800"/>
              </a:spcAft>
              <a:defRPr sz="2400" b="0"/>
            </a:lvl2pPr>
            <a:lvl3pPr>
              <a:spcAft>
                <a:spcPts val="800"/>
              </a:spcAft>
              <a:defRPr sz="2400" b="0"/>
            </a:lvl3pPr>
          </a:lstStyle>
          <a:p>
            <a:pPr lvl="0"/>
            <a:r>
              <a:rPr lang="en-US" dirty="0"/>
              <a:t>First Level</a:t>
            </a:r>
          </a:p>
          <a:p>
            <a:pPr lvl="1"/>
            <a:r>
              <a:rPr lang="en-US" dirty="0"/>
              <a:t>Second level</a:t>
            </a:r>
          </a:p>
          <a:p>
            <a:pPr lvl="2"/>
            <a:r>
              <a:rPr lang="en-US" dirty="0"/>
              <a:t>Third level</a:t>
            </a:r>
          </a:p>
        </p:txBody>
      </p:sp>
      <p:sp>
        <p:nvSpPr>
          <p:cNvPr id="6" name="Content Placeholder 1">
            <a:extLst>
              <a:ext uri="{FF2B5EF4-FFF2-40B4-BE49-F238E27FC236}">
                <a16:creationId xmlns:a16="http://schemas.microsoft.com/office/drawing/2014/main" id="{B7E0CC24-A3CA-45F3-BF2B-B8EB09000563}"/>
              </a:ext>
            </a:extLst>
          </p:cNvPr>
          <p:cNvSpPr>
            <a:spLocks noGrp="1"/>
          </p:cNvSpPr>
          <p:nvPr>
            <p:ph idx="10" hasCustomPrompt="1"/>
          </p:nvPr>
        </p:nvSpPr>
        <p:spPr>
          <a:xfrm>
            <a:off x="476844" y="4310385"/>
            <a:ext cx="2563240" cy="2024480"/>
          </a:xfrm>
        </p:spPr>
        <p:txBody>
          <a:bodyPr/>
          <a:lstStyle>
            <a:lvl1pPr marL="0" indent="0" algn="ctr">
              <a:buNone/>
              <a:defRPr/>
            </a:lvl1pPr>
          </a:lstStyle>
          <a:p>
            <a:pPr lvl="0"/>
            <a:r>
              <a:rPr lang="en-US" dirty="0"/>
              <a:t>Insert here 1</a:t>
            </a:r>
          </a:p>
        </p:txBody>
      </p:sp>
      <p:sp>
        <p:nvSpPr>
          <p:cNvPr id="7" name="Content Placeholder 2">
            <a:extLst>
              <a:ext uri="{FF2B5EF4-FFF2-40B4-BE49-F238E27FC236}">
                <a16:creationId xmlns:a16="http://schemas.microsoft.com/office/drawing/2014/main" id="{0065DFA3-2F0A-45C7-8124-3D672EB9205A}"/>
              </a:ext>
            </a:extLst>
          </p:cNvPr>
          <p:cNvSpPr>
            <a:spLocks noGrp="1"/>
          </p:cNvSpPr>
          <p:nvPr>
            <p:ph idx="11" hasCustomPrompt="1"/>
          </p:nvPr>
        </p:nvSpPr>
        <p:spPr>
          <a:xfrm>
            <a:off x="3382488" y="4310385"/>
            <a:ext cx="2563240" cy="2024480"/>
          </a:xfrm>
        </p:spPr>
        <p:txBody>
          <a:bodyPr/>
          <a:lstStyle>
            <a:lvl1pPr marL="0" indent="0" algn="ctr">
              <a:buNone/>
              <a:defRPr/>
            </a:lvl1pPr>
          </a:lstStyle>
          <a:p>
            <a:pPr lvl="0"/>
            <a:r>
              <a:rPr lang="en-US" dirty="0"/>
              <a:t>Insert here 2</a:t>
            </a:r>
          </a:p>
        </p:txBody>
      </p:sp>
      <p:sp>
        <p:nvSpPr>
          <p:cNvPr id="9" name="Content Placeholder 3">
            <a:extLst>
              <a:ext uri="{FF2B5EF4-FFF2-40B4-BE49-F238E27FC236}">
                <a16:creationId xmlns:a16="http://schemas.microsoft.com/office/drawing/2014/main" id="{5EAAA4B2-2F70-4899-9014-89954C200D50}"/>
              </a:ext>
            </a:extLst>
          </p:cNvPr>
          <p:cNvSpPr>
            <a:spLocks noGrp="1"/>
          </p:cNvSpPr>
          <p:nvPr>
            <p:ph idx="13" hasCustomPrompt="1"/>
          </p:nvPr>
        </p:nvSpPr>
        <p:spPr>
          <a:xfrm>
            <a:off x="6281896" y="4319291"/>
            <a:ext cx="2563240" cy="2024480"/>
          </a:xfrm>
        </p:spPr>
        <p:txBody>
          <a:bodyPr/>
          <a:lstStyle>
            <a:lvl1pPr marL="0" indent="0" algn="ctr">
              <a:buNone/>
              <a:defRPr/>
            </a:lvl1pPr>
          </a:lstStyle>
          <a:p>
            <a:pPr lvl="0"/>
            <a:r>
              <a:rPr lang="en-US" dirty="0"/>
              <a:t>Insert here 3</a:t>
            </a:r>
          </a:p>
        </p:txBody>
      </p:sp>
      <p:sp>
        <p:nvSpPr>
          <p:cNvPr id="11" name="Content Placeholder 4">
            <a:extLst>
              <a:ext uri="{FF2B5EF4-FFF2-40B4-BE49-F238E27FC236}">
                <a16:creationId xmlns:a16="http://schemas.microsoft.com/office/drawing/2014/main" id="{138B1A98-C967-4B94-B1F7-E158393317F4}"/>
              </a:ext>
            </a:extLst>
          </p:cNvPr>
          <p:cNvSpPr>
            <a:spLocks noGrp="1"/>
          </p:cNvSpPr>
          <p:nvPr>
            <p:ph idx="15" hasCustomPrompt="1"/>
          </p:nvPr>
        </p:nvSpPr>
        <p:spPr>
          <a:xfrm>
            <a:off x="9151916" y="4319291"/>
            <a:ext cx="2563240" cy="2024480"/>
          </a:xfrm>
        </p:spPr>
        <p:txBody>
          <a:bodyPr/>
          <a:lstStyle>
            <a:lvl1pPr marL="0" indent="0" algn="ctr">
              <a:buNone/>
              <a:defRPr/>
            </a:lvl1pPr>
          </a:lstStyle>
          <a:p>
            <a:pPr lvl="0"/>
            <a:r>
              <a:rPr lang="en-US" dirty="0"/>
              <a:t>Insert here 4</a:t>
            </a:r>
          </a:p>
        </p:txBody>
      </p:sp>
    </p:spTree>
    <p:custDataLst>
      <p:tags r:id="rId1"/>
    </p:custDataLst>
    <p:extLst>
      <p:ext uri="{BB962C8B-B14F-4D97-AF65-F5344CB8AC3E}">
        <p14:creationId xmlns:p14="http://schemas.microsoft.com/office/powerpoint/2010/main" val="3888260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ulti Image/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1"/>
          <p:cNvSpPr>
            <a:spLocks noGrp="1"/>
          </p:cNvSpPr>
          <p:nvPr>
            <p:ph idx="1" hasCustomPrompt="1"/>
          </p:nvPr>
        </p:nvSpPr>
        <p:spPr>
          <a:xfrm>
            <a:off x="476844" y="1944375"/>
            <a:ext cx="2563240" cy="2024480"/>
          </a:xfrm>
        </p:spPr>
        <p:txBody>
          <a:bodyPr/>
          <a:lstStyle>
            <a:lvl1pPr marL="0" indent="0" algn="ctr">
              <a:buNone/>
              <a:defRPr/>
            </a:lvl1pPr>
          </a:lstStyle>
          <a:p>
            <a:pPr lvl="0"/>
            <a:r>
              <a:rPr lang="en-US" dirty="0"/>
              <a:t>Insert here 1</a:t>
            </a:r>
          </a:p>
        </p:txBody>
      </p:sp>
      <p:sp>
        <p:nvSpPr>
          <p:cNvPr id="15" name="Content Placeholder 2">
            <a:extLst>
              <a:ext uri="{FF2B5EF4-FFF2-40B4-BE49-F238E27FC236}">
                <a16:creationId xmlns:a16="http://schemas.microsoft.com/office/drawing/2014/main" id="{A951D41C-52EA-4F3C-BC8E-A9309F4EB627}"/>
              </a:ext>
            </a:extLst>
          </p:cNvPr>
          <p:cNvSpPr>
            <a:spLocks noGrp="1"/>
          </p:cNvSpPr>
          <p:nvPr>
            <p:ph idx="11" hasCustomPrompt="1"/>
          </p:nvPr>
        </p:nvSpPr>
        <p:spPr>
          <a:xfrm>
            <a:off x="3382488" y="1944375"/>
            <a:ext cx="2563240" cy="2024480"/>
          </a:xfrm>
        </p:spPr>
        <p:txBody>
          <a:bodyPr/>
          <a:lstStyle>
            <a:lvl1pPr marL="0" indent="0" algn="ctr">
              <a:buNone/>
              <a:defRPr/>
            </a:lvl1pPr>
          </a:lstStyle>
          <a:p>
            <a:pPr lvl="0"/>
            <a:r>
              <a:rPr lang="en-US" dirty="0"/>
              <a:t>Insert here 2</a:t>
            </a:r>
          </a:p>
        </p:txBody>
      </p:sp>
      <p:sp>
        <p:nvSpPr>
          <p:cNvPr id="17" name="Content Placeholder 3">
            <a:extLst>
              <a:ext uri="{FF2B5EF4-FFF2-40B4-BE49-F238E27FC236}">
                <a16:creationId xmlns:a16="http://schemas.microsoft.com/office/drawing/2014/main" id="{1CD2ACDE-E8DF-4B19-9DBB-017510EECF31}"/>
              </a:ext>
            </a:extLst>
          </p:cNvPr>
          <p:cNvSpPr>
            <a:spLocks noGrp="1"/>
          </p:cNvSpPr>
          <p:nvPr>
            <p:ph idx="13" hasCustomPrompt="1"/>
          </p:nvPr>
        </p:nvSpPr>
        <p:spPr>
          <a:xfrm>
            <a:off x="6281896" y="1953281"/>
            <a:ext cx="2563240" cy="2024480"/>
          </a:xfrm>
        </p:spPr>
        <p:txBody>
          <a:bodyPr/>
          <a:lstStyle>
            <a:lvl1pPr marL="0" indent="0" algn="ctr">
              <a:buNone/>
              <a:defRPr/>
            </a:lvl1pPr>
          </a:lstStyle>
          <a:p>
            <a:pPr lvl="0"/>
            <a:r>
              <a:rPr lang="en-US" dirty="0"/>
              <a:t>Insert here 3</a:t>
            </a:r>
          </a:p>
        </p:txBody>
      </p:sp>
      <p:sp>
        <p:nvSpPr>
          <p:cNvPr id="19" name="Content Placeholder 4">
            <a:extLst>
              <a:ext uri="{FF2B5EF4-FFF2-40B4-BE49-F238E27FC236}">
                <a16:creationId xmlns:a16="http://schemas.microsoft.com/office/drawing/2014/main" id="{F18F8C24-8F67-4A0C-8E2F-54E8026EAD00}"/>
              </a:ext>
            </a:extLst>
          </p:cNvPr>
          <p:cNvSpPr>
            <a:spLocks noGrp="1"/>
          </p:cNvSpPr>
          <p:nvPr>
            <p:ph idx="15" hasCustomPrompt="1"/>
          </p:nvPr>
        </p:nvSpPr>
        <p:spPr>
          <a:xfrm>
            <a:off x="9151916" y="1953281"/>
            <a:ext cx="2563240" cy="2024480"/>
          </a:xfrm>
        </p:spPr>
        <p:txBody>
          <a:bodyPr/>
          <a:lstStyle>
            <a:lvl1pPr marL="0" indent="0" algn="ctr">
              <a:buNone/>
              <a:defRPr/>
            </a:lvl1pPr>
          </a:lstStyle>
          <a:p>
            <a:pPr lvl="0"/>
            <a:r>
              <a:rPr lang="en-US" dirty="0"/>
              <a:t>Insert here 4</a:t>
            </a:r>
          </a:p>
        </p:txBody>
      </p:sp>
      <p:sp>
        <p:nvSpPr>
          <p:cNvPr id="9" name="Content Placeholder 5">
            <a:extLst>
              <a:ext uri="{FF2B5EF4-FFF2-40B4-BE49-F238E27FC236}">
                <a16:creationId xmlns:a16="http://schemas.microsoft.com/office/drawing/2014/main" id="{1950DDEC-E898-4F6D-A7F2-930A23B3C11F}"/>
              </a:ext>
            </a:extLst>
          </p:cNvPr>
          <p:cNvSpPr>
            <a:spLocks noGrp="1"/>
          </p:cNvSpPr>
          <p:nvPr>
            <p:ph idx="10" hasCustomPrompt="1"/>
          </p:nvPr>
        </p:nvSpPr>
        <p:spPr>
          <a:xfrm>
            <a:off x="476843" y="4128059"/>
            <a:ext cx="2563241" cy="2024480"/>
          </a:xfrm>
        </p:spPr>
        <p:txBody>
          <a:bodyPr/>
          <a:lstStyle>
            <a:lvl1pPr marL="0" indent="0" algn="ctr">
              <a:buNone/>
              <a:defRPr/>
            </a:lvl1pPr>
          </a:lstStyle>
          <a:p>
            <a:pPr lvl="0"/>
            <a:r>
              <a:rPr lang="en-US" dirty="0"/>
              <a:t>Insert here 5</a:t>
            </a:r>
          </a:p>
        </p:txBody>
      </p:sp>
      <p:sp>
        <p:nvSpPr>
          <p:cNvPr id="16" name="Content Placeholder 6">
            <a:extLst>
              <a:ext uri="{FF2B5EF4-FFF2-40B4-BE49-F238E27FC236}">
                <a16:creationId xmlns:a16="http://schemas.microsoft.com/office/drawing/2014/main" id="{B7548D5A-3DFF-4FF5-A587-74246B76C1A7}"/>
              </a:ext>
            </a:extLst>
          </p:cNvPr>
          <p:cNvSpPr>
            <a:spLocks noGrp="1"/>
          </p:cNvSpPr>
          <p:nvPr>
            <p:ph idx="12" hasCustomPrompt="1"/>
          </p:nvPr>
        </p:nvSpPr>
        <p:spPr>
          <a:xfrm>
            <a:off x="3382487" y="4128059"/>
            <a:ext cx="2563241" cy="2024480"/>
          </a:xfrm>
        </p:spPr>
        <p:txBody>
          <a:bodyPr/>
          <a:lstStyle>
            <a:lvl1pPr marL="0" indent="0" algn="ctr">
              <a:buNone/>
              <a:defRPr/>
            </a:lvl1pPr>
          </a:lstStyle>
          <a:p>
            <a:pPr lvl="0"/>
            <a:r>
              <a:rPr lang="en-US" dirty="0"/>
              <a:t>Insert here 6</a:t>
            </a:r>
          </a:p>
        </p:txBody>
      </p:sp>
      <p:sp>
        <p:nvSpPr>
          <p:cNvPr id="18" name="Content Placeholder 7">
            <a:extLst>
              <a:ext uri="{FF2B5EF4-FFF2-40B4-BE49-F238E27FC236}">
                <a16:creationId xmlns:a16="http://schemas.microsoft.com/office/drawing/2014/main" id="{A24E382A-7ED1-49CB-8053-85276CAEB9B2}"/>
              </a:ext>
            </a:extLst>
          </p:cNvPr>
          <p:cNvSpPr>
            <a:spLocks noGrp="1"/>
          </p:cNvSpPr>
          <p:nvPr>
            <p:ph idx="14" hasCustomPrompt="1"/>
          </p:nvPr>
        </p:nvSpPr>
        <p:spPr>
          <a:xfrm>
            <a:off x="6281895" y="4136965"/>
            <a:ext cx="2563241" cy="2024480"/>
          </a:xfrm>
        </p:spPr>
        <p:txBody>
          <a:bodyPr/>
          <a:lstStyle>
            <a:lvl1pPr marL="0" indent="0" algn="ctr">
              <a:buNone/>
              <a:defRPr/>
            </a:lvl1pPr>
          </a:lstStyle>
          <a:p>
            <a:pPr lvl="0"/>
            <a:r>
              <a:rPr lang="en-US" dirty="0"/>
              <a:t>Insert here 7</a:t>
            </a:r>
          </a:p>
        </p:txBody>
      </p:sp>
      <p:sp>
        <p:nvSpPr>
          <p:cNvPr id="20" name="Content Placeholder 8">
            <a:extLst>
              <a:ext uri="{FF2B5EF4-FFF2-40B4-BE49-F238E27FC236}">
                <a16:creationId xmlns:a16="http://schemas.microsoft.com/office/drawing/2014/main" id="{AC6187B3-59CD-4356-83E5-962B5ACC4AEB}"/>
              </a:ext>
            </a:extLst>
          </p:cNvPr>
          <p:cNvSpPr>
            <a:spLocks noGrp="1"/>
          </p:cNvSpPr>
          <p:nvPr>
            <p:ph idx="16" hasCustomPrompt="1"/>
          </p:nvPr>
        </p:nvSpPr>
        <p:spPr>
          <a:xfrm>
            <a:off x="9151915" y="4136965"/>
            <a:ext cx="2563241" cy="2024480"/>
          </a:xfrm>
        </p:spPr>
        <p:txBody>
          <a:bodyPr/>
          <a:lstStyle>
            <a:lvl1pPr marL="0" indent="0" algn="ctr">
              <a:buNone/>
              <a:defRPr/>
            </a:lvl1pPr>
          </a:lstStyle>
          <a:p>
            <a:pPr lvl="0"/>
            <a:r>
              <a:rPr lang="en-US" dirty="0"/>
              <a:t>Insert here 8</a:t>
            </a:r>
          </a:p>
        </p:txBody>
      </p:sp>
    </p:spTree>
    <p:custDataLst>
      <p:tags r:id="rId1"/>
    </p:custDataLst>
    <p:extLst>
      <p:ext uri="{BB962C8B-B14F-4D97-AF65-F5344CB8AC3E}">
        <p14:creationId xmlns:p14="http://schemas.microsoft.com/office/powerpoint/2010/main" val="295870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9" name="Content Placeholder"/>
          <p:cNvSpPr>
            <a:spLocks noGrp="1"/>
          </p:cNvSpPr>
          <p:nvPr>
            <p:ph sz="half" idx="2" hasCustomPrompt="1"/>
          </p:nvPr>
        </p:nvSpPr>
        <p:spPr>
          <a:xfrm>
            <a:off x="3624200" y="1825625"/>
            <a:ext cx="8090957" cy="435133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288072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Imag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6" name="Content Placeholder Bottom">
            <a:extLst>
              <a:ext uri="{FF2B5EF4-FFF2-40B4-BE49-F238E27FC236}">
                <a16:creationId xmlns:a16="http://schemas.microsoft.com/office/drawing/2014/main" id="{4003AB72-C071-4875-8D31-00FB47092143}"/>
              </a:ext>
            </a:extLst>
          </p:cNvPr>
          <p:cNvSpPr>
            <a:spLocks noGrp="1"/>
          </p:cNvSpPr>
          <p:nvPr>
            <p:ph sz="half" idx="15" hasCustomPrompt="1"/>
          </p:nvPr>
        </p:nvSpPr>
        <p:spPr>
          <a:xfrm>
            <a:off x="3624199" y="4136860"/>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728650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Imag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1217447"/>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4" name="Image Placeholder 2">
            <a:extLst>
              <a:ext uri="{FF2B5EF4-FFF2-40B4-BE49-F238E27FC236}">
                <a16:creationId xmlns:a16="http://schemas.microsoft.com/office/drawing/2014/main" id="{329BB347-70F5-49B3-A1D7-9C05C8ED5028}"/>
              </a:ext>
            </a:extLst>
          </p:cNvPr>
          <p:cNvSpPr>
            <a:spLocks noGrp="1"/>
          </p:cNvSpPr>
          <p:nvPr>
            <p:ph sz="half" idx="14" hasCustomPrompt="1"/>
          </p:nvPr>
        </p:nvSpPr>
        <p:spPr>
          <a:xfrm>
            <a:off x="479343" y="3207219"/>
            <a:ext cx="2875957" cy="121744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5" name="Content Placeholder Middle">
            <a:extLst>
              <a:ext uri="{FF2B5EF4-FFF2-40B4-BE49-F238E27FC236}">
                <a16:creationId xmlns:a16="http://schemas.microsoft.com/office/drawing/2014/main" id="{E344C337-1A6E-4BE6-8E9E-7076FBBEEFAC}"/>
              </a:ext>
            </a:extLst>
          </p:cNvPr>
          <p:cNvSpPr>
            <a:spLocks noGrp="1"/>
          </p:cNvSpPr>
          <p:nvPr>
            <p:ph sz="half" idx="15" hasCustomPrompt="1"/>
          </p:nvPr>
        </p:nvSpPr>
        <p:spPr>
          <a:xfrm>
            <a:off x="3626700" y="3207216"/>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6" name="Image Placeholder 3">
            <a:extLst>
              <a:ext uri="{FF2B5EF4-FFF2-40B4-BE49-F238E27FC236}">
                <a16:creationId xmlns:a16="http://schemas.microsoft.com/office/drawing/2014/main" id="{A70ED764-0931-4273-A125-CE2D6E0F8A8D}"/>
              </a:ext>
            </a:extLst>
          </p:cNvPr>
          <p:cNvSpPr>
            <a:spLocks noGrp="1"/>
          </p:cNvSpPr>
          <p:nvPr>
            <p:ph sz="half" idx="16" hasCustomPrompt="1"/>
          </p:nvPr>
        </p:nvSpPr>
        <p:spPr>
          <a:xfrm>
            <a:off x="479343" y="4631282"/>
            <a:ext cx="2875957" cy="1217447"/>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7" name="Content Placeholder Bottom">
            <a:extLst>
              <a:ext uri="{FF2B5EF4-FFF2-40B4-BE49-F238E27FC236}">
                <a16:creationId xmlns:a16="http://schemas.microsoft.com/office/drawing/2014/main" id="{1A924411-097F-4689-AC4D-9173B40A69F2}"/>
              </a:ext>
            </a:extLst>
          </p:cNvPr>
          <p:cNvSpPr>
            <a:spLocks noGrp="1"/>
          </p:cNvSpPr>
          <p:nvPr>
            <p:ph sz="half" idx="17" hasCustomPrompt="1"/>
          </p:nvPr>
        </p:nvSpPr>
        <p:spPr>
          <a:xfrm>
            <a:off x="3626700" y="4631279"/>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95082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Image/Four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899814"/>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1"/>
          <p:cNvSpPr>
            <a:spLocks noGrp="1"/>
          </p:cNvSpPr>
          <p:nvPr>
            <p:ph sz="half" idx="2" hasCustomPrompt="1"/>
          </p:nvPr>
        </p:nvSpPr>
        <p:spPr>
          <a:xfrm>
            <a:off x="3624200" y="182562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0" name="Image Placeholder 2">
            <a:extLst>
              <a:ext uri="{FF2B5EF4-FFF2-40B4-BE49-F238E27FC236}">
                <a16:creationId xmlns:a16="http://schemas.microsoft.com/office/drawing/2014/main" id="{02C25FD2-E251-4DC4-8F30-3EDA9A61D7DC}"/>
              </a:ext>
            </a:extLst>
          </p:cNvPr>
          <p:cNvSpPr>
            <a:spLocks noGrp="1"/>
          </p:cNvSpPr>
          <p:nvPr>
            <p:ph sz="half" idx="14" hasCustomPrompt="1"/>
          </p:nvPr>
        </p:nvSpPr>
        <p:spPr>
          <a:xfrm>
            <a:off x="476843" y="2941438"/>
            <a:ext cx="2875957" cy="899814"/>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1" name="Content Placeholder 2">
            <a:extLst>
              <a:ext uri="{FF2B5EF4-FFF2-40B4-BE49-F238E27FC236}">
                <a16:creationId xmlns:a16="http://schemas.microsoft.com/office/drawing/2014/main" id="{6FFE322F-E595-4582-997C-0A06F238C8D3}"/>
              </a:ext>
            </a:extLst>
          </p:cNvPr>
          <p:cNvSpPr>
            <a:spLocks noGrp="1"/>
          </p:cNvSpPr>
          <p:nvPr>
            <p:ph sz="half" idx="15" hasCustomPrompt="1"/>
          </p:nvPr>
        </p:nvSpPr>
        <p:spPr>
          <a:xfrm>
            <a:off x="3624200" y="294143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2" name="Image Placeholder 3">
            <a:extLst>
              <a:ext uri="{FF2B5EF4-FFF2-40B4-BE49-F238E27FC236}">
                <a16:creationId xmlns:a16="http://schemas.microsoft.com/office/drawing/2014/main" id="{647E63CA-E745-4DE2-B25A-D398F113EFA6}"/>
              </a:ext>
            </a:extLst>
          </p:cNvPr>
          <p:cNvSpPr>
            <a:spLocks noGrp="1"/>
          </p:cNvSpPr>
          <p:nvPr>
            <p:ph sz="half" idx="16" hasCustomPrompt="1"/>
          </p:nvPr>
        </p:nvSpPr>
        <p:spPr>
          <a:xfrm>
            <a:off x="480444" y="4065961"/>
            <a:ext cx="2875957" cy="899814"/>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3" name="Content Placeholder 3">
            <a:extLst>
              <a:ext uri="{FF2B5EF4-FFF2-40B4-BE49-F238E27FC236}">
                <a16:creationId xmlns:a16="http://schemas.microsoft.com/office/drawing/2014/main" id="{EFE66096-5B65-4DD6-9AD6-9E55675E34CD}"/>
              </a:ext>
            </a:extLst>
          </p:cNvPr>
          <p:cNvSpPr>
            <a:spLocks noGrp="1"/>
          </p:cNvSpPr>
          <p:nvPr>
            <p:ph sz="half" idx="17" hasCustomPrompt="1"/>
          </p:nvPr>
        </p:nvSpPr>
        <p:spPr>
          <a:xfrm>
            <a:off x="3627801" y="406595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4" name="Image Placeholder 4">
            <a:extLst>
              <a:ext uri="{FF2B5EF4-FFF2-40B4-BE49-F238E27FC236}">
                <a16:creationId xmlns:a16="http://schemas.microsoft.com/office/drawing/2014/main" id="{765390A9-B975-43C8-86E6-45E636A649C5}"/>
              </a:ext>
            </a:extLst>
          </p:cNvPr>
          <p:cNvSpPr>
            <a:spLocks noGrp="1"/>
          </p:cNvSpPr>
          <p:nvPr>
            <p:ph sz="half" idx="18" hasCustomPrompt="1"/>
          </p:nvPr>
        </p:nvSpPr>
        <p:spPr>
          <a:xfrm>
            <a:off x="480444" y="5181771"/>
            <a:ext cx="2875957" cy="899814"/>
          </a:xfrm>
        </p:spPr>
        <p:txBody>
          <a:bodyPr/>
          <a:lstStyle>
            <a:lvl1pPr marL="0" indent="0" algn="l">
              <a:buNone/>
              <a:defRPr/>
            </a:lvl1pPr>
            <a:lvl2pPr marL="457200" indent="0">
              <a:buNone/>
              <a:defRPr/>
            </a:lvl2pPr>
            <a:lvl3pPr marL="914400" indent="0">
              <a:buNone/>
              <a:defRPr/>
            </a:lvl3pPr>
          </a:lstStyle>
          <a:p>
            <a:pPr lvl="0"/>
            <a:r>
              <a:rPr lang="en-US" dirty="0"/>
              <a:t>Image 4</a:t>
            </a:r>
          </a:p>
        </p:txBody>
      </p:sp>
      <p:sp>
        <p:nvSpPr>
          <p:cNvPr id="15" name="Content Placeholder 4">
            <a:extLst>
              <a:ext uri="{FF2B5EF4-FFF2-40B4-BE49-F238E27FC236}">
                <a16:creationId xmlns:a16="http://schemas.microsoft.com/office/drawing/2014/main" id="{04B6F74B-2775-4949-A70C-BCBBFE20C3A2}"/>
              </a:ext>
            </a:extLst>
          </p:cNvPr>
          <p:cNvSpPr>
            <a:spLocks noGrp="1"/>
          </p:cNvSpPr>
          <p:nvPr>
            <p:ph sz="half" idx="19" hasCustomPrompt="1"/>
          </p:nvPr>
        </p:nvSpPr>
        <p:spPr>
          <a:xfrm>
            <a:off x="3627801" y="518176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Tree>
    <p:custDataLst>
      <p:tags r:id="rId1"/>
    </p:custDataLst>
    <p:extLst>
      <p:ext uri="{BB962C8B-B14F-4D97-AF65-F5344CB8AC3E}">
        <p14:creationId xmlns:p14="http://schemas.microsoft.com/office/powerpoint/2010/main" val="2645674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34EF16C-F8E9-4C74-8268-011BE18366AF}"/>
              </a:ext>
              <a:ext uri="{C183D7F6-B498-43B3-948B-1728B52AA6E4}">
                <adec:decorative xmlns:adec="http://schemas.microsoft.com/office/drawing/2017/decorative" val="1"/>
              </a:ext>
            </a:extLst>
          </p:cNvPr>
          <p:cNvSpPr/>
          <p:nvPr userDrawn="1"/>
        </p:nvSpPr>
        <p:spPr>
          <a:xfrm>
            <a:off x="0" y="6176963"/>
            <a:ext cx="12192000" cy="6810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p:cNvSpPr>
            <a:spLocks noGrp="1"/>
          </p:cNvSpPr>
          <p:nvPr>
            <p:ph type="title"/>
          </p:nvPr>
        </p:nvSpPr>
        <p:spPr>
          <a:xfrm>
            <a:off x="476843" y="473245"/>
            <a:ext cx="11241915" cy="1217447"/>
          </a:xfrm>
          <a:prstGeom prst="rect">
            <a:avLst/>
          </a:prstGeom>
        </p:spPr>
        <p:txBody>
          <a:bodyPr vert="horz" lIns="91440" tIns="45720" rIns="91440" bIns="45720" rtlCol="0" anchor="t">
            <a:noAutofit/>
          </a:bodyPr>
          <a:lstStyle/>
          <a:p>
            <a:r>
              <a:rPr lang="en-US" dirty="0"/>
              <a:t>Slide Title</a:t>
            </a:r>
            <a:br>
              <a:rPr lang="en-US" dirty="0"/>
            </a:br>
            <a:endParaRPr lang="en-US" dirty="0"/>
          </a:p>
        </p:txBody>
      </p:sp>
      <p:sp>
        <p:nvSpPr>
          <p:cNvPr id="3" name="Text Placeholder 2"/>
          <p:cNvSpPr>
            <a:spLocks noGrp="1"/>
          </p:cNvSpPr>
          <p:nvPr>
            <p:ph type="body" idx="1"/>
          </p:nvPr>
        </p:nvSpPr>
        <p:spPr>
          <a:xfrm>
            <a:off x="476843" y="1825625"/>
            <a:ext cx="11241915" cy="4351338"/>
          </a:xfrm>
          <a:prstGeom prst="rect">
            <a:avLst/>
          </a:prstGeom>
        </p:spPr>
        <p:txBody>
          <a:bodyPr vert="horz" lIns="91440" tIns="45720" rIns="91440" bIns="45720" rtlCol="0">
            <a:noAutofit/>
          </a:bodyPr>
          <a:lstStyle/>
          <a:p>
            <a:pPr lvl="0"/>
            <a:r>
              <a:rPr lang="en-US" dirty="0"/>
              <a:t>First Level</a:t>
            </a:r>
          </a:p>
          <a:p>
            <a:pPr lvl="1"/>
            <a:r>
              <a:rPr lang="en-US" dirty="0"/>
              <a:t>Second level</a:t>
            </a:r>
          </a:p>
          <a:p>
            <a:pPr lvl="2"/>
            <a:r>
              <a:rPr lang="en-US" dirty="0"/>
              <a:t>Third level</a:t>
            </a:r>
          </a:p>
          <a:p>
            <a:pPr lvl="3"/>
            <a:r>
              <a:rPr lang="en-US" dirty="0"/>
              <a:t>Fourth Level</a:t>
            </a:r>
          </a:p>
        </p:txBody>
      </p:sp>
      <p:sp>
        <p:nvSpPr>
          <p:cNvPr id="8" name="Copyright">
            <a:extLst>
              <a:ext uri="{FF2B5EF4-FFF2-40B4-BE49-F238E27FC236}">
                <a16:creationId xmlns:a16="http://schemas.microsoft.com/office/drawing/2014/main" id="{0E6636BF-D3CC-4DFC-A057-41CF18719446}"/>
              </a:ext>
              <a:ext uri="{C183D7F6-B498-43B3-948B-1728B52AA6E4}">
                <adec:decorative xmlns:adec="http://schemas.microsoft.com/office/drawing/2017/decorative" val="1"/>
              </a:ext>
            </a:extLst>
          </p:cNvPr>
          <p:cNvSpPr txBox="1"/>
          <p:nvPr userDrawn="1"/>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
        <p:nvSpPr>
          <p:cNvPr id="7" name="Slide Number Placeholder 5">
            <a:extLst>
              <a:ext uri="{FF2B5EF4-FFF2-40B4-BE49-F238E27FC236}">
                <a16:creationId xmlns:a16="http://schemas.microsoft.com/office/drawing/2014/main" id="{DF3CEB08-7511-4ACD-A0D7-6D08EF1B42A9}"/>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4"/>
    </p:custDataLst>
    <p:extLst>
      <p:ext uri="{BB962C8B-B14F-4D97-AF65-F5344CB8AC3E}">
        <p14:creationId xmlns:p14="http://schemas.microsoft.com/office/powerpoint/2010/main" val="682046013"/>
      </p:ext>
    </p:extLst>
  </p:cSld>
  <p:clrMap bg1="lt1" tx1="dk1" bg2="lt2" tx2="dk2" accent1="accent1" accent2="accent2" accent3="accent3" accent4="accent4" accent5="accent5" accent6="accent6" hlink="hlink" folHlink="folHlink"/>
  <p:sldLayoutIdLst>
    <p:sldLayoutId id="2147483765" r:id="rId1"/>
    <p:sldLayoutId id="2147483763" r:id="rId2"/>
    <p:sldLayoutId id="2147483753" r:id="rId3"/>
    <p:sldLayoutId id="2147483728" r:id="rId4"/>
    <p:sldLayoutId id="2147483736" r:id="rId5"/>
    <p:sldLayoutId id="2147483729" r:id="rId6"/>
    <p:sldLayoutId id="2147483760" r:id="rId7"/>
    <p:sldLayoutId id="2147483730" r:id="rId8"/>
    <p:sldLayoutId id="2147483732" r:id="rId9"/>
    <p:sldLayoutId id="2147483761" r:id="rId10"/>
    <p:sldLayoutId id="2147483737" r:id="rId11"/>
    <p:sldLayoutId id="2147483762" r:id="rId12"/>
  </p:sldLayoutIdLst>
  <p:hf hdr="0" ftr="0" dt="0"/>
  <p:txStyles>
    <p:title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nt0xqeHmWBY"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3.xml"/><Relationship Id="rId1" Type="http://schemas.openxmlformats.org/officeDocument/2006/relationships/video" Target="https://www.youtube.com/embed/nt0xqeHmWBY?feature=oembed" TargetMode="External"/><Relationship Id="rId4" Type="http://schemas.openxmlformats.org/officeDocument/2006/relationships/image" Target="../media/image10.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966DE8-7575-4696-B84F-B4DD0C822D6A}"/>
              </a:ext>
            </a:extLst>
          </p:cNvPr>
          <p:cNvSpPr>
            <a:spLocks noGrp="1"/>
          </p:cNvSpPr>
          <p:nvPr>
            <p:ph type="ctrTitle"/>
          </p:nvPr>
        </p:nvSpPr>
        <p:spPr/>
        <p:txBody>
          <a:bodyPr/>
          <a:lstStyle/>
          <a:p>
            <a:r>
              <a:rPr lang="en-US" dirty="0"/>
              <a:t>Guide to Networking Essentials, 9e</a:t>
            </a:r>
          </a:p>
        </p:txBody>
      </p:sp>
      <p:sp>
        <p:nvSpPr>
          <p:cNvPr id="4" name="Subtitle 3">
            <a:extLst>
              <a:ext uri="{FF2B5EF4-FFF2-40B4-BE49-F238E27FC236}">
                <a16:creationId xmlns:a16="http://schemas.microsoft.com/office/drawing/2014/main" id="{81DDBEBE-99BA-45B9-B4E5-D18D90F7A983}"/>
              </a:ext>
            </a:extLst>
          </p:cNvPr>
          <p:cNvSpPr>
            <a:spLocks noGrp="1"/>
          </p:cNvSpPr>
          <p:nvPr>
            <p:ph type="subTitle" idx="1"/>
          </p:nvPr>
        </p:nvSpPr>
        <p:spPr/>
        <p:txBody>
          <a:bodyPr/>
          <a:lstStyle/>
          <a:p>
            <a:r>
              <a:rPr lang="en-US" dirty="0"/>
              <a:t>Chapter 1: Introduction to Computer Networks</a:t>
            </a:r>
          </a:p>
        </p:txBody>
      </p:sp>
      <p:sp>
        <p:nvSpPr>
          <p:cNvPr id="6" name="Copyright">
            <a:extLst>
              <a:ext uri="{FF2B5EF4-FFF2-40B4-BE49-F238E27FC236}">
                <a16:creationId xmlns:a16="http://schemas.microsoft.com/office/drawing/2014/main" id="{8CA6B67B-9490-477D-A112-06C22B6F8640}"/>
              </a:ext>
              <a:ext uri="{C183D7F6-B498-43B3-948B-1728B52AA6E4}">
                <adec:decorative xmlns:adec="http://schemas.microsoft.com/office/drawing/2017/decorative" val="1"/>
              </a:ext>
            </a:extLst>
          </p:cNvPr>
          <p:cNvSpPr txBox="1"/>
          <p:nvPr/>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
        <p:nvSpPr>
          <p:cNvPr id="16"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3739356" y="808037"/>
            <a:ext cx="4713288" cy="5241925"/>
          </a:xfrm>
          <a:prstGeom prst="rect">
            <a:avLst/>
          </a:prstGeom>
        </p:spPr>
        <p:txBody>
          <a:bodyPr vert="horz" lIns="91440" tIns="45720" rIns="91440" bIns="45720" rtlCol="0">
            <a:noAutofit/>
          </a:bodyPr>
          <a:lstStyle/>
          <a:p>
            <a:endParaRPr lang="en-US" dirty="0"/>
          </a:p>
        </p:txBody>
      </p:sp>
      <p:sp>
        <p:nvSpPr>
          <p:cNvPr id="17"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441278" y="551591"/>
            <a:ext cx="4713288" cy="5241925"/>
          </a:xfrm>
          <a:prstGeom prst="rect">
            <a:avLst/>
          </a:prstGeom>
        </p:spPr>
        <p:txBody>
          <a:bodyPr vert="horz" lIns="91440" tIns="45720" rIns="91440" bIns="45720" rtlCol="0">
            <a:noAutofit/>
          </a:bodyPr>
          <a:lstStyle/>
          <a:p>
            <a:endParaRPr lang="en-US" dirty="0"/>
          </a:p>
        </p:txBody>
      </p:sp>
      <p:sp>
        <p:nvSpPr>
          <p:cNvPr id="19"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562929" y="815765"/>
            <a:ext cx="4713288" cy="5241925"/>
          </a:xfrm>
          <a:prstGeom prst="rect">
            <a:avLst/>
          </a:prstGeom>
        </p:spPr>
        <p:txBody>
          <a:bodyPr vert="horz" lIns="91440" tIns="45720" rIns="91440" bIns="45720" rtlCol="0">
            <a:noAutofit/>
          </a:bodyPr>
          <a:lstStyle/>
          <a:p>
            <a:endParaRPr lang="en-US" dirty="0"/>
          </a:p>
        </p:txBody>
      </p:sp>
      <p:pic>
        <p:nvPicPr>
          <p:cNvPr id="5" name="Picture 4" descr="A cover of Guide to Networking Essentials, 9e">
            <a:extLst>
              <a:ext uri="{FF2B5EF4-FFF2-40B4-BE49-F238E27FC236}">
                <a16:creationId xmlns:a16="http://schemas.microsoft.com/office/drawing/2014/main" id="{445E8160-B61E-82F6-AB25-AC1CFE0F99E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83509" y="543863"/>
            <a:ext cx="3935761" cy="5040263"/>
          </a:xfrm>
          <a:prstGeom prst="rect">
            <a:avLst/>
          </a:prstGeom>
        </p:spPr>
      </p:pic>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217DBF9-742E-4F7F-85EB-9E45A7F45B37}"/>
              </a:ext>
            </a:extLst>
          </p:cNvPr>
          <p:cNvSpPr>
            <a:spLocks noGrp="1"/>
          </p:cNvSpPr>
          <p:nvPr>
            <p:ph type="title"/>
          </p:nvPr>
        </p:nvSpPr>
        <p:spPr/>
        <p:txBody>
          <a:bodyPr/>
          <a:lstStyle/>
          <a:p>
            <a:r>
              <a:rPr lang="en-US" dirty="0"/>
              <a:t>Icebreaker: Interview Simulation</a:t>
            </a:r>
          </a:p>
        </p:txBody>
      </p:sp>
      <p:sp>
        <p:nvSpPr>
          <p:cNvPr id="10" name="Content Placeholder 9">
            <a:extLst>
              <a:ext uri="{FF2B5EF4-FFF2-40B4-BE49-F238E27FC236}">
                <a16:creationId xmlns:a16="http://schemas.microsoft.com/office/drawing/2014/main" id="{DDAE1AFE-9B48-43B4-983D-10FCC8293ABC}"/>
              </a:ext>
            </a:extLst>
          </p:cNvPr>
          <p:cNvSpPr>
            <a:spLocks noGrp="1"/>
          </p:cNvSpPr>
          <p:nvPr>
            <p:ph idx="1"/>
          </p:nvPr>
        </p:nvSpPr>
        <p:spPr>
          <a:xfrm>
            <a:off x="476843" y="1488741"/>
            <a:ext cx="11241915" cy="4351338"/>
          </a:xfrm>
        </p:spPr>
        <p:txBody>
          <a:bodyPr vert="horz" lIns="91440" tIns="45720" rIns="91440" bIns="45720" rtlCol="0" anchor="t">
            <a:noAutofit/>
          </a:bodyPr>
          <a:lstStyle/>
          <a:p>
            <a:pPr marL="457200" indent="-457200">
              <a:buAutoNum type="arabicPeriod"/>
            </a:pPr>
            <a:r>
              <a:rPr lang="en-US" dirty="0"/>
              <a:t>The class will be broken up into pairs of students.</a:t>
            </a:r>
          </a:p>
          <a:p>
            <a:pPr marL="457200" indent="-457200">
              <a:buAutoNum type="arabicPeriod"/>
            </a:pPr>
            <a:r>
              <a:rPr lang="en-US" dirty="0"/>
              <a:t>Each pair of students will interview each other to discover interesting or unusual facts.</a:t>
            </a:r>
          </a:p>
          <a:p>
            <a:pPr marL="457200" indent="-457200">
              <a:buAutoNum type="arabicPeriod"/>
            </a:pPr>
            <a:r>
              <a:rPr lang="en-US" dirty="0"/>
              <a:t>Then each pair will introduce each other to the class.</a:t>
            </a:r>
          </a:p>
          <a:p>
            <a:pPr marL="457200" indent="-457200">
              <a:buAutoNum type="arabicPeriod"/>
            </a:pPr>
            <a:r>
              <a:rPr lang="en-US" dirty="0"/>
              <a:t>Think about connecting a story from your personal experiences to topics that are relevant to this course.</a:t>
            </a:r>
          </a:p>
        </p:txBody>
      </p:sp>
    </p:spTree>
    <p:custDataLst>
      <p:tags r:id="rId1"/>
    </p:custDataLst>
    <p:extLst>
      <p:ext uri="{BB962C8B-B14F-4D97-AF65-F5344CB8AC3E}">
        <p14:creationId xmlns:p14="http://schemas.microsoft.com/office/powerpoint/2010/main" val="497835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2ADF6-643B-423B-BFFA-CEBACE66A152}"/>
              </a:ext>
            </a:extLst>
          </p:cNvPr>
          <p:cNvSpPr>
            <a:spLocks noGrp="1"/>
          </p:cNvSpPr>
          <p:nvPr>
            <p:ph type="title"/>
          </p:nvPr>
        </p:nvSpPr>
        <p:spPr/>
        <p:txBody>
          <a:bodyPr/>
          <a:lstStyle/>
          <a:p>
            <a:r>
              <a:rPr lang="en-US" dirty="0"/>
              <a:t>Chapter Objectives</a:t>
            </a:r>
          </a:p>
        </p:txBody>
      </p:sp>
      <p:sp>
        <p:nvSpPr>
          <p:cNvPr id="3" name="Content Placeholder 2">
            <a:extLst>
              <a:ext uri="{FF2B5EF4-FFF2-40B4-BE49-F238E27FC236}">
                <a16:creationId xmlns:a16="http://schemas.microsoft.com/office/drawing/2014/main" id="{5654B1CF-B9D3-4962-AD19-D9C1AB18881D}"/>
              </a:ext>
            </a:extLst>
          </p:cNvPr>
          <p:cNvSpPr>
            <a:spLocks noGrp="1"/>
          </p:cNvSpPr>
          <p:nvPr>
            <p:ph idx="1"/>
          </p:nvPr>
        </p:nvSpPr>
        <p:spPr>
          <a:xfrm>
            <a:off x="476843" y="1308270"/>
            <a:ext cx="11241915" cy="4351338"/>
          </a:xfrm>
        </p:spPr>
        <p:txBody>
          <a:bodyPr/>
          <a:lstStyle/>
          <a:p>
            <a:pPr marL="0" indent="0">
              <a:buNone/>
            </a:pPr>
            <a:r>
              <a:rPr lang="en-US" sz="2800" dirty="0"/>
              <a:t>By the end of this chapter, you should be able to:</a:t>
            </a:r>
          </a:p>
          <a:p>
            <a:pPr marL="457200" indent="-457200">
              <a:buFont typeface="+mj-lt"/>
              <a:buAutoNum type="arabicPeriod"/>
            </a:pPr>
            <a:r>
              <a:rPr lang="en-US" altLang="zh-CN" sz="2800" dirty="0"/>
              <a:t>Describe basic computer concepts, components, and operation</a:t>
            </a:r>
          </a:p>
          <a:p>
            <a:pPr marL="457200" indent="-457200">
              <a:buFont typeface="+mj-lt"/>
              <a:buAutoNum type="arabicPeriod"/>
            </a:pPr>
            <a:r>
              <a:rPr lang="en-US" altLang="zh-CN" sz="2800" dirty="0"/>
              <a:t>Explain the fundamentals of network communication</a:t>
            </a:r>
          </a:p>
          <a:p>
            <a:pPr marL="457200" indent="-457200">
              <a:buFont typeface="+mj-lt"/>
              <a:buAutoNum type="arabicPeriod"/>
            </a:pPr>
            <a:r>
              <a:rPr lang="en-US" altLang="zh-CN" sz="2800" dirty="0"/>
              <a:t>Define common networking terms</a:t>
            </a:r>
          </a:p>
          <a:p>
            <a:pPr marL="457200" indent="-457200">
              <a:buFont typeface="+mj-lt"/>
              <a:buAutoNum type="arabicPeriod"/>
            </a:pPr>
            <a:r>
              <a:rPr lang="en-US" altLang="zh-CN" sz="2800" dirty="0"/>
              <a:t>Compare different network models</a:t>
            </a:r>
          </a:p>
          <a:p>
            <a:pPr marL="457200" indent="-457200">
              <a:buAutoNum type="arabicPeriod"/>
            </a:pPr>
            <a:endParaRPr lang="en-US" sz="2800" dirty="0"/>
          </a:p>
        </p:txBody>
      </p:sp>
    </p:spTree>
    <p:extLst>
      <p:ext uri="{BB962C8B-B14F-4D97-AF65-F5344CB8AC3E}">
        <p14:creationId xmlns:p14="http://schemas.microsoft.com/office/powerpoint/2010/main" val="3724899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60EA5-4A24-1796-8E92-D98FE1522617}"/>
              </a:ext>
            </a:extLst>
          </p:cNvPr>
          <p:cNvSpPr>
            <a:spLocks noGrp="1"/>
          </p:cNvSpPr>
          <p:nvPr>
            <p:ph type="title"/>
          </p:nvPr>
        </p:nvSpPr>
        <p:spPr/>
        <p:txBody>
          <a:bodyPr/>
          <a:lstStyle/>
          <a:p>
            <a:r>
              <a:rPr lang="en-US" dirty="0"/>
              <a:t>An Overview of Computer Concepts</a:t>
            </a:r>
          </a:p>
        </p:txBody>
      </p:sp>
      <p:sp>
        <p:nvSpPr>
          <p:cNvPr id="3" name="Content Placeholder 2">
            <a:extLst>
              <a:ext uri="{FF2B5EF4-FFF2-40B4-BE49-F238E27FC236}">
                <a16:creationId xmlns:a16="http://schemas.microsoft.com/office/drawing/2014/main" id="{4C3ADB5E-7546-1D3F-0E2E-620688DAA957}"/>
              </a:ext>
            </a:extLst>
          </p:cNvPr>
          <p:cNvSpPr>
            <a:spLocks noGrp="1"/>
          </p:cNvSpPr>
          <p:nvPr>
            <p:ph idx="1"/>
          </p:nvPr>
        </p:nvSpPr>
        <p:spPr>
          <a:xfrm>
            <a:off x="476843" y="1344361"/>
            <a:ext cx="11241915" cy="4351338"/>
          </a:xfrm>
        </p:spPr>
        <p:txBody>
          <a:bodyPr/>
          <a:lstStyle/>
          <a:p>
            <a:r>
              <a:rPr lang="en-US" dirty="0"/>
              <a:t>Most devices found on networks are </a:t>
            </a:r>
            <a:r>
              <a:rPr lang="en-US" b="1" dirty="0"/>
              <a:t>workstations and network servers</a:t>
            </a:r>
          </a:p>
          <a:p>
            <a:pPr lvl="1"/>
            <a:r>
              <a:rPr lang="en-US" dirty="0"/>
              <a:t>It also includes </a:t>
            </a:r>
            <a:r>
              <a:rPr lang="en-US" b="1" dirty="0"/>
              <a:t>routers</a:t>
            </a:r>
            <a:r>
              <a:rPr lang="en-US" dirty="0"/>
              <a:t> and </a:t>
            </a:r>
            <a:r>
              <a:rPr lang="en-US" b="1" dirty="0"/>
              <a:t>switches</a:t>
            </a:r>
            <a:r>
              <a:rPr lang="en-US" dirty="0"/>
              <a:t>, which are specialized computers used to move data from computer to computer and network to network</a:t>
            </a:r>
          </a:p>
          <a:p>
            <a:r>
              <a:rPr lang="en-US" b="1" dirty="0"/>
              <a:t>Nontraditional</a:t>
            </a:r>
            <a:r>
              <a:rPr lang="en-US" dirty="0"/>
              <a:t> computers include:</a:t>
            </a:r>
          </a:p>
          <a:p>
            <a:pPr lvl="1"/>
            <a:r>
              <a:rPr lang="en-US" dirty="0"/>
              <a:t>Smartphones, smart watches, home assistants like Amazon Echo and Google Home, and smart “things” such as appliances, and thermostats</a:t>
            </a:r>
          </a:p>
          <a:p>
            <a:pPr lvl="1"/>
            <a:r>
              <a:rPr lang="en-US" dirty="0"/>
              <a:t>Smart things are collectively referred to as </a:t>
            </a:r>
            <a:r>
              <a:rPr lang="en-US" b="1" dirty="0"/>
              <a:t>Internet of Things </a:t>
            </a:r>
            <a:r>
              <a:rPr lang="en-US" dirty="0"/>
              <a:t>(</a:t>
            </a:r>
            <a:r>
              <a:rPr lang="en-US" b="1" dirty="0"/>
              <a:t>IoT</a:t>
            </a:r>
            <a:r>
              <a:rPr lang="en-US" dirty="0"/>
              <a:t>) devices</a:t>
            </a:r>
          </a:p>
          <a:p>
            <a:endParaRPr lang="en-US" dirty="0"/>
          </a:p>
        </p:txBody>
      </p:sp>
    </p:spTree>
    <p:extLst>
      <p:ext uri="{BB962C8B-B14F-4D97-AF65-F5344CB8AC3E}">
        <p14:creationId xmlns:p14="http://schemas.microsoft.com/office/powerpoint/2010/main" val="810170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44154-EA74-333D-45DA-B5B33EDE6C91}"/>
              </a:ext>
            </a:extLst>
          </p:cNvPr>
          <p:cNvSpPr>
            <a:spLocks noGrp="1"/>
          </p:cNvSpPr>
          <p:nvPr>
            <p:ph type="title"/>
          </p:nvPr>
        </p:nvSpPr>
        <p:spPr/>
        <p:txBody>
          <a:bodyPr/>
          <a:lstStyle/>
          <a:p>
            <a:r>
              <a:rPr lang="en-US" dirty="0"/>
              <a:t>Basic Functions of a Computer</a:t>
            </a:r>
          </a:p>
        </p:txBody>
      </p:sp>
      <p:sp>
        <p:nvSpPr>
          <p:cNvPr id="3" name="Content Placeholder 2">
            <a:extLst>
              <a:ext uri="{FF2B5EF4-FFF2-40B4-BE49-F238E27FC236}">
                <a16:creationId xmlns:a16="http://schemas.microsoft.com/office/drawing/2014/main" id="{D322D3B2-BBFB-C638-2010-1DF8FA8F2C98}"/>
              </a:ext>
            </a:extLst>
          </p:cNvPr>
          <p:cNvSpPr>
            <a:spLocks noGrp="1"/>
          </p:cNvSpPr>
          <p:nvPr>
            <p:ph idx="1"/>
          </p:nvPr>
        </p:nvSpPr>
        <p:spPr>
          <a:xfrm>
            <a:off x="476843" y="1272171"/>
            <a:ext cx="11241915" cy="4190982"/>
          </a:xfrm>
        </p:spPr>
        <p:txBody>
          <a:bodyPr/>
          <a:lstStyle/>
          <a:p>
            <a:r>
              <a:rPr lang="en-US" altLang="en-US" dirty="0"/>
              <a:t>A computer’s functions can be broken down into the following tasks:</a:t>
            </a:r>
          </a:p>
          <a:p>
            <a:pPr lvl="1"/>
            <a:r>
              <a:rPr lang="en-US" altLang="en-US" b="1" dirty="0"/>
              <a:t>Input</a:t>
            </a:r>
            <a:r>
              <a:rPr lang="en-US" altLang="en-US" dirty="0"/>
              <a:t>: A user types the letter ‘A’ on the keyboard, which results in sending a code representing the letter ‘A’ to the computer</a:t>
            </a:r>
          </a:p>
          <a:p>
            <a:pPr lvl="1"/>
            <a:r>
              <a:rPr lang="en-US" altLang="en-US" b="1" dirty="0"/>
              <a:t>Processing</a:t>
            </a:r>
            <a:r>
              <a:rPr lang="en-US" altLang="en-US" dirty="0"/>
              <a:t>: The computer’s CPU determines what letter was typed by looking up the keyboard code in a table</a:t>
            </a:r>
          </a:p>
          <a:p>
            <a:pPr lvl="1"/>
            <a:r>
              <a:rPr lang="en-US" altLang="en-US" b="1" dirty="0"/>
              <a:t>Output</a:t>
            </a:r>
            <a:r>
              <a:rPr lang="en-US" altLang="en-US" dirty="0"/>
              <a:t>: The CPU sends instructions to the graphics cards to display the letter ‘A’, which is then sent to the computer monitor</a:t>
            </a:r>
          </a:p>
          <a:p>
            <a:r>
              <a:rPr lang="en-US" altLang="zh-CN" dirty="0"/>
              <a:t>Some computer components are designed to perform only one of these three functions</a:t>
            </a:r>
            <a:endParaRPr lang="zh-CN" altLang="en-US" dirty="0"/>
          </a:p>
          <a:p>
            <a:pPr marL="0" indent="0">
              <a:buNone/>
            </a:pPr>
            <a:r>
              <a:rPr lang="en-US" dirty="0">
                <a:hlinkClick r:id="rId2"/>
              </a:rPr>
              <a:t>https://www.yout-ube.com/watch?v=nt0xqeHmWBY</a:t>
            </a:r>
            <a:r>
              <a:rPr lang="en-US" dirty="0"/>
              <a:t>   </a:t>
            </a:r>
            <a:r>
              <a:rPr lang="en-US" sz="1800" dirty="0"/>
              <a:t>(Intro to Networking)</a:t>
            </a:r>
          </a:p>
        </p:txBody>
      </p:sp>
    </p:spTree>
    <p:extLst>
      <p:ext uri="{BB962C8B-B14F-4D97-AF65-F5344CB8AC3E}">
        <p14:creationId xmlns:p14="http://schemas.microsoft.com/office/powerpoint/2010/main" val="3344821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21F61-8F52-476E-800A-ADFDF9BB3988}"/>
              </a:ext>
            </a:extLst>
          </p:cNvPr>
          <p:cNvSpPr>
            <a:spLocks noGrp="1"/>
          </p:cNvSpPr>
          <p:nvPr>
            <p:ph type="title"/>
          </p:nvPr>
        </p:nvSpPr>
        <p:spPr/>
        <p:txBody>
          <a:bodyPr/>
          <a:lstStyle/>
          <a:p>
            <a:r>
              <a:rPr lang="en-US" dirty="0"/>
              <a:t>Input Components</a:t>
            </a:r>
          </a:p>
        </p:txBody>
      </p:sp>
      <p:sp>
        <p:nvSpPr>
          <p:cNvPr id="3" name="Content Placeholder 2">
            <a:extLst>
              <a:ext uri="{FF2B5EF4-FFF2-40B4-BE49-F238E27FC236}">
                <a16:creationId xmlns:a16="http://schemas.microsoft.com/office/drawing/2014/main" id="{9AE8717B-ED7B-CA7A-EBC9-90191A5A8B15}"/>
              </a:ext>
            </a:extLst>
          </p:cNvPr>
          <p:cNvSpPr>
            <a:spLocks noGrp="1"/>
          </p:cNvSpPr>
          <p:nvPr>
            <p:ph idx="1"/>
          </p:nvPr>
        </p:nvSpPr>
        <p:spPr>
          <a:xfrm>
            <a:off x="476843" y="1416547"/>
            <a:ext cx="11241915" cy="4351338"/>
          </a:xfrm>
        </p:spPr>
        <p:txBody>
          <a:bodyPr/>
          <a:lstStyle/>
          <a:p>
            <a:r>
              <a:rPr lang="en-US" altLang="zh-CN" b="1" dirty="0">
                <a:cs typeface="Arial" panose="020B0604020202020204" pitchFamily="34" charset="0"/>
              </a:rPr>
              <a:t>Input components</a:t>
            </a:r>
            <a:r>
              <a:rPr lang="en-US" altLang="zh-CN" dirty="0">
                <a:cs typeface="Arial" panose="020B0604020202020204" pitchFamily="34" charset="0"/>
              </a:rPr>
              <a:t> include the following:</a:t>
            </a:r>
          </a:p>
          <a:p>
            <a:pPr lvl="1"/>
            <a:r>
              <a:rPr lang="en-US" altLang="en-US" dirty="0">
                <a:cs typeface="Arial" panose="020B0604020202020204" pitchFamily="34" charset="0"/>
              </a:rPr>
              <a:t>User controlled devices such as keyboards, microphones, Webcams, and scanners</a:t>
            </a:r>
          </a:p>
          <a:p>
            <a:pPr lvl="1"/>
            <a:r>
              <a:rPr lang="en-US" altLang="en-US" dirty="0">
                <a:cs typeface="Arial" panose="020B0604020202020204" pitchFamily="34" charset="0"/>
              </a:rPr>
              <a:t>External interfaces, such as serial, FireWire, and USB ports can also be used to get input from external devices.</a:t>
            </a:r>
          </a:p>
          <a:p>
            <a:pPr lvl="1"/>
            <a:r>
              <a:rPr lang="en-US" altLang="en-US" dirty="0">
                <a:cs typeface="Arial" panose="020B0604020202020204" pitchFamily="34" charset="0"/>
              </a:rPr>
              <a:t>Input is also generated by storage devices such as hard disks and CDs/DVDs</a:t>
            </a:r>
          </a:p>
          <a:p>
            <a:pPr lvl="1"/>
            <a:r>
              <a:rPr lang="en-US" altLang="en-US" dirty="0">
                <a:cs typeface="Arial" panose="020B0604020202020204" pitchFamily="34" charset="0"/>
              </a:rPr>
              <a:t>Inputs to a computer can include timers that cause programs to run periodically</a:t>
            </a:r>
          </a:p>
          <a:p>
            <a:endParaRPr lang="en-US" altLang="zh-CN" dirty="0"/>
          </a:p>
          <a:p>
            <a:endParaRPr lang="en-US" dirty="0"/>
          </a:p>
        </p:txBody>
      </p:sp>
    </p:spTree>
    <p:extLst>
      <p:ext uri="{BB962C8B-B14F-4D97-AF65-F5344CB8AC3E}">
        <p14:creationId xmlns:p14="http://schemas.microsoft.com/office/powerpoint/2010/main" val="3927059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9629F-CF12-3BFF-D405-CC87C2F6910F}"/>
              </a:ext>
            </a:extLst>
          </p:cNvPr>
          <p:cNvSpPr>
            <a:spLocks noGrp="1"/>
          </p:cNvSpPr>
          <p:nvPr>
            <p:ph type="title"/>
          </p:nvPr>
        </p:nvSpPr>
        <p:spPr/>
        <p:txBody>
          <a:bodyPr/>
          <a:lstStyle/>
          <a:p>
            <a:r>
              <a:rPr lang="en-US" dirty="0"/>
              <a:t>Processing Components</a:t>
            </a:r>
          </a:p>
        </p:txBody>
      </p:sp>
      <p:sp>
        <p:nvSpPr>
          <p:cNvPr id="3" name="Content Placeholder 2">
            <a:extLst>
              <a:ext uri="{FF2B5EF4-FFF2-40B4-BE49-F238E27FC236}">
                <a16:creationId xmlns:a16="http://schemas.microsoft.com/office/drawing/2014/main" id="{4F72A4B5-B5BD-5084-BDD5-45C5590DE195}"/>
              </a:ext>
            </a:extLst>
          </p:cNvPr>
          <p:cNvSpPr>
            <a:spLocks noGrp="1"/>
          </p:cNvSpPr>
          <p:nvPr>
            <p:ph idx="1"/>
          </p:nvPr>
        </p:nvSpPr>
        <p:spPr>
          <a:xfrm>
            <a:off x="476843" y="1308267"/>
            <a:ext cx="11241915" cy="4351338"/>
          </a:xfrm>
        </p:spPr>
        <p:txBody>
          <a:bodyPr/>
          <a:lstStyle/>
          <a:p>
            <a:r>
              <a:rPr lang="en-US" altLang="en-US" dirty="0">
                <a:cs typeface="Arial" panose="020B0604020202020204" pitchFamily="34" charset="0"/>
              </a:rPr>
              <a:t>The </a:t>
            </a:r>
            <a:r>
              <a:rPr lang="en-US" altLang="en-US" b="1" dirty="0">
                <a:cs typeface="Arial" panose="020B0604020202020204" pitchFamily="34" charset="0"/>
              </a:rPr>
              <a:t>central processing unit </a:t>
            </a:r>
            <a:r>
              <a:rPr lang="en-US" altLang="en-US" dirty="0">
                <a:cs typeface="Arial" panose="020B0604020202020204" pitchFamily="34" charset="0"/>
              </a:rPr>
              <a:t>(</a:t>
            </a:r>
            <a:r>
              <a:rPr lang="en-US" altLang="en-US" b="1" dirty="0">
                <a:cs typeface="Arial" panose="020B0604020202020204" pitchFamily="34" charset="0"/>
              </a:rPr>
              <a:t>CPU</a:t>
            </a:r>
            <a:r>
              <a:rPr lang="en-US" altLang="en-US" dirty="0">
                <a:cs typeface="Arial" panose="020B0604020202020204" pitchFamily="34" charset="0"/>
              </a:rPr>
              <a:t>) is a computer’s main processing component</a:t>
            </a:r>
          </a:p>
          <a:p>
            <a:pPr lvl="1"/>
            <a:r>
              <a:rPr lang="en-US" altLang="en-US" sz="2200" dirty="0">
                <a:cs typeface="Arial" panose="020B0604020202020204" pitchFamily="34" charset="0"/>
              </a:rPr>
              <a:t>A </a:t>
            </a:r>
            <a:r>
              <a:rPr lang="en-US" altLang="en-US" sz="2200" b="1" dirty="0">
                <a:cs typeface="Arial" panose="020B0604020202020204" pitchFamily="34" charset="0"/>
              </a:rPr>
              <a:t>graphics processing unit </a:t>
            </a:r>
            <a:r>
              <a:rPr lang="en-US" altLang="en-US" sz="2200" dirty="0">
                <a:cs typeface="Arial" panose="020B0604020202020204" pitchFamily="34" charset="0"/>
              </a:rPr>
              <a:t>(</a:t>
            </a:r>
            <a:r>
              <a:rPr lang="en-US" altLang="en-US" sz="2200" b="1" dirty="0">
                <a:cs typeface="Arial" panose="020B0604020202020204" pitchFamily="34" charset="0"/>
              </a:rPr>
              <a:t>GPU</a:t>
            </a:r>
            <a:r>
              <a:rPr lang="en-US" altLang="en-US" sz="2200" dirty="0">
                <a:cs typeface="Arial" panose="020B0604020202020204" pitchFamily="34" charset="0"/>
              </a:rPr>
              <a:t>) is the processor on a graphics card that handles many complex calculations, improving system performance</a:t>
            </a:r>
          </a:p>
          <a:p>
            <a:r>
              <a:rPr lang="en-US" altLang="en-US" dirty="0">
                <a:cs typeface="Arial" panose="020B0604020202020204" pitchFamily="34" charset="0"/>
              </a:rPr>
              <a:t>Current CPUs are composed of two or more processors called </a:t>
            </a:r>
            <a:r>
              <a:rPr lang="en-US" altLang="en-US" b="1" dirty="0">
                <a:cs typeface="Arial" panose="020B0604020202020204" pitchFamily="34" charset="0"/>
              </a:rPr>
              <a:t>cores</a:t>
            </a:r>
          </a:p>
          <a:p>
            <a:pPr lvl="1"/>
            <a:r>
              <a:rPr lang="en-US" altLang="en-US" sz="2200" dirty="0">
                <a:cs typeface="Arial" panose="020B0604020202020204" pitchFamily="34" charset="0"/>
              </a:rPr>
              <a:t>A </a:t>
            </a:r>
            <a:r>
              <a:rPr lang="en-US" altLang="en-US" sz="2200" b="1" dirty="0">
                <a:cs typeface="Arial" panose="020B0604020202020204" pitchFamily="34" charset="0"/>
              </a:rPr>
              <a:t>multicore CPU </a:t>
            </a:r>
            <a:r>
              <a:rPr lang="en-US" altLang="en-US" sz="2200" dirty="0">
                <a:cs typeface="Arial" panose="020B0604020202020204" pitchFamily="34" charset="0"/>
              </a:rPr>
              <a:t>is like a person with two brains</a:t>
            </a:r>
          </a:p>
          <a:p>
            <a:pPr lvl="1"/>
            <a:r>
              <a:rPr lang="en-US" altLang="en-US" sz="2200" dirty="0">
                <a:cs typeface="Arial" panose="020B0604020202020204" pitchFamily="34" charset="0"/>
              </a:rPr>
              <a:t>Multicore CPUs enable computers to carry out multiple instructions simultaneously, which results in better overall performance</a:t>
            </a:r>
          </a:p>
          <a:p>
            <a:endParaRPr lang="en-US" dirty="0"/>
          </a:p>
        </p:txBody>
      </p:sp>
    </p:spTree>
    <p:extLst>
      <p:ext uri="{BB962C8B-B14F-4D97-AF65-F5344CB8AC3E}">
        <p14:creationId xmlns:p14="http://schemas.microsoft.com/office/powerpoint/2010/main" val="117821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4DA52-6FE5-79EC-1F84-7EB520CB3329}"/>
              </a:ext>
            </a:extLst>
          </p:cNvPr>
          <p:cNvSpPr>
            <a:spLocks noGrp="1"/>
          </p:cNvSpPr>
          <p:nvPr>
            <p:ph type="title"/>
          </p:nvPr>
        </p:nvSpPr>
        <p:spPr/>
        <p:txBody>
          <a:bodyPr/>
          <a:lstStyle/>
          <a:p>
            <a:r>
              <a:rPr lang="en-US" dirty="0"/>
              <a:t>Output Components</a:t>
            </a:r>
          </a:p>
        </p:txBody>
      </p:sp>
      <p:sp>
        <p:nvSpPr>
          <p:cNvPr id="3" name="Content Placeholder 2">
            <a:extLst>
              <a:ext uri="{FF2B5EF4-FFF2-40B4-BE49-F238E27FC236}">
                <a16:creationId xmlns:a16="http://schemas.microsoft.com/office/drawing/2014/main" id="{0D74B8B8-FE46-22BD-3EB6-70D6B4FF26F3}"/>
              </a:ext>
            </a:extLst>
          </p:cNvPr>
          <p:cNvSpPr>
            <a:spLocks noGrp="1"/>
          </p:cNvSpPr>
          <p:nvPr>
            <p:ph idx="1"/>
          </p:nvPr>
        </p:nvSpPr>
        <p:spPr>
          <a:xfrm>
            <a:off x="476843" y="1356387"/>
            <a:ext cx="11241915" cy="4351338"/>
          </a:xfrm>
        </p:spPr>
        <p:txBody>
          <a:bodyPr/>
          <a:lstStyle/>
          <a:p>
            <a:r>
              <a:rPr lang="en-US" altLang="en-US" b="1" dirty="0">
                <a:cs typeface="Arial" panose="020B0604020202020204" pitchFamily="34" charset="0"/>
              </a:rPr>
              <a:t>Output</a:t>
            </a:r>
            <a:r>
              <a:rPr lang="en-US" altLang="en-US" dirty="0">
                <a:cs typeface="Arial" panose="020B0604020202020204" pitchFamily="34" charset="0"/>
              </a:rPr>
              <a:t> components include monitors and printers</a:t>
            </a:r>
          </a:p>
          <a:p>
            <a:pPr lvl="1"/>
            <a:r>
              <a:rPr lang="en-US" altLang="en-US" dirty="0">
                <a:cs typeface="Arial" panose="020B0604020202020204" pitchFamily="34" charset="0"/>
              </a:rPr>
              <a:t>They also include storage devices, network cards, and sound cards</a:t>
            </a:r>
          </a:p>
          <a:p>
            <a:r>
              <a:rPr lang="en-US" altLang="en-US" dirty="0">
                <a:cs typeface="Arial" panose="020B0604020202020204" pitchFamily="34" charset="0"/>
              </a:rPr>
              <a:t>External interfaces mentioned previously as input components can be used as output components</a:t>
            </a:r>
          </a:p>
          <a:p>
            <a:pPr lvl="1"/>
            <a:r>
              <a:rPr lang="en-US" altLang="en-US" dirty="0">
                <a:cs typeface="Arial" panose="020B0604020202020204" pitchFamily="34" charset="0"/>
              </a:rPr>
              <a:t>For example, a disk drive connected to a USB port allows reading files from the disk (input) and writing files to the disk (output)</a:t>
            </a:r>
          </a:p>
          <a:p>
            <a:endParaRPr lang="en-US" dirty="0"/>
          </a:p>
        </p:txBody>
      </p:sp>
    </p:spTree>
    <p:extLst>
      <p:ext uri="{BB962C8B-B14F-4D97-AF65-F5344CB8AC3E}">
        <p14:creationId xmlns:p14="http://schemas.microsoft.com/office/powerpoint/2010/main" val="3312657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B51A6-5264-0248-7629-6362658F5690}"/>
              </a:ext>
            </a:extLst>
          </p:cNvPr>
          <p:cNvSpPr>
            <a:spLocks noGrp="1"/>
          </p:cNvSpPr>
          <p:nvPr>
            <p:ph type="title"/>
          </p:nvPr>
        </p:nvSpPr>
        <p:spPr/>
        <p:txBody>
          <a:bodyPr/>
          <a:lstStyle/>
          <a:p>
            <a:r>
              <a:rPr lang="en-US" dirty="0"/>
              <a:t>Storage Components </a:t>
            </a:r>
            <a:r>
              <a:rPr lang="en-US" sz="2400" dirty="0"/>
              <a:t>(1 of 4)</a:t>
            </a:r>
          </a:p>
        </p:txBody>
      </p:sp>
      <p:sp>
        <p:nvSpPr>
          <p:cNvPr id="3" name="Content Placeholder 2">
            <a:extLst>
              <a:ext uri="{FF2B5EF4-FFF2-40B4-BE49-F238E27FC236}">
                <a16:creationId xmlns:a16="http://schemas.microsoft.com/office/drawing/2014/main" id="{D9A85D53-35BE-2D3B-F87E-8AA12BC574D8}"/>
              </a:ext>
            </a:extLst>
          </p:cNvPr>
          <p:cNvSpPr>
            <a:spLocks noGrp="1"/>
          </p:cNvSpPr>
          <p:nvPr>
            <p:ph idx="1"/>
          </p:nvPr>
        </p:nvSpPr>
        <p:spPr>
          <a:xfrm>
            <a:off x="476843" y="1253331"/>
            <a:ext cx="11241915" cy="4351338"/>
          </a:xfrm>
        </p:spPr>
        <p:txBody>
          <a:bodyPr/>
          <a:lstStyle/>
          <a:p>
            <a:r>
              <a:rPr lang="en-US" altLang="en-US" dirty="0">
                <a:cs typeface="Arial" panose="020B0604020202020204" pitchFamily="34" charset="0"/>
              </a:rPr>
              <a:t>The </a:t>
            </a:r>
            <a:r>
              <a:rPr lang="en-US" altLang="en-US" b="1" dirty="0">
                <a:cs typeface="Arial" panose="020B0604020202020204" pitchFamily="34" charset="0"/>
              </a:rPr>
              <a:t>more storage a computer has, the better the performance</a:t>
            </a:r>
          </a:p>
          <a:p>
            <a:r>
              <a:rPr lang="en-US" altLang="en-US" dirty="0">
                <a:cs typeface="Arial" panose="020B0604020202020204" pitchFamily="34" charset="0"/>
              </a:rPr>
              <a:t>Most storage components are both input and output devices</a:t>
            </a:r>
          </a:p>
          <a:p>
            <a:r>
              <a:rPr lang="en-US" altLang="en-US" dirty="0">
                <a:cs typeface="Arial" panose="020B0604020202020204" pitchFamily="34" charset="0"/>
              </a:rPr>
              <a:t>Most people think of storage as disk drives, CD/DVD drives, and USB flash drives</a:t>
            </a:r>
          </a:p>
          <a:p>
            <a:r>
              <a:rPr lang="en-US" altLang="en-US" dirty="0">
                <a:cs typeface="Arial" panose="020B0604020202020204" pitchFamily="34" charset="0"/>
              </a:rPr>
              <a:t>The following are </a:t>
            </a:r>
            <a:r>
              <a:rPr lang="en-US" altLang="en-US" b="1" dirty="0">
                <a:cs typeface="Arial" panose="020B0604020202020204" pitchFamily="34" charset="0"/>
              </a:rPr>
              <a:t>two main categories </a:t>
            </a:r>
            <a:r>
              <a:rPr lang="en-US" altLang="en-US" dirty="0">
                <a:cs typeface="Arial" panose="020B0604020202020204" pitchFamily="34" charset="0"/>
              </a:rPr>
              <a:t>of storage:</a:t>
            </a:r>
          </a:p>
          <a:p>
            <a:pPr lvl="1"/>
            <a:r>
              <a:rPr lang="en-US" altLang="en-US" sz="2200" dirty="0">
                <a:cs typeface="Arial" panose="020B0604020202020204" pitchFamily="34" charset="0"/>
              </a:rPr>
              <a:t>Short-term storage</a:t>
            </a:r>
          </a:p>
          <a:p>
            <a:pPr lvl="1"/>
            <a:r>
              <a:rPr lang="en-US" altLang="en-US" sz="2200" dirty="0">
                <a:cs typeface="Arial" panose="020B0604020202020204" pitchFamily="34" charset="0"/>
              </a:rPr>
              <a:t>Long-term storage</a:t>
            </a:r>
          </a:p>
          <a:p>
            <a:endParaRPr lang="en-US" dirty="0"/>
          </a:p>
        </p:txBody>
      </p:sp>
    </p:spTree>
    <p:extLst>
      <p:ext uri="{BB962C8B-B14F-4D97-AF65-F5344CB8AC3E}">
        <p14:creationId xmlns:p14="http://schemas.microsoft.com/office/powerpoint/2010/main" val="590649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F8386-2DD5-F621-288B-57330CDDB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D5F965-116D-33EB-3D07-181F3DF8EE3E}"/>
              </a:ext>
            </a:extLst>
          </p:cNvPr>
          <p:cNvSpPr>
            <a:spLocks noGrp="1"/>
          </p:cNvSpPr>
          <p:nvPr>
            <p:ph type="title"/>
          </p:nvPr>
        </p:nvSpPr>
        <p:spPr>
          <a:xfrm>
            <a:off x="476843" y="473245"/>
            <a:ext cx="11241915" cy="790071"/>
          </a:xfrm>
        </p:spPr>
        <p:txBody>
          <a:bodyPr/>
          <a:lstStyle/>
          <a:p>
            <a:r>
              <a:rPr lang="en-US" dirty="0"/>
              <a:t>Storage Components </a:t>
            </a:r>
            <a:r>
              <a:rPr lang="en-US" sz="2400" dirty="0"/>
              <a:t>(2 of 4)</a:t>
            </a:r>
          </a:p>
        </p:txBody>
      </p:sp>
      <p:sp>
        <p:nvSpPr>
          <p:cNvPr id="3" name="Content Placeholder 2">
            <a:extLst>
              <a:ext uri="{FF2B5EF4-FFF2-40B4-BE49-F238E27FC236}">
                <a16:creationId xmlns:a16="http://schemas.microsoft.com/office/drawing/2014/main" id="{B4CDFB53-4708-4418-BB44-80B8D8A590DB}"/>
              </a:ext>
            </a:extLst>
          </p:cNvPr>
          <p:cNvSpPr>
            <a:spLocks noGrp="1"/>
          </p:cNvSpPr>
          <p:nvPr>
            <p:ph idx="1"/>
          </p:nvPr>
        </p:nvSpPr>
        <p:spPr>
          <a:xfrm>
            <a:off x="476843" y="1284203"/>
            <a:ext cx="11241915" cy="4635333"/>
          </a:xfrm>
        </p:spPr>
        <p:txBody>
          <a:bodyPr/>
          <a:lstStyle/>
          <a:p>
            <a:r>
              <a:rPr lang="en-US" altLang="en-US" dirty="0">
                <a:cs typeface="Arial" panose="020B0604020202020204" pitchFamily="34" charset="0"/>
              </a:rPr>
              <a:t>When data in storage is not maintained when power is turned off, it is known as </a:t>
            </a:r>
            <a:r>
              <a:rPr lang="en-US" altLang="en-US" b="1" dirty="0">
                <a:cs typeface="Arial" panose="020B0604020202020204" pitchFamily="34" charset="0"/>
              </a:rPr>
              <a:t>short-term storage</a:t>
            </a:r>
          </a:p>
          <a:p>
            <a:pPr lvl="1"/>
            <a:r>
              <a:rPr lang="en-US" altLang="en-US" b="1" dirty="0">
                <a:cs typeface="Arial" panose="020B0604020202020204" pitchFamily="34" charset="0"/>
              </a:rPr>
              <a:t>Random Access Memory </a:t>
            </a:r>
            <a:r>
              <a:rPr lang="en-US" altLang="en-US" dirty="0">
                <a:cs typeface="Arial" panose="020B0604020202020204" pitchFamily="34" charset="0"/>
              </a:rPr>
              <a:t>(</a:t>
            </a:r>
            <a:r>
              <a:rPr lang="en-US" altLang="en-US" b="1" dirty="0">
                <a:cs typeface="Arial" panose="020B0604020202020204" pitchFamily="34" charset="0"/>
              </a:rPr>
              <a:t>RAM</a:t>
            </a:r>
            <a:r>
              <a:rPr lang="en-US" altLang="en-US" dirty="0">
                <a:cs typeface="Arial" panose="020B0604020202020204" pitchFamily="34" charset="0"/>
              </a:rPr>
              <a:t>) is short-term storage</a:t>
            </a:r>
          </a:p>
          <a:p>
            <a:pPr lvl="1"/>
            <a:r>
              <a:rPr lang="en-US" altLang="en-US" dirty="0">
                <a:cs typeface="Arial" panose="020B0604020202020204" pitchFamily="34" charset="0"/>
              </a:rPr>
              <a:t>The </a:t>
            </a:r>
            <a:r>
              <a:rPr lang="en-US" altLang="en-US" b="1" dirty="0">
                <a:cs typeface="Arial" panose="020B0604020202020204" pitchFamily="34" charset="0"/>
              </a:rPr>
              <a:t>amount of RAM </a:t>
            </a:r>
            <a:r>
              <a:rPr lang="en-US" altLang="en-US" dirty="0">
                <a:cs typeface="Arial" panose="020B0604020202020204" pitchFamily="34" charset="0"/>
              </a:rPr>
              <a:t>in a computer is </a:t>
            </a:r>
            <a:r>
              <a:rPr lang="en-US" altLang="en-US" b="1" dirty="0">
                <a:cs typeface="Arial" panose="020B0604020202020204" pitchFamily="34" charset="0"/>
              </a:rPr>
              <a:t>crucial</a:t>
            </a:r>
            <a:r>
              <a:rPr lang="en-US" altLang="en-US" dirty="0">
                <a:cs typeface="Arial" panose="020B0604020202020204" pitchFamily="34" charset="0"/>
              </a:rPr>
              <a:t> to the computer’s capability to operate efficiently</a:t>
            </a:r>
          </a:p>
          <a:p>
            <a:pPr lvl="1"/>
            <a:r>
              <a:rPr lang="en-US" altLang="en-US" dirty="0">
                <a:cs typeface="Arial" panose="020B0604020202020204" pitchFamily="34" charset="0"/>
              </a:rPr>
              <a:t>RAM is also referred to as “</a:t>
            </a:r>
            <a:r>
              <a:rPr lang="en-US" altLang="en-US" b="1" dirty="0">
                <a:cs typeface="Arial" panose="020B0604020202020204" pitchFamily="34" charset="0"/>
              </a:rPr>
              <a:t>working storage</a:t>
            </a:r>
            <a:r>
              <a:rPr lang="en-US" altLang="en-US" dirty="0">
                <a:cs typeface="Arial" panose="020B0604020202020204" pitchFamily="34" charset="0"/>
              </a:rPr>
              <a:t>”</a:t>
            </a:r>
          </a:p>
          <a:p>
            <a:pPr lvl="1"/>
            <a:r>
              <a:rPr lang="en-US" altLang="en-US" dirty="0">
                <a:cs typeface="Arial" panose="020B0604020202020204" pitchFamily="34" charset="0"/>
              </a:rPr>
              <a:t>If there’s not enough RAM to run a program, the computer will use the disk drive to supplement</a:t>
            </a:r>
          </a:p>
          <a:p>
            <a:pPr lvl="2"/>
            <a:r>
              <a:rPr lang="en-US" altLang="en-US" dirty="0">
                <a:cs typeface="Arial" panose="020B0604020202020204" pitchFamily="34" charset="0"/>
              </a:rPr>
              <a:t>Temporary use of the disk drive is not optimal because RAM is thousands of times faster than the fastest disk drives</a:t>
            </a:r>
          </a:p>
          <a:p>
            <a:endParaRPr lang="en-US" dirty="0"/>
          </a:p>
        </p:txBody>
      </p:sp>
    </p:spTree>
    <p:extLst>
      <p:ext uri="{BB962C8B-B14F-4D97-AF65-F5344CB8AC3E}">
        <p14:creationId xmlns:p14="http://schemas.microsoft.com/office/powerpoint/2010/main" val="2175255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03B2E-3725-B2DC-56AE-FA7D2D5632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2FF9CE-9254-E2A5-759F-EDD598F6A2A9}"/>
              </a:ext>
            </a:extLst>
          </p:cNvPr>
          <p:cNvSpPr>
            <a:spLocks noGrp="1"/>
          </p:cNvSpPr>
          <p:nvPr>
            <p:ph type="title"/>
          </p:nvPr>
        </p:nvSpPr>
        <p:spPr/>
        <p:txBody>
          <a:bodyPr/>
          <a:lstStyle/>
          <a:p>
            <a:r>
              <a:rPr lang="en-US" dirty="0"/>
              <a:t>Storage Components </a:t>
            </a:r>
            <a:r>
              <a:rPr lang="en-US" sz="2400" dirty="0"/>
              <a:t>(3 of 4)</a:t>
            </a:r>
          </a:p>
        </p:txBody>
      </p:sp>
      <p:sp>
        <p:nvSpPr>
          <p:cNvPr id="3" name="Content Placeholder 2">
            <a:extLst>
              <a:ext uri="{FF2B5EF4-FFF2-40B4-BE49-F238E27FC236}">
                <a16:creationId xmlns:a16="http://schemas.microsoft.com/office/drawing/2014/main" id="{1C62DA93-105D-D2E0-A44F-2CDEC3C2848B}"/>
              </a:ext>
            </a:extLst>
          </p:cNvPr>
          <p:cNvSpPr>
            <a:spLocks noGrp="1"/>
          </p:cNvSpPr>
          <p:nvPr>
            <p:ph idx="1"/>
          </p:nvPr>
        </p:nvSpPr>
        <p:spPr>
          <a:xfrm>
            <a:off x="476843" y="1368425"/>
            <a:ext cx="11241915" cy="4351338"/>
          </a:xfrm>
        </p:spPr>
        <p:txBody>
          <a:bodyPr/>
          <a:lstStyle/>
          <a:p>
            <a:r>
              <a:rPr lang="en-US" altLang="en-US" dirty="0">
                <a:cs typeface="Arial" panose="020B0604020202020204" pitchFamily="34" charset="0"/>
              </a:rPr>
              <a:t>Data on a computer is stored as </a:t>
            </a:r>
            <a:r>
              <a:rPr lang="en-US" altLang="en-US" b="1" dirty="0">
                <a:cs typeface="Arial" panose="020B0604020202020204" pitchFamily="34" charset="0"/>
              </a:rPr>
              <a:t>binary digits </a:t>
            </a:r>
            <a:r>
              <a:rPr lang="en-US" altLang="en-US" dirty="0">
                <a:cs typeface="Arial" panose="020B0604020202020204" pitchFamily="34" charset="0"/>
              </a:rPr>
              <a:t>(“bits” for short)</a:t>
            </a:r>
          </a:p>
          <a:p>
            <a:pPr lvl="1"/>
            <a:r>
              <a:rPr lang="en-US" altLang="en-US" dirty="0">
                <a:cs typeface="Arial" panose="020B0604020202020204" pitchFamily="34" charset="0"/>
              </a:rPr>
              <a:t>A </a:t>
            </a:r>
            <a:r>
              <a:rPr lang="en-US" altLang="en-US" b="1" dirty="0">
                <a:cs typeface="Arial" panose="020B0604020202020204" pitchFamily="34" charset="0"/>
              </a:rPr>
              <a:t>bit</a:t>
            </a:r>
            <a:r>
              <a:rPr lang="en-US" altLang="en-US" dirty="0">
                <a:cs typeface="Arial" panose="020B0604020202020204" pitchFamily="34" charset="0"/>
              </a:rPr>
              <a:t> holds a 1 or 0 value</a:t>
            </a:r>
          </a:p>
          <a:p>
            <a:pPr lvl="1"/>
            <a:r>
              <a:rPr lang="en-US" altLang="en-US" dirty="0">
                <a:cs typeface="Arial" panose="020B0604020202020204" pitchFamily="34" charset="0"/>
              </a:rPr>
              <a:t>A pulse of 5 volts of electricity can represent a 1 bit and a pulse of 0 volts (the absence of voltage) can represent a 0 bit</a:t>
            </a:r>
          </a:p>
          <a:p>
            <a:pPr lvl="1"/>
            <a:r>
              <a:rPr lang="en-US" altLang="en-US" dirty="0">
                <a:cs typeface="Arial" panose="020B0604020202020204" pitchFamily="34" charset="0"/>
              </a:rPr>
              <a:t>With fiber-optic cable, a 1 bit is represented by the presence of light and a 0 bit by the absence of light</a:t>
            </a:r>
          </a:p>
          <a:p>
            <a:pPr lvl="1"/>
            <a:r>
              <a:rPr lang="en-US" altLang="en-US" dirty="0">
                <a:cs typeface="Arial" panose="020B0604020202020204" pitchFamily="34" charset="0"/>
              </a:rPr>
              <a:t>A </a:t>
            </a:r>
            <a:r>
              <a:rPr lang="en-US" altLang="en-US" b="1" dirty="0">
                <a:cs typeface="Arial" panose="020B0604020202020204" pitchFamily="34" charset="0"/>
              </a:rPr>
              <a:t>byte</a:t>
            </a:r>
            <a:r>
              <a:rPr lang="en-US" altLang="en-US" dirty="0">
                <a:cs typeface="Arial" panose="020B0604020202020204" pitchFamily="34" charset="0"/>
              </a:rPr>
              <a:t> is a collection of 8 bits</a:t>
            </a:r>
          </a:p>
          <a:p>
            <a:r>
              <a:rPr lang="en-US" altLang="en-US" dirty="0">
                <a:cs typeface="Arial" panose="020B0604020202020204" pitchFamily="34" charset="0"/>
              </a:rPr>
              <a:t>Table 1-1 on the following slide shows prefixes used for expressing bits and bytes</a:t>
            </a:r>
          </a:p>
          <a:p>
            <a:pPr lvl="1"/>
            <a:endParaRPr lang="en-US" altLang="en-US" dirty="0">
              <a:latin typeface="Arial" panose="020B0604020202020204" pitchFamily="34" charset="0"/>
            </a:endParaRPr>
          </a:p>
          <a:p>
            <a:pPr lvl="1"/>
            <a:endParaRPr lang="en-US" altLang="en-US" dirty="0">
              <a:latin typeface="Arial" panose="020B0604020202020204" pitchFamily="34" charset="0"/>
            </a:endParaRPr>
          </a:p>
          <a:p>
            <a:endParaRPr lang="en-US" dirty="0"/>
          </a:p>
        </p:txBody>
      </p:sp>
    </p:spTree>
    <p:extLst>
      <p:ext uri="{BB962C8B-B14F-4D97-AF65-F5344CB8AC3E}">
        <p14:creationId xmlns:p14="http://schemas.microsoft.com/office/powerpoint/2010/main" val="3761978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C669-7C07-4FF6-DB0E-B8D0B578DAC3}"/>
              </a:ext>
            </a:extLst>
          </p:cNvPr>
          <p:cNvSpPr>
            <a:spLocks noGrp="1"/>
          </p:cNvSpPr>
          <p:nvPr>
            <p:ph type="title"/>
          </p:nvPr>
        </p:nvSpPr>
        <p:spPr/>
        <p:txBody>
          <a:bodyPr/>
          <a:lstStyle/>
          <a:p>
            <a:r>
              <a:rPr lang="en-US" dirty="0"/>
              <a:t>Storage Components </a:t>
            </a:r>
            <a:r>
              <a:rPr lang="en-US" sz="2400" dirty="0"/>
              <a:t>(4 of 4)</a:t>
            </a:r>
          </a:p>
        </p:txBody>
      </p:sp>
      <p:graphicFrame>
        <p:nvGraphicFramePr>
          <p:cNvPr id="4" name="Content Placeholder 3">
            <a:extLst>
              <a:ext uri="{FF2B5EF4-FFF2-40B4-BE49-F238E27FC236}">
                <a16:creationId xmlns:a16="http://schemas.microsoft.com/office/drawing/2014/main" id="{453CA68B-1909-32DD-FEBD-F6645930D897}"/>
              </a:ext>
            </a:extLst>
          </p:cNvPr>
          <p:cNvGraphicFramePr>
            <a:graphicFrameLocks noGrp="1"/>
          </p:cNvGraphicFramePr>
          <p:nvPr>
            <p:ph idx="1"/>
            <p:extLst>
              <p:ext uri="{D42A27DB-BD31-4B8C-83A1-F6EECF244321}">
                <p14:modId xmlns:p14="http://schemas.microsoft.com/office/powerpoint/2010/main" val="3798129216"/>
              </p:ext>
            </p:extLst>
          </p:nvPr>
        </p:nvGraphicFramePr>
        <p:xfrm>
          <a:off x="733925" y="1562853"/>
          <a:ext cx="9360569" cy="4356684"/>
        </p:xfrm>
        <a:graphic>
          <a:graphicData uri="http://schemas.openxmlformats.org/drawingml/2006/table">
            <a:tbl>
              <a:tblPr firstRow="1" bandRow="1">
                <a:tableStyleId>{5C22544A-7EE6-4342-B048-85BDC9FD1C3A}</a:tableStyleId>
              </a:tblPr>
              <a:tblGrid>
                <a:gridCol w="2951555">
                  <a:extLst>
                    <a:ext uri="{9D8B030D-6E8A-4147-A177-3AD203B41FA5}">
                      <a16:colId xmlns:a16="http://schemas.microsoft.com/office/drawing/2014/main" val="3385464745"/>
                    </a:ext>
                  </a:extLst>
                </a:gridCol>
                <a:gridCol w="6409014">
                  <a:extLst>
                    <a:ext uri="{9D8B030D-6E8A-4147-A177-3AD203B41FA5}">
                      <a16:colId xmlns:a16="http://schemas.microsoft.com/office/drawing/2014/main" val="827644338"/>
                    </a:ext>
                  </a:extLst>
                </a:gridCol>
              </a:tblGrid>
              <a:tr h="484076">
                <a:tc>
                  <a:txBody>
                    <a:bodyPr/>
                    <a:lstStyle/>
                    <a:p>
                      <a:r>
                        <a:rPr lang="en-US" sz="1400" dirty="0"/>
                        <a:t>Prefix</a:t>
                      </a:r>
                    </a:p>
                  </a:txBody>
                  <a:tcPr/>
                </a:tc>
                <a:tc>
                  <a:txBody>
                    <a:bodyPr/>
                    <a:lstStyle/>
                    <a:p>
                      <a:r>
                        <a:rPr lang="en-US" sz="1400" dirty="0"/>
                        <a:t>Value</a:t>
                      </a:r>
                    </a:p>
                  </a:txBody>
                  <a:tcPr/>
                </a:tc>
                <a:extLst>
                  <a:ext uri="{0D108BD9-81ED-4DB2-BD59-A6C34878D82A}">
                    <a16:rowId xmlns:a16="http://schemas.microsoft.com/office/drawing/2014/main" val="510532350"/>
                  </a:ext>
                </a:extLst>
              </a:tr>
              <a:tr h="484076">
                <a:tc>
                  <a:txBody>
                    <a:bodyPr/>
                    <a:lstStyle/>
                    <a:p>
                      <a:r>
                        <a:rPr lang="en-US" sz="1400" dirty="0"/>
                        <a:t>Kilo (K)</a:t>
                      </a:r>
                    </a:p>
                  </a:txBody>
                  <a:tcPr/>
                </a:tc>
                <a:tc>
                  <a:txBody>
                    <a:bodyPr/>
                    <a:lstStyle/>
                    <a:p>
                      <a:r>
                        <a:rPr lang="en-US" sz="1400" dirty="0"/>
                        <a:t>Thousand (10</a:t>
                      </a:r>
                      <a:r>
                        <a:rPr lang="en-US" sz="1400" baseline="30000" dirty="0"/>
                        <a:t>3</a:t>
                      </a:r>
                      <a:r>
                        <a:rPr lang="en-US" sz="1400" dirty="0"/>
                        <a:t>)</a:t>
                      </a:r>
                    </a:p>
                  </a:txBody>
                  <a:tcPr/>
                </a:tc>
                <a:extLst>
                  <a:ext uri="{0D108BD9-81ED-4DB2-BD59-A6C34878D82A}">
                    <a16:rowId xmlns:a16="http://schemas.microsoft.com/office/drawing/2014/main" val="1571180290"/>
                  </a:ext>
                </a:extLst>
              </a:tr>
              <a:tr h="484076">
                <a:tc>
                  <a:txBody>
                    <a:bodyPr/>
                    <a:lstStyle/>
                    <a:p>
                      <a:r>
                        <a:rPr lang="en-US" sz="1400" dirty="0"/>
                        <a:t>Mega (M)</a:t>
                      </a:r>
                    </a:p>
                  </a:txBody>
                  <a:tcPr/>
                </a:tc>
                <a:tc>
                  <a:txBody>
                    <a:bodyPr/>
                    <a:lstStyle/>
                    <a:p>
                      <a:r>
                        <a:rPr lang="en-US" sz="1400" dirty="0"/>
                        <a:t>Million (10</a:t>
                      </a:r>
                      <a:r>
                        <a:rPr lang="en-US" sz="1400" baseline="30000" dirty="0"/>
                        <a:t>6</a:t>
                      </a:r>
                      <a:r>
                        <a:rPr lang="en-US" sz="1400" dirty="0"/>
                        <a:t>)</a:t>
                      </a:r>
                    </a:p>
                  </a:txBody>
                  <a:tcPr/>
                </a:tc>
                <a:extLst>
                  <a:ext uri="{0D108BD9-81ED-4DB2-BD59-A6C34878D82A}">
                    <a16:rowId xmlns:a16="http://schemas.microsoft.com/office/drawing/2014/main" val="378232733"/>
                  </a:ext>
                </a:extLst>
              </a:tr>
              <a:tr h="484076">
                <a:tc>
                  <a:txBody>
                    <a:bodyPr/>
                    <a:lstStyle/>
                    <a:p>
                      <a:r>
                        <a:rPr lang="en-US" sz="1400" dirty="0"/>
                        <a:t>Giga (G)</a:t>
                      </a:r>
                    </a:p>
                  </a:txBody>
                  <a:tcPr/>
                </a:tc>
                <a:tc>
                  <a:txBody>
                    <a:bodyPr/>
                    <a:lstStyle/>
                    <a:p>
                      <a:r>
                        <a:rPr lang="en-US" sz="1400" dirty="0"/>
                        <a:t>Billion (10</a:t>
                      </a:r>
                      <a:r>
                        <a:rPr lang="en-US" sz="1400" baseline="30000" dirty="0"/>
                        <a:t>9</a:t>
                      </a:r>
                      <a:r>
                        <a:rPr lang="en-US" sz="1400" dirty="0"/>
                        <a:t>)</a:t>
                      </a:r>
                    </a:p>
                  </a:txBody>
                  <a:tcPr/>
                </a:tc>
                <a:extLst>
                  <a:ext uri="{0D108BD9-81ED-4DB2-BD59-A6C34878D82A}">
                    <a16:rowId xmlns:a16="http://schemas.microsoft.com/office/drawing/2014/main" val="505303792"/>
                  </a:ext>
                </a:extLst>
              </a:tr>
              <a:tr h="484076">
                <a:tc>
                  <a:txBody>
                    <a:bodyPr/>
                    <a:lstStyle/>
                    <a:p>
                      <a:r>
                        <a:rPr lang="en-US" sz="1400" dirty="0"/>
                        <a:t>Tera (T)</a:t>
                      </a:r>
                    </a:p>
                  </a:txBody>
                  <a:tcPr/>
                </a:tc>
                <a:tc>
                  <a:txBody>
                    <a:bodyPr/>
                    <a:lstStyle/>
                    <a:p>
                      <a:r>
                        <a:rPr lang="en-US" sz="1400" dirty="0"/>
                        <a:t>Trillion (10</a:t>
                      </a:r>
                      <a:r>
                        <a:rPr lang="en-US" sz="1400" baseline="30000" dirty="0"/>
                        <a:t>12</a:t>
                      </a:r>
                      <a:r>
                        <a:rPr lang="en-US" sz="1400" dirty="0"/>
                        <a:t>)</a:t>
                      </a:r>
                    </a:p>
                  </a:txBody>
                  <a:tcPr/>
                </a:tc>
                <a:extLst>
                  <a:ext uri="{0D108BD9-81ED-4DB2-BD59-A6C34878D82A}">
                    <a16:rowId xmlns:a16="http://schemas.microsoft.com/office/drawing/2014/main" val="1673697097"/>
                  </a:ext>
                </a:extLst>
              </a:tr>
              <a:tr h="484076">
                <a:tc>
                  <a:txBody>
                    <a:bodyPr/>
                    <a:lstStyle/>
                    <a:p>
                      <a:r>
                        <a:rPr lang="en-US" sz="1400" dirty="0"/>
                        <a:t>Peta (P)</a:t>
                      </a:r>
                    </a:p>
                  </a:txBody>
                  <a:tcPr/>
                </a:tc>
                <a:tc>
                  <a:txBody>
                    <a:bodyPr/>
                    <a:lstStyle/>
                    <a:p>
                      <a:r>
                        <a:rPr lang="en-US" sz="1400" dirty="0"/>
                        <a:t>Quadrillion (10</a:t>
                      </a:r>
                      <a:r>
                        <a:rPr lang="en-US" sz="1400" baseline="30000" dirty="0"/>
                        <a:t>15</a:t>
                      </a:r>
                      <a:r>
                        <a:rPr lang="en-US" sz="1400" dirty="0"/>
                        <a:t>)</a:t>
                      </a:r>
                    </a:p>
                  </a:txBody>
                  <a:tcPr/>
                </a:tc>
                <a:extLst>
                  <a:ext uri="{0D108BD9-81ED-4DB2-BD59-A6C34878D82A}">
                    <a16:rowId xmlns:a16="http://schemas.microsoft.com/office/drawing/2014/main" val="452431149"/>
                  </a:ext>
                </a:extLst>
              </a:tr>
              <a:tr h="484076">
                <a:tc>
                  <a:txBody>
                    <a:bodyPr/>
                    <a:lstStyle/>
                    <a:p>
                      <a:r>
                        <a:rPr lang="en-US" sz="1400" dirty="0"/>
                        <a:t>Exa (E)</a:t>
                      </a:r>
                    </a:p>
                  </a:txBody>
                  <a:tcPr/>
                </a:tc>
                <a:tc>
                  <a:txBody>
                    <a:bodyPr/>
                    <a:lstStyle/>
                    <a:p>
                      <a:r>
                        <a:rPr lang="en-US" sz="1400" dirty="0"/>
                        <a:t>Quintillion (10</a:t>
                      </a:r>
                      <a:r>
                        <a:rPr lang="en-US" sz="1400" baseline="30000" dirty="0"/>
                        <a:t>18</a:t>
                      </a:r>
                      <a:r>
                        <a:rPr lang="en-US" sz="1400" dirty="0"/>
                        <a:t>)</a:t>
                      </a:r>
                    </a:p>
                  </a:txBody>
                  <a:tcPr/>
                </a:tc>
                <a:extLst>
                  <a:ext uri="{0D108BD9-81ED-4DB2-BD59-A6C34878D82A}">
                    <a16:rowId xmlns:a16="http://schemas.microsoft.com/office/drawing/2014/main" val="3526553130"/>
                  </a:ext>
                </a:extLst>
              </a:tr>
              <a:tr h="484076">
                <a:tc>
                  <a:txBody>
                    <a:bodyPr/>
                    <a:lstStyle/>
                    <a:p>
                      <a:r>
                        <a:rPr lang="en-US" sz="1400" dirty="0"/>
                        <a:t>Zeta (Z)</a:t>
                      </a:r>
                    </a:p>
                  </a:txBody>
                  <a:tcPr/>
                </a:tc>
                <a:tc>
                  <a:txBody>
                    <a:bodyPr/>
                    <a:lstStyle/>
                    <a:p>
                      <a:r>
                        <a:rPr lang="en-US" sz="1400" dirty="0"/>
                        <a:t>Sextillion (10</a:t>
                      </a:r>
                      <a:r>
                        <a:rPr lang="en-US" sz="1400" baseline="30000" dirty="0"/>
                        <a:t>21</a:t>
                      </a:r>
                      <a:r>
                        <a:rPr lang="en-US" sz="1400" dirty="0"/>
                        <a:t>)</a:t>
                      </a:r>
                    </a:p>
                  </a:txBody>
                  <a:tcPr/>
                </a:tc>
                <a:extLst>
                  <a:ext uri="{0D108BD9-81ED-4DB2-BD59-A6C34878D82A}">
                    <a16:rowId xmlns:a16="http://schemas.microsoft.com/office/drawing/2014/main" val="975542702"/>
                  </a:ext>
                </a:extLst>
              </a:tr>
              <a:tr h="484076">
                <a:tc>
                  <a:txBody>
                    <a:bodyPr/>
                    <a:lstStyle/>
                    <a:p>
                      <a:r>
                        <a:rPr lang="en-US" sz="1400" dirty="0"/>
                        <a:t>Yotta (Y)</a:t>
                      </a:r>
                    </a:p>
                  </a:txBody>
                  <a:tcPr/>
                </a:tc>
                <a:tc>
                  <a:txBody>
                    <a:bodyPr/>
                    <a:lstStyle/>
                    <a:p>
                      <a:r>
                        <a:rPr lang="en-US" sz="1400" dirty="0"/>
                        <a:t>Septillion (10</a:t>
                      </a:r>
                      <a:r>
                        <a:rPr lang="en-US" sz="1400" baseline="30000" dirty="0"/>
                        <a:t>24</a:t>
                      </a:r>
                      <a:r>
                        <a:rPr lang="en-US" sz="1400" dirty="0"/>
                        <a:t>)</a:t>
                      </a:r>
                    </a:p>
                  </a:txBody>
                  <a:tcPr/>
                </a:tc>
                <a:extLst>
                  <a:ext uri="{0D108BD9-81ED-4DB2-BD59-A6C34878D82A}">
                    <a16:rowId xmlns:a16="http://schemas.microsoft.com/office/drawing/2014/main" val="3270447577"/>
                  </a:ext>
                </a:extLst>
              </a:tr>
            </a:tbl>
          </a:graphicData>
        </a:graphic>
      </p:graphicFrame>
      <p:sp>
        <p:nvSpPr>
          <p:cNvPr id="5" name="TextBox 4">
            <a:extLst>
              <a:ext uri="{FF2B5EF4-FFF2-40B4-BE49-F238E27FC236}">
                <a16:creationId xmlns:a16="http://schemas.microsoft.com/office/drawing/2014/main" id="{B176EDCC-0460-E8F5-5C7E-DA3F7C692D5A}"/>
              </a:ext>
            </a:extLst>
          </p:cNvPr>
          <p:cNvSpPr txBox="1"/>
          <p:nvPr/>
        </p:nvSpPr>
        <p:spPr>
          <a:xfrm>
            <a:off x="1904439" y="1126369"/>
            <a:ext cx="5045227" cy="369332"/>
          </a:xfrm>
          <a:prstGeom prst="rect">
            <a:avLst/>
          </a:prstGeom>
          <a:noFill/>
        </p:spPr>
        <p:txBody>
          <a:bodyPr wrap="none" rtlCol="0">
            <a:spAutoFit/>
          </a:bodyPr>
          <a:lstStyle/>
          <a:p>
            <a:r>
              <a:rPr lang="en-US" b="1" dirty="0"/>
              <a:t>Table 1-1 </a:t>
            </a:r>
            <a:r>
              <a:rPr lang="en-US" dirty="0"/>
              <a:t>Prefixes used for expressing bits and bytes</a:t>
            </a:r>
          </a:p>
        </p:txBody>
      </p:sp>
    </p:spTree>
    <p:extLst>
      <p:ext uri="{BB962C8B-B14F-4D97-AF65-F5344CB8AC3E}">
        <p14:creationId xmlns:p14="http://schemas.microsoft.com/office/powerpoint/2010/main" val="3678859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70F83-E97A-8981-47E9-4E8151CB3018}"/>
              </a:ext>
            </a:extLst>
          </p:cNvPr>
          <p:cNvSpPr>
            <a:spLocks noGrp="1"/>
          </p:cNvSpPr>
          <p:nvPr>
            <p:ph type="title"/>
          </p:nvPr>
        </p:nvSpPr>
        <p:spPr/>
        <p:txBody>
          <a:bodyPr/>
          <a:lstStyle/>
          <a:p>
            <a:r>
              <a:rPr lang="en-US" dirty="0"/>
              <a:t>Personal Computer Hardware </a:t>
            </a:r>
            <a:r>
              <a:rPr lang="en-US" sz="2400" dirty="0"/>
              <a:t>(1 of 5)</a:t>
            </a:r>
          </a:p>
        </p:txBody>
      </p:sp>
      <p:sp>
        <p:nvSpPr>
          <p:cNvPr id="3" name="Content Placeholder 2">
            <a:extLst>
              <a:ext uri="{FF2B5EF4-FFF2-40B4-BE49-F238E27FC236}">
                <a16:creationId xmlns:a16="http://schemas.microsoft.com/office/drawing/2014/main" id="{C2560818-EE51-2565-4467-97EA9C21C1B8}"/>
              </a:ext>
            </a:extLst>
          </p:cNvPr>
          <p:cNvSpPr>
            <a:spLocks noGrp="1"/>
          </p:cNvSpPr>
          <p:nvPr>
            <p:ph idx="1"/>
          </p:nvPr>
        </p:nvSpPr>
        <p:spPr>
          <a:xfrm>
            <a:off x="476843" y="1253331"/>
            <a:ext cx="11241915" cy="4351338"/>
          </a:xfrm>
        </p:spPr>
        <p:txBody>
          <a:bodyPr/>
          <a:lstStyle/>
          <a:p>
            <a:r>
              <a:rPr lang="en-US" altLang="en-US" b="1" dirty="0">
                <a:cs typeface="Arial" panose="020B0604020202020204" pitchFamily="34" charset="0"/>
              </a:rPr>
              <a:t>Four major PC components </a:t>
            </a:r>
            <a:r>
              <a:rPr lang="en-US" altLang="en-US" dirty="0">
                <a:cs typeface="Arial" panose="020B0604020202020204" pitchFamily="34" charset="0"/>
              </a:rPr>
              <a:t>include the following:</a:t>
            </a:r>
          </a:p>
          <a:p>
            <a:pPr lvl="1"/>
            <a:r>
              <a:rPr lang="en-US" altLang="en-US" sz="2200" dirty="0">
                <a:cs typeface="Arial" panose="020B0604020202020204" pitchFamily="34" charset="0"/>
              </a:rPr>
              <a:t>Motherboard</a:t>
            </a:r>
          </a:p>
          <a:p>
            <a:pPr lvl="1"/>
            <a:r>
              <a:rPr lang="en-US" altLang="en-US" sz="2200" dirty="0">
                <a:cs typeface="Arial" panose="020B0604020202020204" pitchFamily="34" charset="0"/>
              </a:rPr>
              <a:t>Storage device</a:t>
            </a:r>
          </a:p>
          <a:p>
            <a:pPr lvl="1"/>
            <a:r>
              <a:rPr lang="en-US" altLang="en-US" sz="2200" dirty="0">
                <a:cs typeface="Arial" panose="020B0604020202020204" pitchFamily="34" charset="0"/>
              </a:rPr>
              <a:t>RAM</a:t>
            </a:r>
          </a:p>
          <a:p>
            <a:pPr lvl="1"/>
            <a:r>
              <a:rPr lang="en-US" altLang="en-US" sz="2200" dirty="0">
                <a:cs typeface="Arial" panose="020B0604020202020204" pitchFamily="34" charset="0"/>
              </a:rPr>
              <a:t>Firmware</a:t>
            </a:r>
          </a:p>
          <a:p>
            <a:r>
              <a:rPr lang="en-US" altLang="en-US" dirty="0">
                <a:cs typeface="Arial" panose="020B0604020202020204" pitchFamily="34" charset="0"/>
              </a:rPr>
              <a:t>The Motherboard and Its Components</a:t>
            </a:r>
          </a:p>
          <a:p>
            <a:pPr lvl="1"/>
            <a:r>
              <a:rPr lang="en-US" altLang="en-US" sz="2200" dirty="0">
                <a:cs typeface="Arial" panose="020B0604020202020204" pitchFamily="34" charset="0"/>
              </a:rPr>
              <a:t>The motherboard is a network of wires and controlling circuits that connects all computer components</a:t>
            </a:r>
          </a:p>
          <a:p>
            <a:endParaRPr lang="en-US" dirty="0"/>
          </a:p>
        </p:txBody>
      </p:sp>
    </p:spTree>
    <p:extLst>
      <p:ext uri="{BB962C8B-B14F-4D97-AF65-F5344CB8AC3E}">
        <p14:creationId xmlns:p14="http://schemas.microsoft.com/office/powerpoint/2010/main" val="4001322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Personal Computer Hardware </a:t>
            </a:r>
            <a:r>
              <a:rPr lang="en-US" sz="2400" dirty="0"/>
              <a:t>(2 of 5)</a:t>
            </a:r>
          </a:p>
        </p:txBody>
      </p:sp>
      <p:sp>
        <p:nvSpPr>
          <p:cNvPr id="5" name="TextBox 4">
            <a:extLst>
              <a:ext uri="{FF2B5EF4-FFF2-40B4-BE49-F238E27FC236}">
                <a16:creationId xmlns:a16="http://schemas.microsoft.com/office/drawing/2014/main" id="{7CB0BE92-E73F-42E9-B249-3B271B6E8AA4}"/>
              </a:ext>
            </a:extLst>
          </p:cNvPr>
          <p:cNvSpPr txBox="1"/>
          <p:nvPr/>
        </p:nvSpPr>
        <p:spPr>
          <a:xfrm>
            <a:off x="7315200" y="3106233"/>
            <a:ext cx="4294598" cy="830997"/>
          </a:xfrm>
          <a:prstGeom prst="rect">
            <a:avLst/>
          </a:prstGeom>
          <a:noFill/>
        </p:spPr>
        <p:txBody>
          <a:bodyPr wrap="square" rtlCol="0">
            <a:spAutoFit/>
          </a:bodyPr>
          <a:lstStyle/>
          <a:p>
            <a:r>
              <a:rPr lang="en-US" sz="2400" b="1" dirty="0">
                <a:latin typeface="Work Sans" pitchFamily="2" charset="0"/>
              </a:rPr>
              <a:t>Figure 1-1  </a:t>
            </a:r>
            <a:r>
              <a:rPr lang="en-US" sz="2400" dirty="0">
                <a:latin typeface="Work Sans" pitchFamily="2" charset="0"/>
              </a:rPr>
              <a:t>A PC motherboard</a:t>
            </a:r>
          </a:p>
        </p:txBody>
      </p:sp>
      <p:pic>
        <p:nvPicPr>
          <p:cNvPr id="4" name="Picture 3" descr="The motherboard of a personal computer with the following components labeled. P C I bus expansion slots. P C I Express bus expansion slots. C P U socket. RAM slots. Main power connector. Chipset with heat sinks. SATA connectors. I D E connector.">
            <a:extLst>
              <a:ext uri="{FF2B5EF4-FFF2-40B4-BE49-F238E27FC236}">
                <a16:creationId xmlns:a16="http://schemas.microsoft.com/office/drawing/2014/main" id="{55939C3F-1EE7-8783-75B8-5930B979D47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4119" y="1405128"/>
            <a:ext cx="5422392" cy="4047744"/>
          </a:xfrm>
          <a:prstGeom prst="rect">
            <a:avLst/>
          </a:prstGeom>
        </p:spPr>
      </p:pic>
    </p:spTree>
    <p:extLst>
      <p:ext uri="{BB962C8B-B14F-4D97-AF65-F5344CB8AC3E}">
        <p14:creationId xmlns:p14="http://schemas.microsoft.com/office/powerpoint/2010/main" val="1204174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9216B-6CDB-0ED7-2770-DAD490513A45}"/>
              </a:ext>
            </a:extLst>
          </p:cNvPr>
          <p:cNvSpPr>
            <a:spLocks noGrp="1"/>
          </p:cNvSpPr>
          <p:nvPr>
            <p:ph type="title"/>
          </p:nvPr>
        </p:nvSpPr>
        <p:spPr/>
        <p:txBody>
          <a:bodyPr/>
          <a:lstStyle/>
          <a:p>
            <a:r>
              <a:rPr lang="en-US" dirty="0"/>
              <a:t>Personal Computer Hardware </a:t>
            </a:r>
            <a:r>
              <a:rPr lang="en-US" sz="2400" dirty="0"/>
              <a:t>(3 of 5)</a:t>
            </a:r>
          </a:p>
        </p:txBody>
      </p:sp>
      <p:sp>
        <p:nvSpPr>
          <p:cNvPr id="3" name="Content Placeholder 2">
            <a:extLst>
              <a:ext uri="{FF2B5EF4-FFF2-40B4-BE49-F238E27FC236}">
                <a16:creationId xmlns:a16="http://schemas.microsoft.com/office/drawing/2014/main" id="{760BC3A2-38B4-3CD2-3E7B-ECCB5DAB2A56}"/>
              </a:ext>
            </a:extLst>
          </p:cNvPr>
          <p:cNvSpPr>
            <a:spLocks noGrp="1"/>
          </p:cNvSpPr>
          <p:nvPr>
            <p:ph idx="1"/>
          </p:nvPr>
        </p:nvSpPr>
        <p:spPr>
          <a:xfrm>
            <a:off x="473242" y="1253331"/>
            <a:ext cx="11241915" cy="4351338"/>
          </a:xfrm>
        </p:spPr>
        <p:txBody>
          <a:bodyPr/>
          <a:lstStyle/>
          <a:p>
            <a:r>
              <a:rPr lang="en-US" altLang="zh-CN" dirty="0"/>
              <a:t>Computer Bus Fundamentals</a:t>
            </a:r>
          </a:p>
          <a:p>
            <a:pPr lvl="1"/>
            <a:r>
              <a:rPr lang="en-US" altLang="en-US" dirty="0"/>
              <a:t>A </a:t>
            </a:r>
            <a:r>
              <a:rPr lang="en-US" altLang="en-US" b="1" dirty="0"/>
              <a:t>bus </a:t>
            </a:r>
            <a:r>
              <a:rPr lang="en-US" altLang="en-US" dirty="0"/>
              <a:t>is a collection of wires carrying data from one place to another on the computer</a:t>
            </a:r>
          </a:p>
          <a:p>
            <a:pPr lvl="1"/>
            <a:r>
              <a:rPr lang="en-US" altLang="en-US" dirty="0"/>
              <a:t>All data that goes into or comes out of a computer goes through the motherboard</a:t>
            </a:r>
          </a:p>
          <a:p>
            <a:pPr lvl="1"/>
            <a:r>
              <a:rPr lang="en-US" altLang="en-US" dirty="0"/>
              <a:t>There are buses between:</a:t>
            </a:r>
          </a:p>
          <a:p>
            <a:pPr lvl="2"/>
            <a:r>
              <a:rPr lang="en-US" altLang="en-US" sz="2200" dirty="0"/>
              <a:t>CPU and RAM</a:t>
            </a:r>
          </a:p>
          <a:p>
            <a:pPr lvl="2"/>
            <a:r>
              <a:rPr lang="en-US" altLang="en-US" sz="2200" dirty="0"/>
              <a:t>CPU and disk drives</a:t>
            </a:r>
          </a:p>
          <a:p>
            <a:pPr lvl="2"/>
            <a:r>
              <a:rPr lang="en-US" altLang="en-US" sz="2200" dirty="0"/>
              <a:t>CPU and expansion slots</a:t>
            </a:r>
          </a:p>
          <a:p>
            <a:endParaRPr lang="en-US" dirty="0"/>
          </a:p>
        </p:txBody>
      </p:sp>
    </p:spTree>
    <p:extLst>
      <p:ext uri="{BB962C8B-B14F-4D97-AF65-F5344CB8AC3E}">
        <p14:creationId xmlns:p14="http://schemas.microsoft.com/office/powerpoint/2010/main" val="3832844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4AE14-787D-8D70-49BA-F039A9AF2877}"/>
              </a:ext>
            </a:extLst>
          </p:cNvPr>
          <p:cNvSpPr>
            <a:spLocks noGrp="1"/>
          </p:cNvSpPr>
          <p:nvPr>
            <p:ph type="title"/>
          </p:nvPr>
        </p:nvSpPr>
        <p:spPr/>
        <p:txBody>
          <a:bodyPr/>
          <a:lstStyle/>
          <a:p>
            <a:r>
              <a:rPr lang="en-US" dirty="0"/>
              <a:t>Personal Computer Hardware </a:t>
            </a:r>
            <a:r>
              <a:rPr lang="en-US" sz="2400" dirty="0"/>
              <a:t>(4 of 5)</a:t>
            </a:r>
          </a:p>
        </p:txBody>
      </p:sp>
      <p:sp>
        <p:nvSpPr>
          <p:cNvPr id="3" name="Content Placeholder 2">
            <a:extLst>
              <a:ext uri="{FF2B5EF4-FFF2-40B4-BE49-F238E27FC236}">
                <a16:creationId xmlns:a16="http://schemas.microsoft.com/office/drawing/2014/main" id="{F774DA0E-EA0D-F573-8836-DFD566359B93}"/>
              </a:ext>
            </a:extLst>
          </p:cNvPr>
          <p:cNvSpPr>
            <a:spLocks noGrp="1"/>
          </p:cNvSpPr>
          <p:nvPr>
            <p:ph idx="1"/>
          </p:nvPr>
        </p:nvSpPr>
        <p:spPr>
          <a:xfrm>
            <a:off x="476843" y="1253331"/>
            <a:ext cx="11241915" cy="4351338"/>
          </a:xfrm>
        </p:spPr>
        <p:txBody>
          <a:bodyPr/>
          <a:lstStyle/>
          <a:p>
            <a:r>
              <a:rPr lang="en-US" dirty="0"/>
              <a:t>A </a:t>
            </a:r>
            <a:r>
              <a:rPr lang="en-US" b="1" dirty="0"/>
              <a:t>hard drive </a:t>
            </a:r>
            <a:r>
              <a:rPr lang="en-US" dirty="0"/>
              <a:t>is the primary long-term storage component on a system</a:t>
            </a:r>
          </a:p>
          <a:p>
            <a:pPr lvl="1"/>
            <a:r>
              <a:rPr lang="en-US" dirty="0"/>
              <a:t>It consists of magnetic disks called “platters” that store data in the form of magnetic pulses</a:t>
            </a:r>
          </a:p>
          <a:p>
            <a:r>
              <a:rPr lang="en-US" altLang="zh-CN" b="1" dirty="0"/>
              <a:t>Solid State Drives </a:t>
            </a:r>
            <a:r>
              <a:rPr lang="en-US" altLang="zh-CN" dirty="0"/>
              <a:t>(</a:t>
            </a:r>
            <a:r>
              <a:rPr lang="en-US" altLang="en-US" dirty="0"/>
              <a:t>SSDs) are used in place of hard drives due to speed and reliability</a:t>
            </a:r>
          </a:p>
          <a:p>
            <a:pPr lvl="1"/>
            <a:r>
              <a:rPr lang="en-US" altLang="en-US" dirty="0"/>
              <a:t>SSDs use flash memory, so, it contains no moving parts and has faster access times</a:t>
            </a:r>
          </a:p>
          <a:p>
            <a:r>
              <a:rPr lang="en-US" b="1" dirty="0"/>
              <a:t>RAM</a:t>
            </a:r>
            <a:r>
              <a:rPr lang="en-US" dirty="0"/>
              <a:t> is the main short-term storage component on a computer</a:t>
            </a:r>
          </a:p>
          <a:p>
            <a:pPr lvl="1"/>
            <a:r>
              <a:rPr lang="en-US" dirty="0"/>
              <a:t>RAM requires continuous power to store data (</a:t>
            </a:r>
            <a:r>
              <a:rPr lang="en-US" b="1" dirty="0"/>
              <a:t>volatile memory</a:t>
            </a:r>
            <a:r>
              <a:rPr lang="en-US" dirty="0"/>
              <a:t>)</a:t>
            </a:r>
          </a:p>
          <a:p>
            <a:endParaRPr lang="en-US" dirty="0"/>
          </a:p>
        </p:txBody>
      </p:sp>
    </p:spTree>
    <p:extLst>
      <p:ext uri="{BB962C8B-B14F-4D97-AF65-F5344CB8AC3E}">
        <p14:creationId xmlns:p14="http://schemas.microsoft.com/office/powerpoint/2010/main" val="1686642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697BF-9DA0-3EB2-5A40-4016EB6A93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0D4605-9D38-C3AF-B378-96E73E28AF2E}"/>
              </a:ext>
            </a:extLst>
          </p:cNvPr>
          <p:cNvSpPr>
            <a:spLocks noGrp="1"/>
          </p:cNvSpPr>
          <p:nvPr>
            <p:ph type="title"/>
          </p:nvPr>
        </p:nvSpPr>
        <p:spPr/>
        <p:txBody>
          <a:bodyPr/>
          <a:lstStyle/>
          <a:p>
            <a:r>
              <a:rPr lang="en-US" dirty="0"/>
              <a:t>Personal Computer Hardware </a:t>
            </a:r>
            <a:r>
              <a:rPr lang="en-US" sz="2400" dirty="0"/>
              <a:t>(5 of 5)</a:t>
            </a:r>
          </a:p>
        </p:txBody>
      </p:sp>
      <p:sp>
        <p:nvSpPr>
          <p:cNvPr id="3" name="Content Placeholder 2">
            <a:extLst>
              <a:ext uri="{FF2B5EF4-FFF2-40B4-BE49-F238E27FC236}">
                <a16:creationId xmlns:a16="http://schemas.microsoft.com/office/drawing/2014/main" id="{ED9E4DF6-6715-BF03-73F8-54C868698178}"/>
              </a:ext>
            </a:extLst>
          </p:cNvPr>
          <p:cNvSpPr>
            <a:spLocks noGrp="1"/>
          </p:cNvSpPr>
          <p:nvPr>
            <p:ph idx="1"/>
          </p:nvPr>
        </p:nvSpPr>
        <p:spPr>
          <a:xfrm>
            <a:off x="476843" y="1253331"/>
            <a:ext cx="11241915" cy="4351338"/>
          </a:xfrm>
        </p:spPr>
        <p:txBody>
          <a:bodyPr/>
          <a:lstStyle/>
          <a:p>
            <a:r>
              <a:rPr lang="en-US" b="1" dirty="0"/>
              <a:t>Firmware</a:t>
            </a:r>
            <a:r>
              <a:rPr lang="en-US" dirty="0"/>
              <a:t> is a computer program stored in nonvolatile memory such as </a:t>
            </a:r>
            <a:r>
              <a:rPr lang="en-US" b="1" dirty="0"/>
              <a:t>ROM</a:t>
            </a:r>
            <a:r>
              <a:rPr lang="en-US" dirty="0"/>
              <a:t> or flash memory</a:t>
            </a:r>
          </a:p>
          <a:p>
            <a:pPr lvl="1"/>
            <a:r>
              <a:rPr lang="en-US" dirty="0"/>
              <a:t>Located on the motherboard and is executed when the computer is powered on</a:t>
            </a:r>
          </a:p>
          <a:p>
            <a:r>
              <a:rPr lang="en-US" dirty="0"/>
              <a:t>Firmware on most PCs is called the </a:t>
            </a:r>
            <a:r>
              <a:rPr lang="en-US" b="1" dirty="0"/>
              <a:t>basic input/output system </a:t>
            </a:r>
            <a:r>
              <a:rPr lang="en-US" dirty="0"/>
              <a:t>(</a:t>
            </a:r>
            <a:r>
              <a:rPr lang="en-US" b="1" dirty="0"/>
              <a:t>BIOS</a:t>
            </a:r>
            <a:r>
              <a:rPr lang="en-US" dirty="0"/>
              <a:t>) or </a:t>
            </a:r>
            <a:r>
              <a:rPr lang="en-US" b="1" dirty="0"/>
              <a:t>Unified Extensible Firmware Interface </a:t>
            </a:r>
            <a:r>
              <a:rPr lang="en-US" dirty="0"/>
              <a:t>(</a:t>
            </a:r>
            <a:r>
              <a:rPr lang="en-US" b="1" dirty="0"/>
              <a:t>UEFI</a:t>
            </a:r>
            <a:r>
              <a:rPr lang="en-US" dirty="0"/>
              <a:t>)</a:t>
            </a:r>
          </a:p>
          <a:p>
            <a:pPr lvl="1"/>
            <a:r>
              <a:rPr lang="en-US" dirty="0"/>
              <a:t>Instructs the computer to perform a </a:t>
            </a:r>
            <a:r>
              <a:rPr lang="en-US" b="1" dirty="0"/>
              <a:t>power-on self test </a:t>
            </a:r>
            <a:r>
              <a:rPr lang="en-US" dirty="0"/>
              <a:t>(</a:t>
            </a:r>
            <a:r>
              <a:rPr lang="en-US" b="1" dirty="0"/>
              <a:t>POST</a:t>
            </a:r>
            <a:r>
              <a:rPr lang="en-US" dirty="0"/>
              <a:t>)</a:t>
            </a:r>
          </a:p>
          <a:p>
            <a:pPr lvl="1"/>
            <a:r>
              <a:rPr lang="en-US" dirty="0"/>
              <a:t>Configuration data is stored in a type of memory called </a:t>
            </a:r>
            <a:r>
              <a:rPr lang="en-US" b="1" dirty="0"/>
              <a:t>complementary metal oxide semiconductor </a:t>
            </a:r>
            <a:r>
              <a:rPr lang="en-US" dirty="0"/>
              <a:t>(</a:t>
            </a:r>
            <a:r>
              <a:rPr lang="en-US" b="1" dirty="0"/>
              <a:t>CMOS</a:t>
            </a:r>
            <a:r>
              <a:rPr lang="en-US" dirty="0"/>
              <a:t>)</a:t>
            </a:r>
          </a:p>
          <a:p>
            <a:endParaRPr lang="en-US" dirty="0"/>
          </a:p>
        </p:txBody>
      </p:sp>
    </p:spTree>
    <p:extLst>
      <p:ext uri="{BB962C8B-B14F-4D97-AF65-F5344CB8AC3E}">
        <p14:creationId xmlns:p14="http://schemas.microsoft.com/office/powerpoint/2010/main" val="3165777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6836C-7406-3BBC-BD6D-C5549B0AA5F2}"/>
              </a:ext>
            </a:extLst>
          </p:cNvPr>
          <p:cNvSpPr>
            <a:spLocks noGrp="1"/>
          </p:cNvSpPr>
          <p:nvPr>
            <p:ph type="title"/>
          </p:nvPr>
        </p:nvSpPr>
        <p:spPr/>
        <p:txBody>
          <a:bodyPr/>
          <a:lstStyle/>
          <a:p>
            <a:r>
              <a:rPr lang="en-US" dirty="0"/>
              <a:t>Computer Boot Procedure</a:t>
            </a:r>
          </a:p>
        </p:txBody>
      </p:sp>
      <p:sp>
        <p:nvSpPr>
          <p:cNvPr id="3" name="Content Placeholder 2">
            <a:extLst>
              <a:ext uri="{FF2B5EF4-FFF2-40B4-BE49-F238E27FC236}">
                <a16:creationId xmlns:a16="http://schemas.microsoft.com/office/drawing/2014/main" id="{42674F31-2BC8-9FFF-9AD5-FF2FDBFAC21E}"/>
              </a:ext>
            </a:extLst>
          </p:cNvPr>
          <p:cNvSpPr>
            <a:spLocks noGrp="1"/>
          </p:cNvSpPr>
          <p:nvPr>
            <p:ph idx="1"/>
          </p:nvPr>
        </p:nvSpPr>
        <p:spPr>
          <a:xfrm>
            <a:off x="476843" y="1253331"/>
            <a:ext cx="11241915" cy="4351338"/>
          </a:xfrm>
        </p:spPr>
        <p:txBody>
          <a:bodyPr/>
          <a:lstStyle/>
          <a:p>
            <a:r>
              <a:rPr lang="en-US" dirty="0"/>
              <a:t>To take a computer from a powered-off state to running an OS, the following steps must take place:</a:t>
            </a:r>
          </a:p>
          <a:p>
            <a:pPr marL="914400" lvl="1" indent="-457200">
              <a:buFont typeface="+mj-lt"/>
              <a:buAutoNum type="arabicPeriod"/>
            </a:pPr>
            <a:r>
              <a:rPr lang="en-US" dirty="0"/>
              <a:t>Power is applied to the motherboard</a:t>
            </a:r>
          </a:p>
          <a:p>
            <a:pPr marL="914400" lvl="1" indent="-457200">
              <a:buFont typeface="+mj-lt"/>
              <a:buAutoNum type="arabicPeriod"/>
            </a:pPr>
            <a:r>
              <a:rPr lang="en-US" dirty="0"/>
              <a:t>The CPU starts</a:t>
            </a:r>
          </a:p>
          <a:p>
            <a:pPr marL="914400" lvl="1" indent="-457200">
              <a:buFont typeface="+mj-lt"/>
              <a:buAutoNum type="arabicPeriod"/>
            </a:pPr>
            <a:r>
              <a:rPr lang="en-US" dirty="0"/>
              <a:t>The CPU carries out the firmware startup routines, including the POST</a:t>
            </a:r>
          </a:p>
          <a:p>
            <a:pPr marL="914400" lvl="1" indent="-457200">
              <a:buFont typeface="+mj-lt"/>
              <a:buAutoNum type="arabicPeriod"/>
            </a:pPr>
            <a:r>
              <a:rPr lang="en-US" dirty="0"/>
              <a:t>Boot devices, as specified in the firmware configuration, are searched for an OS</a:t>
            </a:r>
          </a:p>
          <a:p>
            <a:pPr marL="914400" lvl="1" indent="-457200">
              <a:buFont typeface="+mj-lt"/>
              <a:buAutoNum type="arabicPeriod"/>
            </a:pPr>
            <a:r>
              <a:rPr lang="en-US" dirty="0"/>
              <a:t>The OS is loaded into RAM</a:t>
            </a:r>
          </a:p>
          <a:p>
            <a:pPr marL="914400" lvl="1" indent="-457200">
              <a:buFont typeface="+mj-lt"/>
              <a:buAutoNum type="arabicPeriod"/>
            </a:pPr>
            <a:r>
              <a:rPr lang="en-US" dirty="0"/>
              <a:t>OS services are started</a:t>
            </a:r>
          </a:p>
          <a:p>
            <a:endParaRPr lang="en-US" dirty="0"/>
          </a:p>
        </p:txBody>
      </p:sp>
    </p:spTree>
    <p:extLst>
      <p:ext uri="{BB962C8B-B14F-4D97-AF65-F5344CB8AC3E}">
        <p14:creationId xmlns:p14="http://schemas.microsoft.com/office/powerpoint/2010/main" val="467641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8241A-4918-96D4-5423-A95A957E8B1D}"/>
              </a:ext>
            </a:extLst>
          </p:cNvPr>
          <p:cNvSpPr>
            <a:spLocks noGrp="1"/>
          </p:cNvSpPr>
          <p:nvPr>
            <p:ph type="title"/>
          </p:nvPr>
        </p:nvSpPr>
        <p:spPr/>
        <p:txBody>
          <a:bodyPr/>
          <a:lstStyle/>
          <a:p>
            <a:r>
              <a:rPr lang="en-US" dirty="0"/>
              <a:t>The Fundamentals of Network Communication</a:t>
            </a:r>
          </a:p>
        </p:txBody>
      </p:sp>
      <p:sp>
        <p:nvSpPr>
          <p:cNvPr id="3" name="Content Placeholder 2">
            <a:extLst>
              <a:ext uri="{FF2B5EF4-FFF2-40B4-BE49-F238E27FC236}">
                <a16:creationId xmlns:a16="http://schemas.microsoft.com/office/drawing/2014/main" id="{E41FA6F5-0E01-7948-EA32-F93270968DCD}"/>
              </a:ext>
            </a:extLst>
          </p:cNvPr>
          <p:cNvSpPr>
            <a:spLocks noGrp="1"/>
          </p:cNvSpPr>
          <p:nvPr>
            <p:ph idx="1"/>
          </p:nvPr>
        </p:nvSpPr>
        <p:spPr/>
        <p:txBody>
          <a:bodyPr/>
          <a:lstStyle/>
          <a:p>
            <a:r>
              <a:rPr lang="en-US" dirty="0"/>
              <a:t>A computer </a:t>
            </a:r>
            <a:r>
              <a:rPr lang="en-US" b="1" dirty="0"/>
              <a:t>network</a:t>
            </a:r>
            <a:r>
              <a:rPr lang="en-US" dirty="0"/>
              <a:t> consists of two or more computers connected by some kind of </a:t>
            </a:r>
            <a:r>
              <a:rPr lang="en-US" b="1" dirty="0"/>
              <a:t>transmission medium</a:t>
            </a:r>
          </a:p>
          <a:p>
            <a:pPr lvl="1"/>
            <a:r>
              <a:rPr lang="en-US" dirty="0"/>
              <a:t>Such as a cable or air waves</a:t>
            </a:r>
          </a:p>
          <a:p>
            <a:r>
              <a:rPr lang="en-US" dirty="0"/>
              <a:t>In order to access the Internet, a computer has to be able to connect to a network</a:t>
            </a:r>
          </a:p>
          <a:p>
            <a:r>
              <a:rPr lang="en-US" dirty="0"/>
              <a:t>The next few slides will cover what is required to turn a stand-alone computer into a networked computer</a:t>
            </a:r>
          </a:p>
          <a:p>
            <a:endParaRPr lang="en-US" dirty="0"/>
          </a:p>
        </p:txBody>
      </p:sp>
    </p:spTree>
    <p:extLst>
      <p:ext uri="{BB962C8B-B14F-4D97-AF65-F5344CB8AC3E}">
        <p14:creationId xmlns:p14="http://schemas.microsoft.com/office/powerpoint/2010/main" val="9770881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1B585-500F-5074-F551-82EBAA305B52}"/>
              </a:ext>
            </a:extLst>
          </p:cNvPr>
          <p:cNvSpPr>
            <a:spLocks noGrp="1"/>
          </p:cNvSpPr>
          <p:nvPr>
            <p:ph type="title"/>
          </p:nvPr>
        </p:nvSpPr>
        <p:spPr>
          <a:xfrm>
            <a:off x="476843" y="304801"/>
            <a:ext cx="11241915" cy="729915"/>
          </a:xfrm>
        </p:spPr>
        <p:txBody>
          <a:bodyPr/>
          <a:lstStyle/>
          <a:p>
            <a:r>
              <a:rPr lang="en-US" dirty="0"/>
              <a:t>Network Components </a:t>
            </a:r>
            <a:r>
              <a:rPr lang="en-US" sz="2400" dirty="0"/>
              <a:t>(1 of 2)</a:t>
            </a:r>
          </a:p>
        </p:txBody>
      </p:sp>
      <p:sp>
        <p:nvSpPr>
          <p:cNvPr id="3" name="Content Placeholder 2">
            <a:extLst>
              <a:ext uri="{FF2B5EF4-FFF2-40B4-BE49-F238E27FC236}">
                <a16:creationId xmlns:a16="http://schemas.microsoft.com/office/drawing/2014/main" id="{8B07B002-8633-F446-7775-85AA95EC4FF8}"/>
              </a:ext>
            </a:extLst>
          </p:cNvPr>
          <p:cNvSpPr>
            <a:spLocks noGrp="1"/>
          </p:cNvSpPr>
          <p:nvPr>
            <p:ph idx="1"/>
          </p:nvPr>
        </p:nvSpPr>
        <p:spPr>
          <a:xfrm>
            <a:off x="312821" y="1091692"/>
            <a:ext cx="11598442" cy="4839875"/>
          </a:xfrm>
        </p:spPr>
        <p:txBody>
          <a:bodyPr/>
          <a:lstStyle/>
          <a:p>
            <a:r>
              <a:rPr lang="en-US" altLang="en-US" dirty="0"/>
              <a:t>Hardware components needed to turn a </a:t>
            </a:r>
            <a:r>
              <a:rPr lang="en-US" altLang="en-US" b="1" dirty="0"/>
              <a:t>stand-alone computer </a:t>
            </a:r>
            <a:r>
              <a:rPr lang="en-US" altLang="en-US" dirty="0"/>
              <a:t>into a networked computer include the following:</a:t>
            </a:r>
          </a:p>
          <a:p>
            <a:pPr lvl="1"/>
            <a:r>
              <a:rPr lang="en-US" altLang="en-US" dirty="0"/>
              <a:t>A </a:t>
            </a:r>
            <a:r>
              <a:rPr lang="en-US" altLang="en-US" b="1" dirty="0"/>
              <a:t>network interface card</a:t>
            </a:r>
            <a:r>
              <a:rPr lang="en-US" altLang="en-US" dirty="0"/>
              <a:t> provides a connection between the computer and the network </a:t>
            </a:r>
          </a:p>
          <a:p>
            <a:pPr lvl="1"/>
            <a:r>
              <a:rPr lang="en-US" altLang="en-US" b="1" dirty="0"/>
              <a:t>Network medium </a:t>
            </a:r>
            <a:r>
              <a:rPr lang="en-US" altLang="en-US" dirty="0"/>
              <a:t>is a cable that plugs into the NIC and makes the connection between a computer and the rest of the network</a:t>
            </a:r>
          </a:p>
          <a:p>
            <a:pPr lvl="2"/>
            <a:r>
              <a:rPr lang="en-US" altLang="en-US" b="1" dirty="0"/>
              <a:t>Network media </a:t>
            </a:r>
            <a:r>
              <a:rPr lang="en-US" altLang="en-US" dirty="0"/>
              <a:t>can also be the electromagnetic waves, as in wireless networks</a:t>
            </a:r>
          </a:p>
          <a:p>
            <a:pPr lvl="1"/>
            <a:r>
              <a:rPr lang="en-US" altLang="en-US" dirty="0"/>
              <a:t>An </a:t>
            </a:r>
            <a:r>
              <a:rPr lang="en-US" altLang="en-US" b="1" dirty="0"/>
              <a:t>interconnecting device </a:t>
            </a:r>
            <a:r>
              <a:rPr lang="en-US" altLang="en-US" dirty="0"/>
              <a:t>allows two or more computers to communicate on the network without having to be connected directly to one another</a:t>
            </a:r>
            <a:endParaRPr lang="en-US" altLang="zh-CN" dirty="0"/>
          </a:p>
          <a:p>
            <a:endParaRPr lang="en-US" dirty="0"/>
          </a:p>
        </p:txBody>
      </p:sp>
    </p:spTree>
    <p:extLst>
      <p:ext uri="{BB962C8B-B14F-4D97-AF65-F5344CB8AC3E}">
        <p14:creationId xmlns:p14="http://schemas.microsoft.com/office/powerpoint/2010/main" val="14336255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F9212-E8D2-250F-DF9C-6A50FA6393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49243B-FA25-C2A2-5C84-66644DC86BBB}"/>
              </a:ext>
            </a:extLst>
          </p:cNvPr>
          <p:cNvSpPr>
            <a:spLocks noGrp="1"/>
          </p:cNvSpPr>
          <p:nvPr>
            <p:ph type="title"/>
          </p:nvPr>
        </p:nvSpPr>
        <p:spPr>
          <a:xfrm>
            <a:off x="476843" y="352927"/>
            <a:ext cx="11241915" cy="862260"/>
          </a:xfrm>
        </p:spPr>
        <p:txBody>
          <a:bodyPr/>
          <a:lstStyle/>
          <a:p>
            <a:r>
              <a:rPr lang="en-US" dirty="0"/>
              <a:t>Network Components </a:t>
            </a:r>
            <a:r>
              <a:rPr lang="en-US" sz="2400" dirty="0"/>
              <a:t>(2 of 2)</a:t>
            </a:r>
          </a:p>
        </p:txBody>
      </p:sp>
      <p:sp>
        <p:nvSpPr>
          <p:cNvPr id="3" name="Content Placeholder 2">
            <a:extLst>
              <a:ext uri="{FF2B5EF4-FFF2-40B4-BE49-F238E27FC236}">
                <a16:creationId xmlns:a16="http://schemas.microsoft.com/office/drawing/2014/main" id="{EDEBA139-1D7A-5BFA-4B42-059CAEF2B7D5}"/>
              </a:ext>
            </a:extLst>
          </p:cNvPr>
          <p:cNvSpPr>
            <a:spLocks noGrp="1"/>
          </p:cNvSpPr>
          <p:nvPr>
            <p:ph idx="1"/>
          </p:nvPr>
        </p:nvSpPr>
        <p:spPr>
          <a:xfrm>
            <a:off x="476843" y="1332329"/>
            <a:ext cx="11241915" cy="4351338"/>
          </a:xfrm>
        </p:spPr>
        <p:txBody>
          <a:bodyPr/>
          <a:lstStyle/>
          <a:p>
            <a:r>
              <a:rPr lang="en-US" altLang="en-US" dirty="0"/>
              <a:t>Network software can include the following:</a:t>
            </a:r>
          </a:p>
          <a:p>
            <a:pPr lvl="1"/>
            <a:r>
              <a:rPr lang="en-US" altLang="en-US" b="1" dirty="0"/>
              <a:t>Network client software </a:t>
            </a:r>
            <a:r>
              <a:rPr lang="en-US" altLang="en-US" dirty="0"/>
              <a:t>requests information stored on another network computer or device</a:t>
            </a:r>
          </a:p>
          <a:p>
            <a:pPr lvl="1"/>
            <a:r>
              <a:rPr lang="en-US" altLang="en-US" b="1" dirty="0"/>
              <a:t>Network server software </a:t>
            </a:r>
            <a:r>
              <a:rPr lang="en-US" altLang="en-US" dirty="0"/>
              <a:t>allows a computer to share its resources </a:t>
            </a:r>
          </a:p>
          <a:p>
            <a:pPr lvl="1"/>
            <a:r>
              <a:rPr lang="en-US" altLang="en-US" b="1" dirty="0"/>
              <a:t>Network protocols </a:t>
            </a:r>
            <a:r>
              <a:rPr lang="en-US" altLang="en-US" dirty="0"/>
              <a:t>define the rules and formats a computer must use when sending information across the network</a:t>
            </a:r>
          </a:p>
          <a:p>
            <a:pPr lvl="1"/>
            <a:r>
              <a:rPr lang="en-US" altLang="en-US" b="1" dirty="0"/>
              <a:t>NIC drivers </a:t>
            </a:r>
            <a:r>
              <a:rPr lang="en-US" altLang="en-US" dirty="0"/>
              <a:t>receive data from protocols and forward this data to the physical NIC</a:t>
            </a:r>
          </a:p>
          <a:p>
            <a:endParaRPr lang="en-US" altLang="en-US" dirty="0"/>
          </a:p>
          <a:p>
            <a:endParaRPr lang="en-US" dirty="0"/>
          </a:p>
        </p:txBody>
      </p:sp>
    </p:spTree>
    <p:extLst>
      <p:ext uri="{BB962C8B-B14F-4D97-AF65-F5344CB8AC3E}">
        <p14:creationId xmlns:p14="http://schemas.microsoft.com/office/powerpoint/2010/main" val="3334648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4D04-E091-DCCF-AA84-ABB3F2305717}"/>
              </a:ext>
            </a:extLst>
          </p:cNvPr>
          <p:cNvSpPr>
            <a:spLocks noGrp="1"/>
          </p:cNvSpPr>
          <p:nvPr>
            <p:ph type="title"/>
          </p:nvPr>
        </p:nvSpPr>
        <p:spPr/>
        <p:txBody>
          <a:bodyPr/>
          <a:lstStyle/>
          <a:p>
            <a:r>
              <a:rPr lang="en-US" dirty="0"/>
              <a:t>Steps of Network Communication</a:t>
            </a:r>
          </a:p>
        </p:txBody>
      </p:sp>
      <p:sp>
        <p:nvSpPr>
          <p:cNvPr id="3" name="Content Placeholder 2">
            <a:extLst>
              <a:ext uri="{FF2B5EF4-FFF2-40B4-BE49-F238E27FC236}">
                <a16:creationId xmlns:a16="http://schemas.microsoft.com/office/drawing/2014/main" id="{30D25B78-A04C-7BA5-A7F8-81F09D8BDF58}"/>
              </a:ext>
            </a:extLst>
          </p:cNvPr>
          <p:cNvSpPr>
            <a:spLocks noGrp="1"/>
          </p:cNvSpPr>
          <p:nvPr>
            <p:ph idx="1"/>
          </p:nvPr>
        </p:nvSpPr>
        <p:spPr>
          <a:xfrm>
            <a:off x="476843" y="1253331"/>
            <a:ext cx="11241915" cy="4351338"/>
          </a:xfrm>
        </p:spPr>
        <p:txBody>
          <a:bodyPr/>
          <a:lstStyle/>
          <a:p>
            <a:pPr marL="457200" indent="-457200">
              <a:buFont typeface="+mj-lt"/>
              <a:buAutoNum type="arabicPeriod"/>
            </a:pPr>
            <a:r>
              <a:rPr lang="en-US" b="1" dirty="0"/>
              <a:t>Application</a:t>
            </a:r>
            <a:r>
              <a:rPr lang="en-US" dirty="0"/>
              <a:t> tries to access a network resource by sending a message</a:t>
            </a:r>
          </a:p>
          <a:p>
            <a:pPr marL="457200" indent="-457200">
              <a:buFont typeface="+mj-lt"/>
              <a:buAutoNum type="arabicPeriod"/>
            </a:pPr>
            <a:r>
              <a:rPr lang="en-US" b="1" dirty="0"/>
              <a:t>Client software </a:t>
            </a:r>
            <a:r>
              <a:rPr lang="en-US" dirty="0"/>
              <a:t>formats the message and passes the message on to the network protocol</a:t>
            </a:r>
          </a:p>
          <a:p>
            <a:pPr marL="457200" indent="-457200">
              <a:buFont typeface="+mj-lt"/>
              <a:buAutoNum type="arabicPeriod"/>
            </a:pPr>
            <a:r>
              <a:rPr lang="en-US" b="1" dirty="0"/>
              <a:t>Protocol </a:t>
            </a:r>
            <a:r>
              <a:rPr lang="en-US" dirty="0"/>
              <a:t>packages the message in a format suitable for the network and sends it to the NIC driver</a:t>
            </a:r>
          </a:p>
          <a:p>
            <a:pPr marL="457200" indent="-457200">
              <a:buFont typeface="+mj-lt"/>
              <a:buAutoNum type="arabicPeriod"/>
            </a:pPr>
            <a:r>
              <a:rPr lang="en-US" dirty="0"/>
              <a:t>The </a:t>
            </a:r>
            <a:r>
              <a:rPr lang="en-US" b="1" dirty="0"/>
              <a:t>NIC driver </a:t>
            </a:r>
            <a:r>
              <a:rPr lang="en-US" dirty="0"/>
              <a:t>sends data in the request to the </a:t>
            </a:r>
            <a:r>
              <a:rPr lang="en-US" b="1" dirty="0"/>
              <a:t>NIC card </a:t>
            </a:r>
            <a:r>
              <a:rPr lang="en-US" dirty="0"/>
              <a:t>to be converted into necessary signals to be transmitted on the network</a:t>
            </a:r>
          </a:p>
          <a:p>
            <a:r>
              <a:rPr lang="en-US" dirty="0"/>
              <a:t>Steps taken at the server side are essentially the reverse of those on the client side</a:t>
            </a:r>
          </a:p>
          <a:p>
            <a:endParaRPr lang="en-US" dirty="0"/>
          </a:p>
        </p:txBody>
      </p:sp>
    </p:spTree>
    <p:extLst>
      <p:ext uri="{BB962C8B-B14F-4D97-AF65-F5344CB8AC3E}">
        <p14:creationId xmlns:p14="http://schemas.microsoft.com/office/powerpoint/2010/main" val="9508914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a:xfrm>
            <a:off x="476843" y="352927"/>
            <a:ext cx="11241915" cy="1217447"/>
          </a:xfrm>
        </p:spPr>
        <p:txBody>
          <a:bodyPr/>
          <a:lstStyle/>
          <a:p>
            <a:r>
              <a:rPr lang="en-US" dirty="0"/>
              <a:t>Layers of the Network Communication Process</a:t>
            </a:r>
          </a:p>
        </p:txBody>
      </p:sp>
      <p:sp>
        <p:nvSpPr>
          <p:cNvPr id="5" name="TextBox 4">
            <a:extLst>
              <a:ext uri="{FF2B5EF4-FFF2-40B4-BE49-F238E27FC236}">
                <a16:creationId xmlns:a16="http://schemas.microsoft.com/office/drawing/2014/main" id="{7CB0BE92-E73F-42E9-B249-3B271B6E8AA4}"/>
              </a:ext>
            </a:extLst>
          </p:cNvPr>
          <p:cNvSpPr txBox="1"/>
          <p:nvPr/>
        </p:nvSpPr>
        <p:spPr>
          <a:xfrm>
            <a:off x="7315200" y="3013501"/>
            <a:ext cx="4294598" cy="1200329"/>
          </a:xfrm>
          <a:prstGeom prst="rect">
            <a:avLst/>
          </a:prstGeom>
          <a:noFill/>
        </p:spPr>
        <p:txBody>
          <a:bodyPr wrap="square" rtlCol="0">
            <a:spAutoFit/>
          </a:bodyPr>
          <a:lstStyle/>
          <a:p>
            <a:r>
              <a:rPr lang="en-US" sz="2400" b="1" dirty="0">
                <a:latin typeface="Work Sans" pitchFamily="2" charset="0"/>
              </a:rPr>
              <a:t>Figure 1-7  </a:t>
            </a:r>
            <a:r>
              <a:rPr lang="en-US" sz="2400" dirty="0">
                <a:latin typeface="Work Sans" pitchFamily="2" charset="0"/>
              </a:rPr>
              <a:t>Layers of the network communication process</a:t>
            </a:r>
          </a:p>
        </p:txBody>
      </p:sp>
      <p:pic>
        <p:nvPicPr>
          <p:cNvPr id="4" name="Picture 3" descr="The layers through which network communication occurs in a sending computer and receiving computer. The following layers exist from top to bottom in both computers. User application. Network client software. Network protocol. Network interface. The data flows from the top to bottom layers in the sending machine. It is then transmitted from the sending computer to the receiving computer through a network medium. The communication then flows from the bottom to top layers in the receiving computer.">
            <a:extLst>
              <a:ext uri="{FF2B5EF4-FFF2-40B4-BE49-F238E27FC236}">
                <a16:creationId xmlns:a16="http://schemas.microsoft.com/office/drawing/2014/main" id="{9A0A1ADF-7558-23F4-5695-B1171206E1D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34102" y="1650568"/>
            <a:ext cx="5563739" cy="4151718"/>
          </a:xfrm>
          <a:prstGeom prst="rect">
            <a:avLst/>
          </a:prstGeom>
        </p:spPr>
      </p:pic>
    </p:spTree>
    <p:extLst>
      <p:ext uri="{BB962C8B-B14F-4D97-AF65-F5344CB8AC3E}">
        <p14:creationId xmlns:p14="http://schemas.microsoft.com/office/powerpoint/2010/main" val="12673250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91F19-2FBA-F8BC-8018-089B8BB4E496}"/>
              </a:ext>
            </a:extLst>
          </p:cNvPr>
          <p:cNvSpPr>
            <a:spLocks noGrp="1"/>
          </p:cNvSpPr>
          <p:nvPr>
            <p:ph type="title"/>
          </p:nvPr>
        </p:nvSpPr>
        <p:spPr>
          <a:xfrm>
            <a:off x="476843" y="340896"/>
            <a:ext cx="11241915" cy="1217447"/>
          </a:xfrm>
        </p:spPr>
        <p:txBody>
          <a:bodyPr/>
          <a:lstStyle/>
          <a:p>
            <a:r>
              <a:rPr lang="en-US" dirty="0"/>
              <a:t>How Two Computers Communicate on a LAN: Some Details </a:t>
            </a:r>
            <a:r>
              <a:rPr lang="en-US" sz="2400" dirty="0"/>
              <a:t>(1 of 2)</a:t>
            </a:r>
          </a:p>
        </p:txBody>
      </p:sp>
      <p:sp>
        <p:nvSpPr>
          <p:cNvPr id="3" name="Content Placeholder 2">
            <a:extLst>
              <a:ext uri="{FF2B5EF4-FFF2-40B4-BE49-F238E27FC236}">
                <a16:creationId xmlns:a16="http://schemas.microsoft.com/office/drawing/2014/main" id="{75C5056B-1BF4-9DEB-0D25-E7F9C3BDB4DB}"/>
              </a:ext>
            </a:extLst>
          </p:cNvPr>
          <p:cNvSpPr>
            <a:spLocks noGrp="1"/>
          </p:cNvSpPr>
          <p:nvPr>
            <p:ph idx="1"/>
          </p:nvPr>
        </p:nvSpPr>
        <p:spPr>
          <a:xfrm>
            <a:off x="476843" y="1717338"/>
            <a:ext cx="11241915" cy="4351338"/>
          </a:xfrm>
        </p:spPr>
        <p:txBody>
          <a:bodyPr/>
          <a:lstStyle/>
          <a:p>
            <a:r>
              <a:rPr lang="en-US" b="1" dirty="0"/>
              <a:t>TCP/IP </a:t>
            </a:r>
            <a:r>
              <a:rPr lang="en-US" dirty="0"/>
              <a:t>is the </a:t>
            </a:r>
            <a:r>
              <a:rPr lang="en-US" b="1" dirty="0"/>
              <a:t>most common protocol </a:t>
            </a:r>
            <a:r>
              <a:rPr lang="en-US" dirty="0"/>
              <a:t>(language) used on networks</a:t>
            </a:r>
          </a:p>
          <a:p>
            <a:r>
              <a:rPr lang="en-US" dirty="0"/>
              <a:t>TCP/IP uses 2 addresses to identify devices:</a:t>
            </a:r>
          </a:p>
          <a:p>
            <a:pPr lvl="1"/>
            <a:r>
              <a:rPr lang="en-US" sz="2200" dirty="0"/>
              <a:t>Logical address (IP address)</a:t>
            </a:r>
          </a:p>
          <a:p>
            <a:pPr lvl="1"/>
            <a:r>
              <a:rPr lang="en-US" sz="2200" dirty="0"/>
              <a:t>Physical address (MAC address)</a:t>
            </a:r>
          </a:p>
          <a:p>
            <a:r>
              <a:rPr lang="en-US" dirty="0"/>
              <a:t>Just as a mail person needs an address to deliver mail, TCP/IP needs an address in order to deliver data to the correct device on a network</a:t>
            </a:r>
          </a:p>
          <a:p>
            <a:r>
              <a:rPr lang="en-US" dirty="0"/>
              <a:t>Think of the logical address as a zip code and the physical address as a street address</a:t>
            </a:r>
          </a:p>
          <a:p>
            <a:endParaRPr lang="en-US" dirty="0"/>
          </a:p>
        </p:txBody>
      </p:sp>
    </p:spTree>
    <p:extLst>
      <p:ext uri="{BB962C8B-B14F-4D97-AF65-F5344CB8AC3E}">
        <p14:creationId xmlns:p14="http://schemas.microsoft.com/office/powerpoint/2010/main" val="32794703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4E50D-1369-F9DD-AACC-9F1740C6C9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0EFEF6-0F57-1336-B4FF-8A0EE860D7BB}"/>
              </a:ext>
            </a:extLst>
          </p:cNvPr>
          <p:cNvSpPr>
            <a:spLocks noGrp="1"/>
          </p:cNvSpPr>
          <p:nvPr>
            <p:ph type="title"/>
          </p:nvPr>
        </p:nvSpPr>
        <p:spPr>
          <a:xfrm>
            <a:off x="476843" y="304798"/>
            <a:ext cx="11241915" cy="1217447"/>
          </a:xfrm>
        </p:spPr>
        <p:txBody>
          <a:bodyPr/>
          <a:lstStyle/>
          <a:p>
            <a:r>
              <a:rPr lang="en-US" dirty="0"/>
              <a:t>How Two Computers Communicate on a LAN: Some Details </a:t>
            </a:r>
            <a:r>
              <a:rPr lang="en-US" sz="2800" dirty="0"/>
              <a:t>(2 of 2)</a:t>
            </a:r>
          </a:p>
        </p:txBody>
      </p:sp>
      <p:sp>
        <p:nvSpPr>
          <p:cNvPr id="3" name="Content Placeholder 2">
            <a:extLst>
              <a:ext uri="{FF2B5EF4-FFF2-40B4-BE49-F238E27FC236}">
                <a16:creationId xmlns:a16="http://schemas.microsoft.com/office/drawing/2014/main" id="{9A054943-8EA3-88A6-6A2E-B52C5364FEB7}"/>
              </a:ext>
            </a:extLst>
          </p:cNvPr>
          <p:cNvSpPr>
            <a:spLocks noGrp="1"/>
          </p:cNvSpPr>
          <p:nvPr>
            <p:ph idx="1"/>
          </p:nvPr>
        </p:nvSpPr>
        <p:spPr>
          <a:xfrm>
            <a:off x="324853" y="1536862"/>
            <a:ext cx="11658600" cy="4647370"/>
          </a:xfrm>
        </p:spPr>
        <p:txBody>
          <a:bodyPr/>
          <a:lstStyle/>
          <a:p>
            <a:pPr marL="457200" indent="-457200">
              <a:buFont typeface="+mj-lt"/>
              <a:buAutoNum type="arabicPeriod"/>
            </a:pPr>
            <a:r>
              <a:rPr lang="en-US" dirty="0"/>
              <a:t>A user at Comp A types ping 10.1.1.2 at a command prompt</a:t>
            </a:r>
          </a:p>
          <a:p>
            <a:pPr marL="457200" indent="-457200">
              <a:buFont typeface="+mj-lt"/>
              <a:buAutoNum type="arabicPeriod"/>
            </a:pPr>
            <a:r>
              <a:rPr lang="en-US" b="1" dirty="0"/>
              <a:t>Comp A</a:t>
            </a:r>
            <a:r>
              <a:rPr lang="en-US" dirty="0"/>
              <a:t> performs a name lookup to retrieve </a:t>
            </a:r>
            <a:r>
              <a:rPr lang="en-US" b="1" dirty="0"/>
              <a:t>Comp B’s </a:t>
            </a:r>
            <a:r>
              <a:rPr lang="en-US" dirty="0"/>
              <a:t>IP address</a:t>
            </a:r>
          </a:p>
          <a:p>
            <a:pPr marL="457200" indent="-457200">
              <a:buFont typeface="+mj-lt"/>
              <a:buAutoNum type="arabicPeriod"/>
            </a:pPr>
            <a:r>
              <a:rPr lang="en-US" b="1" dirty="0"/>
              <a:t>Network software </a:t>
            </a:r>
            <a:r>
              <a:rPr lang="en-US" dirty="0"/>
              <a:t>creates a ping message</a:t>
            </a:r>
          </a:p>
          <a:p>
            <a:pPr marL="457200" indent="-457200">
              <a:buFont typeface="+mj-lt"/>
              <a:buAutoNum type="arabicPeriod"/>
            </a:pPr>
            <a:r>
              <a:rPr lang="en-US" dirty="0"/>
              <a:t>The </a:t>
            </a:r>
            <a:r>
              <a:rPr lang="en-US" b="1" dirty="0"/>
              <a:t>network protocol </a:t>
            </a:r>
            <a:r>
              <a:rPr lang="en-US" dirty="0"/>
              <a:t>adds the IP address of sending and destination computers and acquires the destination computer’s MAC address</a:t>
            </a:r>
          </a:p>
          <a:p>
            <a:pPr marL="457200" indent="-457200">
              <a:buFont typeface="+mj-lt"/>
              <a:buAutoNum type="arabicPeriod"/>
            </a:pPr>
            <a:r>
              <a:rPr lang="en-US" dirty="0"/>
              <a:t>The </a:t>
            </a:r>
            <a:r>
              <a:rPr lang="en-US" b="1" dirty="0"/>
              <a:t>network interface software </a:t>
            </a:r>
            <a:r>
              <a:rPr lang="en-US" dirty="0"/>
              <a:t>adds MAC addresses of sending and destination computers </a:t>
            </a:r>
          </a:p>
          <a:p>
            <a:pPr marL="457200" indent="-457200">
              <a:buFont typeface="+mj-lt"/>
              <a:buAutoNum type="arabicPeriod"/>
            </a:pPr>
            <a:r>
              <a:rPr lang="en-US" b="1" dirty="0"/>
              <a:t>Comp B</a:t>
            </a:r>
            <a:r>
              <a:rPr lang="en-US" dirty="0"/>
              <a:t> receives message, verifies that the addresses are correct and then sends a reply to Comp A using Steps 3 – 5</a:t>
            </a:r>
          </a:p>
        </p:txBody>
      </p:sp>
    </p:spTree>
    <p:extLst>
      <p:ext uri="{BB962C8B-B14F-4D97-AF65-F5344CB8AC3E}">
        <p14:creationId xmlns:p14="http://schemas.microsoft.com/office/powerpoint/2010/main" val="33540384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1-1</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428583"/>
            <a:ext cx="11241915" cy="4351338"/>
          </a:xfrm>
        </p:spPr>
        <p:txBody>
          <a:bodyPr/>
          <a:lstStyle/>
          <a:p>
            <a:pPr marL="0" indent="0">
              <a:buNone/>
            </a:pPr>
            <a:r>
              <a:rPr lang="en-US" dirty="0"/>
              <a:t>If you want to have fast </a:t>
            </a:r>
            <a:r>
              <a:rPr lang="en-US" b="1" dirty="0"/>
              <a:t>long-term storage </a:t>
            </a:r>
            <a:r>
              <a:rPr lang="en-US" dirty="0"/>
              <a:t>on your laptop computer, which of the following types of storage should you use to get the </a:t>
            </a:r>
            <a:r>
              <a:rPr lang="en-US" b="1" dirty="0"/>
              <a:t>fastest</a:t>
            </a:r>
            <a:r>
              <a:rPr lang="en-US" dirty="0"/>
              <a:t> performance?</a:t>
            </a:r>
          </a:p>
          <a:p>
            <a:pPr marL="457200" indent="-457200">
              <a:buAutoNum type="alphaLcPeriod"/>
            </a:pPr>
            <a:r>
              <a:rPr lang="en-US" dirty="0"/>
              <a:t>RAM</a:t>
            </a:r>
          </a:p>
          <a:p>
            <a:pPr marL="457200" indent="-457200">
              <a:buAutoNum type="alphaLcPeriod"/>
            </a:pPr>
            <a:r>
              <a:rPr lang="en-US" dirty="0"/>
              <a:t>Hard drive</a:t>
            </a:r>
          </a:p>
          <a:p>
            <a:pPr marL="457200" indent="-457200">
              <a:buAutoNum type="alphaLcPeriod"/>
            </a:pPr>
            <a:r>
              <a:rPr lang="en-US" dirty="0"/>
              <a:t>Solid state drive</a:t>
            </a:r>
          </a:p>
          <a:p>
            <a:pPr marL="457200" indent="-457200">
              <a:buAutoNum type="alphaLcPeriod"/>
            </a:pPr>
            <a:r>
              <a:rPr lang="en-US" dirty="0"/>
              <a:t>DVD drive</a:t>
            </a:r>
          </a:p>
        </p:txBody>
      </p:sp>
    </p:spTree>
    <p:extLst>
      <p:ext uri="{BB962C8B-B14F-4D97-AF65-F5344CB8AC3E}">
        <p14:creationId xmlns:p14="http://schemas.microsoft.com/office/powerpoint/2010/main" val="36838000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1-1: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2"/>
            <a:ext cx="11241915" cy="2621900"/>
          </a:xfrm>
        </p:spPr>
        <p:txBody>
          <a:bodyPr/>
          <a:lstStyle/>
          <a:p>
            <a:pPr marL="0" indent="0">
              <a:buNone/>
            </a:pPr>
            <a:r>
              <a:rPr lang="en-US" dirty="0"/>
              <a:t>If you want to have fast long-term storage on your laptop computer, which of the following types of storage should you use to get the fastest performance?</a:t>
            </a:r>
          </a:p>
          <a:p>
            <a:pPr marL="0" indent="0">
              <a:buNone/>
            </a:pPr>
            <a:r>
              <a:rPr lang="en-US" b="1" dirty="0"/>
              <a:t>Answer: c</a:t>
            </a:r>
            <a:r>
              <a:rPr lang="en-US" dirty="0"/>
              <a:t>. Solid state drive</a:t>
            </a:r>
          </a:p>
          <a:p>
            <a:pPr marL="0" indent="0">
              <a:buNone/>
            </a:pPr>
            <a:r>
              <a:rPr lang="en-US" b="1" dirty="0"/>
              <a:t>Explanation:</a:t>
            </a:r>
            <a:r>
              <a:rPr lang="en-US" dirty="0"/>
              <a:t> Of the long-term storage types listed, the solid state drive (SSD) provides the fastest performance. RAM is the fastest type of storage of those listed but it is short-term storage.</a:t>
            </a:r>
          </a:p>
        </p:txBody>
      </p:sp>
    </p:spTree>
    <p:extLst>
      <p:ext uri="{BB962C8B-B14F-4D97-AF65-F5344CB8AC3E}">
        <p14:creationId xmlns:p14="http://schemas.microsoft.com/office/powerpoint/2010/main" val="38891047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7178B-2907-3517-91AB-9F19D7DCB265}"/>
              </a:ext>
            </a:extLst>
          </p:cNvPr>
          <p:cNvSpPr>
            <a:spLocks noGrp="1"/>
          </p:cNvSpPr>
          <p:nvPr>
            <p:ph type="title"/>
          </p:nvPr>
        </p:nvSpPr>
        <p:spPr>
          <a:xfrm>
            <a:off x="348917" y="473246"/>
            <a:ext cx="11526252" cy="934450"/>
          </a:xfrm>
        </p:spPr>
        <p:txBody>
          <a:bodyPr/>
          <a:lstStyle/>
          <a:p>
            <a:r>
              <a:rPr lang="en-US" dirty="0"/>
              <a:t>LANs, Internetworks, WANs, and MANs </a:t>
            </a:r>
            <a:r>
              <a:rPr lang="en-US" sz="2800" dirty="0"/>
              <a:t>(1 of 3)</a:t>
            </a:r>
          </a:p>
        </p:txBody>
      </p:sp>
      <p:sp>
        <p:nvSpPr>
          <p:cNvPr id="3" name="Content Placeholder 2">
            <a:extLst>
              <a:ext uri="{FF2B5EF4-FFF2-40B4-BE49-F238E27FC236}">
                <a16:creationId xmlns:a16="http://schemas.microsoft.com/office/drawing/2014/main" id="{F4C54F9E-D3A9-2E26-7510-484FC6562D8D}"/>
              </a:ext>
            </a:extLst>
          </p:cNvPr>
          <p:cNvSpPr>
            <a:spLocks noGrp="1"/>
          </p:cNvSpPr>
          <p:nvPr>
            <p:ph idx="1"/>
          </p:nvPr>
        </p:nvSpPr>
        <p:spPr>
          <a:xfrm>
            <a:off x="476843" y="1782081"/>
            <a:ext cx="11241915" cy="4351338"/>
          </a:xfrm>
        </p:spPr>
        <p:txBody>
          <a:bodyPr/>
          <a:lstStyle/>
          <a:p>
            <a:r>
              <a:rPr lang="en-US" dirty="0"/>
              <a:t>A </a:t>
            </a:r>
            <a:r>
              <a:rPr lang="en-US" b="1" dirty="0"/>
              <a:t>local area network </a:t>
            </a:r>
            <a:r>
              <a:rPr lang="en-US" dirty="0"/>
              <a:t>(</a:t>
            </a:r>
            <a:r>
              <a:rPr lang="en-US" b="1" dirty="0"/>
              <a:t>LAN</a:t>
            </a:r>
            <a:r>
              <a:rPr lang="en-US" dirty="0"/>
              <a:t>) is a small network, limited to a single collection of machines and connected by one or more interconnecting devices in a small geographic area</a:t>
            </a:r>
          </a:p>
          <a:p>
            <a:r>
              <a:rPr lang="en-US" dirty="0"/>
              <a:t>An </a:t>
            </a:r>
            <a:r>
              <a:rPr lang="en-US" b="1" dirty="0"/>
              <a:t>internetwork</a:t>
            </a:r>
            <a:r>
              <a:rPr lang="en-US" dirty="0"/>
              <a:t> is a networked collection of LANs tied together by devices such as routers</a:t>
            </a:r>
          </a:p>
          <a:p>
            <a:r>
              <a:rPr lang="en-US" b="1" dirty="0"/>
              <a:t>Wide area networks </a:t>
            </a:r>
            <a:r>
              <a:rPr lang="en-US" dirty="0"/>
              <a:t>(</a:t>
            </a:r>
            <a:r>
              <a:rPr lang="en-US" b="1" dirty="0"/>
              <a:t>WANs</a:t>
            </a:r>
            <a:r>
              <a:rPr lang="en-US" dirty="0"/>
              <a:t>) use the services of third-party providers to carry network traffic from one location to another</a:t>
            </a:r>
          </a:p>
          <a:p>
            <a:r>
              <a:rPr lang="en-US" b="1" dirty="0"/>
              <a:t>Metropolitan area networks </a:t>
            </a:r>
            <a:r>
              <a:rPr lang="en-US" dirty="0"/>
              <a:t>(</a:t>
            </a:r>
            <a:r>
              <a:rPr lang="en-US" b="1" dirty="0"/>
              <a:t>MANs</a:t>
            </a:r>
            <a:r>
              <a:rPr lang="en-US" dirty="0"/>
              <a:t>) use WAN technologies to interconnect LANs in a specific geographic region, such as a county or city</a:t>
            </a:r>
          </a:p>
          <a:p>
            <a:endParaRPr lang="en-US" dirty="0"/>
          </a:p>
        </p:txBody>
      </p:sp>
    </p:spTree>
    <p:extLst>
      <p:ext uri="{BB962C8B-B14F-4D97-AF65-F5344CB8AC3E}">
        <p14:creationId xmlns:p14="http://schemas.microsoft.com/office/powerpoint/2010/main" val="36713844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a:xfrm>
            <a:off x="476843" y="485277"/>
            <a:ext cx="11241915" cy="1217447"/>
          </a:xfrm>
        </p:spPr>
        <p:txBody>
          <a:bodyPr/>
          <a:lstStyle/>
          <a:p>
            <a:r>
              <a:rPr lang="en-US" dirty="0"/>
              <a:t>LANs, Internetworks, WANs, and MANs </a:t>
            </a:r>
            <a:r>
              <a:rPr lang="en-US" sz="2400" dirty="0"/>
              <a:t>(2 of 3)</a:t>
            </a:r>
          </a:p>
        </p:txBody>
      </p:sp>
      <p:sp>
        <p:nvSpPr>
          <p:cNvPr id="5" name="TextBox 4">
            <a:extLst>
              <a:ext uri="{FF2B5EF4-FFF2-40B4-BE49-F238E27FC236}">
                <a16:creationId xmlns:a16="http://schemas.microsoft.com/office/drawing/2014/main" id="{7CB0BE92-E73F-42E9-B249-3B271B6E8AA4}"/>
              </a:ext>
            </a:extLst>
          </p:cNvPr>
          <p:cNvSpPr txBox="1"/>
          <p:nvPr/>
        </p:nvSpPr>
        <p:spPr>
          <a:xfrm>
            <a:off x="7424160" y="2845721"/>
            <a:ext cx="4294598" cy="1569660"/>
          </a:xfrm>
          <a:prstGeom prst="rect">
            <a:avLst/>
          </a:prstGeom>
          <a:noFill/>
        </p:spPr>
        <p:txBody>
          <a:bodyPr wrap="square" rtlCol="0">
            <a:spAutoFit/>
          </a:bodyPr>
          <a:lstStyle/>
          <a:p>
            <a:r>
              <a:rPr lang="en-US" sz="2400" b="1" dirty="0">
                <a:latin typeface="Work Sans" pitchFamily="2" charset="0"/>
              </a:rPr>
              <a:t>Figure 1-17  </a:t>
            </a:r>
            <a:r>
              <a:rPr lang="en-US" sz="2400" dirty="0">
                <a:latin typeface="Work Sans" pitchFamily="2" charset="0"/>
              </a:rPr>
              <a:t>An internetwork with two LANs connected by a router</a:t>
            </a:r>
          </a:p>
        </p:txBody>
      </p:sp>
      <p:pic>
        <p:nvPicPr>
          <p:cNvPr id="4" name="Picture 3" descr="AAn internetwork. Two local area networks are indicated with three computers each connected to individual switches. The switches are connected using a router forming an internetwork.">
            <a:extLst>
              <a:ext uri="{FF2B5EF4-FFF2-40B4-BE49-F238E27FC236}">
                <a16:creationId xmlns:a16="http://schemas.microsoft.com/office/drawing/2014/main" id="{E6F227F3-8F16-D3F8-976D-D1C7A7994B3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406478" y="2208647"/>
            <a:ext cx="4042403" cy="3041449"/>
          </a:xfrm>
          <a:prstGeom prst="rect">
            <a:avLst/>
          </a:prstGeom>
        </p:spPr>
      </p:pic>
    </p:spTree>
    <p:extLst>
      <p:ext uri="{BB962C8B-B14F-4D97-AF65-F5344CB8AC3E}">
        <p14:creationId xmlns:p14="http://schemas.microsoft.com/office/powerpoint/2010/main" val="38506307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46665-F86A-355E-E715-703763357D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B245FF-1BFD-5C7D-8DD8-3D218D346AF4}"/>
              </a:ext>
            </a:extLst>
          </p:cNvPr>
          <p:cNvSpPr>
            <a:spLocks noGrp="1"/>
          </p:cNvSpPr>
          <p:nvPr>
            <p:ph type="title"/>
          </p:nvPr>
        </p:nvSpPr>
        <p:spPr/>
        <p:txBody>
          <a:bodyPr/>
          <a:lstStyle/>
          <a:p>
            <a:r>
              <a:rPr lang="en-US" dirty="0"/>
              <a:t>LANs, Internetworks, WANs, and MANs </a:t>
            </a:r>
            <a:r>
              <a:rPr lang="en-US" sz="2400" dirty="0"/>
              <a:t>(3 of 3)</a:t>
            </a:r>
          </a:p>
        </p:txBody>
      </p:sp>
      <p:sp>
        <p:nvSpPr>
          <p:cNvPr id="5" name="TextBox 4">
            <a:extLst>
              <a:ext uri="{FF2B5EF4-FFF2-40B4-BE49-F238E27FC236}">
                <a16:creationId xmlns:a16="http://schemas.microsoft.com/office/drawing/2014/main" id="{3750EE03-1646-A98E-D129-99939B678BC0}"/>
              </a:ext>
            </a:extLst>
          </p:cNvPr>
          <p:cNvSpPr txBox="1"/>
          <p:nvPr/>
        </p:nvSpPr>
        <p:spPr>
          <a:xfrm>
            <a:off x="7424160" y="2845721"/>
            <a:ext cx="4294598" cy="830997"/>
          </a:xfrm>
          <a:prstGeom prst="rect">
            <a:avLst/>
          </a:prstGeom>
          <a:noFill/>
        </p:spPr>
        <p:txBody>
          <a:bodyPr wrap="square" rtlCol="0">
            <a:spAutoFit/>
          </a:bodyPr>
          <a:lstStyle/>
          <a:p>
            <a:r>
              <a:rPr lang="en-US" sz="2400" b="1" dirty="0">
                <a:latin typeface="Work Sans" pitchFamily="2" charset="0"/>
              </a:rPr>
              <a:t>Figure 1-18  </a:t>
            </a:r>
            <a:r>
              <a:rPr lang="en-US" sz="2400" dirty="0">
                <a:latin typeface="Work Sans" pitchFamily="2" charset="0"/>
              </a:rPr>
              <a:t>A WAN with a connection to the Internet</a:t>
            </a:r>
          </a:p>
        </p:txBody>
      </p:sp>
      <p:pic>
        <p:nvPicPr>
          <p:cNvPr id="4" name="Picture 3" descr="A wide area network that is connected to the Internet. A wide area network connection connects two routers. Each router is connected to a switch that is further connected to a local area network. One of the routers is connected to the Internet.">
            <a:extLst>
              <a:ext uri="{FF2B5EF4-FFF2-40B4-BE49-F238E27FC236}">
                <a16:creationId xmlns:a16="http://schemas.microsoft.com/office/drawing/2014/main" id="{A1FA1AB3-021F-3BB8-1098-78C74756EB4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161984" y="2071577"/>
            <a:ext cx="4266799" cy="3210281"/>
          </a:xfrm>
          <a:prstGeom prst="rect">
            <a:avLst/>
          </a:prstGeom>
        </p:spPr>
      </p:pic>
    </p:spTree>
    <p:extLst>
      <p:ext uri="{BB962C8B-B14F-4D97-AF65-F5344CB8AC3E}">
        <p14:creationId xmlns:p14="http://schemas.microsoft.com/office/powerpoint/2010/main" val="11453987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E7E96-6AD6-2289-FD8E-F82A921D24C4}"/>
              </a:ext>
            </a:extLst>
          </p:cNvPr>
          <p:cNvSpPr>
            <a:spLocks noGrp="1"/>
          </p:cNvSpPr>
          <p:nvPr>
            <p:ph type="title"/>
          </p:nvPr>
        </p:nvSpPr>
        <p:spPr/>
        <p:txBody>
          <a:bodyPr/>
          <a:lstStyle/>
          <a:p>
            <a:r>
              <a:rPr lang="en-US" dirty="0"/>
              <a:t>WLANs, CANs, and PANs (1 of 2)</a:t>
            </a:r>
          </a:p>
        </p:txBody>
      </p:sp>
      <p:sp>
        <p:nvSpPr>
          <p:cNvPr id="3" name="Content Placeholder 2">
            <a:extLst>
              <a:ext uri="{FF2B5EF4-FFF2-40B4-BE49-F238E27FC236}">
                <a16:creationId xmlns:a16="http://schemas.microsoft.com/office/drawing/2014/main" id="{D7D24FB2-B3A6-7E13-30F0-878F731A836A}"/>
              </a:ext>
            </a:extLst>
          </p:cNvPr>
          <p:cNvSpPr>
            <a:spLocks noGrp="1"/>
          </p:cNvSpPr>
          <p:nvPr>
            <p:ph idx="1"/>
          </p:nvPr>
        </p:nvSpPr>
        <p:spPr/>
        <p:txBody>
          <a:bodyPr/>
          <a:lstStyle/>
          <a:p>
            <a:r>
              <a:rPr lang="en-US" dirty="0"/>
              <a:t>A </a:t>
            </a:r>
            <a:r>
              <a:rPr lang="en-US" b="1" dirty="0"/>
              <a:t>wireless LAN </a:t>
            </a:r>
            <a:r>
              <a:rPr lang="en-US" dirty="0"/>
              <a:t>(</a:t>
            </a:r>
            <a:r>
              <a:rPr lang="en-US" b="1" dirty="0"/>
              <a:t>WLAN</a:t>
            </a:r>
            <a:r>
              <a:rPr lang="en-US" dirty="0"/>
              <a:t>) consists of network devices and an interconnecting device called an access point</a:t>
            </a:r>
          </a:p>
          <a:p>
            <a:r>
              <a:rPr lang="en-US" dirty="0"/>
              <a:t>A </a:t>
            </a:r>
            <a:r>
              <a:rPr lang="en-US" b="1" dirty="0"/>
              <a:t>campus area network </a:t>
            </a:r>
            <a:r>
              <a:rPr lang="en-US" dirty="0"/>
              <a:t>(</a:t>
            </a:r>
            <a:r>
              <a:rPr lang="en-US" b="1" dirty="0"/>
              <a:t>CAN</a:t>
            </a:r>
            <a:r>
              <a:rPr lang="en-US" dirty="0"/>
              <a:t>) is an internetwork that spans a limited area confined to a college campus or corporate campus</a:t>
            </a:r>
          </a:p>
          <a:p>
            <a:pPr lvl="1"/>
            <a:r>
              <a:rPr lang="en-US" dirty="0"/>
              <a:t>They use mostly LAN technologies</a:t>
            </a:r>
          </a:p>
          <a:p>
            <a:r>
              <a:rPr lang="en-US" dirty="0"/>
              <a:t>A </a:t>
            </a:r>
            <a:r>
              <a:rPr lang="en-US" b="1" dirty="0"/>
              <a:t>personal area network </a:t>
            </a:r>
            <a:r>
              <a:rPr lang="en-US" dirty="0"/>
              <a:t>(</a:t>
            </a:r>
            <a:r>
              <a:rPr lang="en-US" b="1" dirty="0"/>
              <a:t>PAN</a:t>
            </a:r>
            <a:r>
              <a:rPr lang="en-US" dirty="0"/>
              <a:t>) uses short-range wireless technology to connect personal devices such as smartphone, tablet, or laptop, to other devices like a smart watch, and wireless ear buds</a:t>
            </a:r>
          </a:p>
        </p:txBody>
      </p:sp>
    </p:spTree>
    <p:extLst>
      <p:ext uri="{BB962C8B-B14F-4D97-AF65-F5344CB8AC3E}">
        <p14:creationId xmlns:p14="http://schemas.microsoft.com/office/powerpoint/2010/main" val="12629517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WLANs, CANs, and PANs (2 of 2)</a:t>
            </a:r>
          </a:p>
        </p:txBody>
      </p:sp>
      <p:sp>
        <p:nvSpPr>
          <p:cNvPr id="5" name="TextBox 4">
            <a:extLst>
              <a:ext uri="{FF2B5EF4-FFF2-40B4-BE49-F238E27FC236}">
                <a16:creationId xmlns:a16="http://schemas.microsoft.com/office/drawing/2014/main" id="{7CB0BE92-E73F-42E9-B249-3B271B6E8AA4}"/>
              </a:ext>
            </a:extLst>
          </p:cNvPr>
          <p:cNvSpPr txBox="1"/>
          <p:nvPr/>
        </p:nvSpPr>
        <p:spPr>
          <a:xfrm>
            <a:off x="5759366" y="5251162"/>
            <a:ext cx="4294598" cy="461665"/>
          </a:xfrm>
          <a:prstGeom prst="rect">
            <a:avLst/>
          </a:prstGeom>
          <a:noFill/>
        </p:spPr>
        <p:txBody>
          <a:bodyPr wrap="square" rtlCol="0">
            <a:spAutoFit/>
          </a:bodyPr>
          <a:lstStyle/>
          <a:p>
            <a:r>
              <a:rPr lang="en-US" sz="2400" b="1" dirty="0">
                <a:latin typeface="Work Sans" pitchFamily="2" charset="0"/>
              </a:rPr>
              <a:t>Figure 1-19  </a:t>
            </a:r>
            <a:r>
              <a:rPr lang="en-US" sz="2400" dirty="0">
                <a:latin typeface="Work Sans" pitchFamily="2" charset="0"/>
              </a:rPr>
              <a:t>A wireless LAN</a:t>
            </a:r>
          </a:p>
        </p:txBody>
      </p:sp>
      <p:pic>
        <p:nvPicPr>
          <p:cNvPr id="4" name="Picture 3" descr="A wireless LAN that is enabled with a wireless access point. A wireless P C, a wireless laptop and a wireless table are connected to the wireless access point.&#10;">
            <a:extLst>
              <a:ext uri="{FF2B5EF4-FFF2-40B4-BE49-F238E27FC236}">
                <a16:creationId xmlns:a16="http://schemas.microsoft.com/office/drawing/2014/main" id="{17CF3037-2038-7C5F-07DE-EB59E02A748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32638" y="1333241"/>
            <a:ext cx="5145755" cy="3813708"/>
          </a:xfrm>
          <a:prstGeom prst="rect">
            <a:avLst/>
          </a:prstGeom>
        </p:spPr>
      </p:pic>
      <p:pic>
        <p:nvPicPr>
          <p:cNvPr id="3" name="Online Media 2" title="Intro to Computer Networking!">
            <a:hlinkClick r:id="" action="ppaction://media"/>
            <a:extLst>
              <a:ext uri="{FF2B5EF4-FFF2-40B4-BE49-F238E27FC236}">
                <a16:creationId xmlns:a16="http://schemas.microsoft.com/office/drawing/2014/main" id="{055B61FD-8119-AD79-0417-2254E55F867A}"/>
              </a:ext>
            </a:extLst>
          </p:cNvPr>
          <p:cNvPicPr>
            <a:picLocks noRot="1" noChangeAspect="1"/>
          </p:cNvPicPr>
          <p:nvPr>
            <a:videoFile r:link="rId1"/>
          </p:nvPr>
        </p:nvPicPr>
        <p:blipFill>
          <a:blip r:embed="rId4"/>
          <a:stretch>
            <a:fillRect/>
          </a:stretch>
        </p:blipFill>
        <p:spPr>
          <a:xfrm>
            <a:off x="6012720" y="1333241"/>
            <a:ext cx="5631716" cy="3178601"/>
          </a:xfrm>
          <a:prstGeom prst="rect">
            <a:avLst/>
          </a:prstGeom>
        </p:spPr>
      </p:pic>
      <p:sp>
        <p:nvSpPr>
          <p:cNvPr id="7" name="TextBox 6">
            <a:extLst>
              <a:ext uri="{FF2B5EF4-FFF2-40B4-BE49-F238E27FC236}">
                <a16:creationId xmlns:a16="http://schemas.microsoft.com/office/drawing/2014/main" id="{CF39AB41-7BA8-9C71-43D0-5E1E46BB27E2}"/>
              </a:ext>
            </a:extLst>
          </p:cNvPr>
          <p:cNvSpPr txBox="1"/>
          <p:nvPr/>
        </p:nvSpPr>
        <p:spPr>
          <a:xfrm>
            <a:off x="6098006" y="4696836"/>
            <a:ext cx="6093994" cy="369332"/>
          </a:xfrm>
          <a:prstGeom prst="rect">
            <a:avLst/>
          </a:prstGeom>
          <a:noFill/>
        </p:spPr>
        <p:txBody>
          <a:bodyPr wrap="square">
            <a:spAutoFit/>
          </a:bodyPr>
          <a:lstStyle/>
          <a:p>
            <a:r>
              <a:rPr lang="en-US"/>
              <a:t>https://www.yout-ube.com/watch?v=nt0xqeHmWBY</a:t>
            </a:r>
          </a:p>
        </p:txBody>
      </p:sp>
    </p:spTree>
    <p:extLst>
      <p:ext uri="{BB962C8B-B14F-4D97-AF65-F5344CB8AC3E}">
        <p14:creationId xmlns:p14="http://schemas.microsoft.com/office/powerpoint/2010/main" val="3289532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08B13-308A-79DC-44D6-89A9C274B2C6}"/>
              </a:ext>
            </a:extLst>
          </p:cNvPr>
          <p:cNvSpPr>
            <a:spLocks noGrp="1"/>
          </p:cNvSpPr>
          <p:nvPr>
            <p:ph type="title"/>
          </p:nvPr>
        </p:nvSpPr>
        <p:spPr/>
        <p:txBody>
          <a:bodyPr/>
          <a:lstStyle/>
          <a:p>
            <a:r>
              <a:rPr lang="en-US" dirty="0"/>
              <a:t>Internet, Intranet, and Extranet</a:t>
            </a:r>
          </a:p>
        </p:txBody>
      </p:sp>
      <p:sp>
        <p:nvSpPr>
          <p:cNvPr id="3" name="Content Placeholder 2">
            <a:extLst>
              <a:ext uri="{FF2B5EF4-FFF2-40B4-BE49-F238E27FC236}">
                <a16:creationId xmlns:a16="http://schemas.microsoft.com/office/drawing/2014/main" id="{3AFB503A-6CBA-30DD-D410-AF8D3B360AE0}"/>
              </a:ext>
            </a:extLst>
          </p:cNvPr>
          <p:cNvSpPr>
            <a:spLocks noGrp="1"/>
          </p:cNvSpPr>
          <p:nvPr>
            <p:ph idx="1"/>
          </p:nvPr>
        </p:nvSpPr>
        <p:spPr/>
        <p:txBody>
          <a:bodyPr/>
          <a:lstStyle/>
          <a:p>
            <a:r>
              <a:rPr lang="en-US" dirty="0"/>
              <a:t>The </a:t>
            </a:r>
            <a:r>
              <a:rPr lang="en-US" b="1" dirty="0"/>
              <a:t>Internet</a:t>
            </a:r>
            <a:r>
              <a:rPr lang="en-US" dirty="0"/>
              <a:t> is a worldwide public internetwork that uses protocols such as TCP/IP and HTTP to transfer and view information</a:t>
            </a:r>
          </a:p>
          <a:p>
            <a:r>
              <a:rPr lang="en-US" dirty="0"/>
              <a:t>An </a:t>
            </a:r>
            <a:r>
              <a:rPr lang="en-US" b="1" dirty="0"/>
              <a:t>intranet</a:t>
            </a:r>
            <a:r>
              <a:rPr lang="en-US" dirty="0"/>
              <a:t> is a private internetwork in which devices and servers are only available to those users connected to the internal network</a:t>
            </a:r>
          </a:p>
          <a:p>
            <a:r>
              <a:rPr lang="en-US" dirty="0"/>
              <a:t>An </a:t>
            </a:r>
            <a:r>
              <a:rPr lang="en-US" b="1" dirty="0"/>
              <a:t>extranet </a:t>
            </a:r>
            <a:r>
              <a:rPr lang="en-US" dirty="0"/>
              <a:t>allows limited and controlled access to internal resources by outside users</a:t>
            </a:r>
          </a:p>
          <a:p>
            <a:endParaRPr lang="en-US" dirty="0"/>
          </a:p>
          <a:p>
            <a:endParaRPr lang="en-US" dirty="0"/>
          </a:p>
        </p:txBody>
      </p:sp>
    </p:spTree>
    <p:extLst>
      <p:ext uri="{BB962C8B-B14F-4D97-AF65-F5344CB8AC3E}">
        <p14:creationId xmlns:p14="http://schemas.microsoft.com/office/powerpoint/2010/main" val="15537492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C8BD7-B05B-8620-4DB9-53C826976871}"/>
              </a:ext>
            </a:extLst>
          </p:cNvPr>
          <p:cNvSpPr>
            <a:spLocks noGrp="1"/>
          </p:cNvSpPr>
          <p:nvPr>
            <p:ph type="title"/>
          </p:nvPr>
        </p:nvSpPr>
        <p:spPr/>
        <p:txBody>
          <a:bodyPr/>
          <a:lstStyle/>
          <a:p>
            <a:r>
              <a:rPr lang="en-US" dirty="0"/>
              <a:t>Packets and Frames (1 of 2)</a:t>
            </a:r>
          </a:p>
        </p:txBody>
      </p:sp>
      <p:sp>
        <p:nvSpPr>
          <p:cNvPr id="3" name="Content Placeholder 2">
            <a:extLst>
              <a:ext uri="{FF2B5EF4-FFF2-40B4-BE49-F238E27FC236}">
                <a16:creationId xmlns:a16="http://schemas.microsoft.com/office/drawing/2014/main" id="{17D17705-5CCC-6161-8A99-063809DBD7B6}"/>
              </a:ext>
            </a:extLst>
          </p:cNvPr>
          <p:cNvSpPr>
            <a:spLocks noGrp="1"/>
          </p:cNvSpPr>
          <p:nvPr>
            <p:ph idx="1"/>
          </p:nvPr>
        </p:nvSpPr>
        <p:spPr/>
        <p:txBody>
          <a:bodyPr/>
          <a:lstStyle/>
          <a:p>
            <a:r>
              <a:rPr lang="en-US" dirty="0"/>
              <a:t>Computers transfer information across networks in </a:t>
            </a:r>
            <a:r>
              <a:rPr lang="en-US" b="1" dirty="0"/>
              <a:t>shorts bursts </a:t>
            </a:r>
            <a:r>
              <a:rPr lang="en-US" dirty="0"/>
              <a:t>of about 1500 bytes of data </a:t>
            </a:r>
          </a:p>
          <a:p>
            <a:r>
              <a:rPr lang="en-US" b="1" dirty="0"/>
              <a:t>Reasons</a:t>
            </a:r>
            <a:r>
              <a:rPr lang="en-US" dirty="0"/>
              <a:t> data is transferred this way include the following:</a:t>
            </a:r>
          </a:p>
          <a:p>
            <a:pPr lvl="1"/>
            <a:r>
              <a:rPr lang="en-US" sz="2200" dirty="0"/>
              <a:t>Pause between bursts </a:t>
            </a:r>
            <a:r>
              <a:rPr lang="en-US" sz="2200" b="1" dirty="0"/>
              <a:t>allows other computers </a:t>
            </a:r>
            <a:r>
              <a:rPr lang="en-US" sz="2200" dirty="0"/>
              <a:t>to transfer data during pauses</a:t>
            </a:r>
          </a:p>
          <a:p>
            <a:pPr lvl="1"/>
            <a:r>
              <a:rPr lang="en-US" sz="2200" dirty="0"/>
              <a:t>Allows the receiving computer </a:t>
            </a:r>
            <a:r>
              <a:rPr lang="en-US" sz="2200" b="1" dirty="0"/>
              <a:t>to process received data</a:t>
            </a:r>
          </a:p>
          <a:p>
            <a:pPr lvl="1"/>
            <a:r>
              <a:rPr lang="en-US" sz="2200" dirty="0"/>
              <a:t>The receiving computer </a:t>
            </a:r>
            <a:r>
              <a:rPr lang="en-US" sz="2200" b="1" dirty="0"/>
              <a:t>can receive other data </a:t>
            </a:r>
            <a:r>
              <a:rPr lang="en-US" sz="2200" dirty="0"/>
              <a:t>at the same time</a:t>
            </a:r>
          </a:p>
          <a:p>
            <a:pPr lvl="1"/>
            <a:r>
              <a:rPr lang="en-US" sz="2200" dirty="0"/>
              <a:t>Gives the sending computer an opportunity to receive data from other computers and perform other processing tasks</a:t>
            </a:r>
            <a:endParaRPr lang="en-US" dirty="0"/>
          </a:p>
        </p:txBody>
      </p:sp>
    </p:spTree>
    <p:extLst>
      <p:ext uri="{BB962C8B-B14F-4D97-AF65-F5344CB8AC3E}">
        <p14:creationId xmlns:p14="http://schemas.microsoft.com/office/powerpoint/2010/main" val="21054100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BB893-72B9-8C9D-5DB1-3ABAB34F35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6F389E-293A-2906-2E9E-7D47ED565C21}"/>
              </a:ext>
            </a:extLst>
          </p:cNvPr>
          <p:cNvSpPr>
            <a:spLocks noGrp="1"/>
          </p:cNvSpPr>
          <p:nvPr>
            <p:ph type="title"/>
          </p:nvPr>
        </p:nvSpPr>
        <p:spPr/>
        <p:txBody>
          <a:bodyPr/>
          <a:lstStyle/>
          <a:p>
            <a:r>
              <a:rPr lang="en-US" dirty="0"/>
              <a:t>Packets and Frames (2 of 2)</a:t>
            </a:r>
          </a:p>
        </p:txBody>
      </p:sp>
      <p:sp>
        <p:nvSpPr>
          <p:cNvPr id="3" name="Content Placeholder 2">
            <a:extLst>
              <a:ext uri="{FF2B5EF4-FFF2-40B4-BE49-F238E27FC236}">
                <a16:creationId xmlns:a16="http://schemas.microsoft.com/office/drawing/2014/main" id="{E53397AD-49BD-98DB-EB49-A5EB7E846F6D}"/>
              </a:ext>
            </a:extLst>
          </p:cNvPr>
          <p:cNvSpPr>
            <a:spLocks noGrp="1"/>
          </p:cNvSpPr>
          <p:nvPr>
            <p:ph idx="1"/>
          </p:nvPr>
        </p:nvSpPr>
        <p:spPr>
          <a:xfrm>
            <a:off x="476843" y="1392488"/>
            <a:ext cx="11241915" cy="4351338"/>
          </a:xfrm>
        </p:spPr>
        <p:txBody>
          <a:bodyPr/>
          <a:lstStyle/>
          <a:p>
            <a:r>
              <a:rPr lang="en-US" dirty="0"/>
              <a:t>A </a:t>
            </a:r>
            <a:r>
              <a:rPr lang="en-US" b="1" dirty="0"/>
              <a:t>packet</a:t>
            </a:r>
            <a:r>
              <a:rPr lang="en-US" dirty="0"/>
              <a:t> is a chunk of data with a source and destination IP address added to it</a:t>
            </a:r>
          </a:p>
          <a:p>
            <a:r>
              <a:rPr lang="en-US" dirty="0"/>
              <a:t>A </a:t>
            </a:r>
            <a:r>
              <a:rPr lang="en-US" b="1" dirty="0"/>
              <a:t>frame</a:t>
            </a:r>
            <a:r>
              <a:rPr lang="en-US" dirty="0"/>
              <a:t> is a packet with the source and destination MAC addresses added to it</a:t>
            </a:r>
          </a:p>
          <a:p>
            <a:pPr lvl="1"/>
            <a:r>
              <a:rPr lang="en-US" sz="2200" dirty="0"/>
              <a:t>The packet is “framed” by the MAC addresses on one end and an error-checking code on the other</a:t>
            </a:r>
          </a:p>
          <a:p>
            <a:pPr lvl="1"/>
            <a:r>
              <a:rPr lang="en-US" sz="2200" dirty="0"/>
              <a:t>The process of adding IP addresses and MAC addresses to chunks of data is called </a:t>
            </a:r>
            <a:r>
              <a:rPr lang="en-US" sz="2200" b="1" dirty="0"/>
              <a:t>encapsulation</a:t>
            </a:r>
          </a:p>
          <a:p>
            <a:pPr lvl="1"/>
            <a:r>
              <a:rPr lang="en-US" sz="2200" dirty="0"/>
              <a:t>Information added to the front of the data is called a </a:t>
            </a:r>
            <a:r>
              <a:rPr lang="en-US" sz="2200" b="1" dirty="0"/>
              <a:t>header</a:t>
            </a:r>
            <a:r>
              <a:rPr lang="en-US" sz="2200" dirty="0"/>
              <a:t> and information added to the end is called a </a:t>
            </a:r>
            <a:r>
              <a:rPr lang="en-US" sz="2200" b="1" dirty="0"/>
              <a:t>trailer</a:t>
            </a:r>
          </a:p>
        </p:txBody>
      </p:sp>
    </p:spTree>
    <p:extLst>
      <p:ext uri="{BB962C8B-B14F-4D97-AF65-F5344CB8AC3E}">
        <p14:creationId xmlns:p14="http://schemas.microsoft.com/office/powerpoint/2010/main" val="15972385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29EC0-BE33-EBAE-2F51-24039FFB1F3B}"/>
              </a:ext>
            </a:extLst>
          </p:cNvPr>
          <p:cNvSpPr>
            <a:spLocks noGrp="1"/>
          </p:cNvSpPr>
          <p:nvPr>
            <p:ph type="title"/>
          </p:nvPr>
        </p:nvSpPr>
        <p:spPr/>
        <p:txBody>
          <a:bodyPr/>
          <a:lstStyle/>
          <a:p>
            <a:r>
              <a:rPr lang="en-US" dirty="0"/>
              <a:t>Clients and Servers (1 of 2)</a:t>
            </a:r>
          </a:p>
        </p:txBody>
      </p:sp>
      <p:sp>
        <p:nvSpPr>
          <p:cNvPr id="3" name="Content Placeholder 2">
            <a:extLst>
              <a:ext uri="{FF2B5EF4-FFF2-40B4-BE49-F238E27FC236}">
                <a16:creationId xmlns:a16="http://schemas.microsoft.com/office/drawing/2014/main" id="{F7434EDB-8B4D-B4BB-5D8A-5B9D99C248C6}"/>
              </a:ext>
            </a:extLst>
          </p:cNvPr>
          <p:cNvSpPr>
            <a:spLocks noGrp="1"/>
          </p:cNvSpPr>
          <p:nvPr>
            <p:ph idx="1"/>
          </p:nvPr>
        </p:nvSpPr>
        <p:spPr>
          <a:xfrm>
            <a:off x="476843" y="1344362"/>
            <a:ext cx="11241915" cy="4351338"/>
          </a:xfrm>
        </p:spPr>
        <p:txBody>
          <a:bodyPr/>
          <a:lstStyle/>
          <a:p>
            <a:r>
              <a:rPr lang="en-US" dirty="0"/>
              <a:t>A </a:t>
            </a:r>
            <a:r>
              <a:rPr lang="en-US" b="1" dirty="0"/>
              <a:t>client </a:t>
            </a:r>
            <a:r>
              <a:rPr lang="en-US" dirty="0"/>
              <a:t>can be a workstation running a client OS or it can refer to the network software on a computer that requests network resources from a server</a:t>
            </a:r>
          </a:p>
          <a:p>
            <a:r>
              <a:rPr lang="en-US" dirty="0"/>
              <a:t>The word “</a:t>
            </a:r>
            <a:r>
              <a:rPr lang="en-US" b="1" dirty="0"/>
              <a:t>client</a:t>
            </a:r>
            <a:r>
              <a:rPr lang="en-US" dirty="0"/>
              <a:t>” is usually used in these three contexts:</a:t>
            </a:r>
          </a:p>
          <a:p>
            <a:pPr lvl="1"/>
            <a:r>
              <a:rPr lang="en-US" b="1" dirty="0"/>
              <a:t>Client operating system</a:t>
            </a:r>
            <a:r>
              <a:rPr lang="en-US" dirty="0"/>
              <a:t>—The OS installed on a computer</a:t>
            </a:r>
          </a:p>
          <a:p>
            <a:pPr lvl="1"/>
            <a:r>
              <a:rPr lang="en-US" b="1" dirty="0"/>
              <a:t>Client computer</a:t>
            </a:r>
            <a:r>
              <a:rPr lang="en-US" dirty="0"/>
              <a:t>—Its primary role is to run user applications and access network resources </a:t>
            </a:r>
          </a:p>
          <a:p>
            <a:pPr lvl="1"/>
            <a:r>
              <a:rPr lang="en-US" b="1" dirty="0"/>
              <a:t>Client software</a:t>
            </a:r>
            <a:r>
              <a:rPr lang="en-US" dirty="0"/>
              <a:t>—The software that requests network resources from server software on another computer</a:t>
            </a:r>
          </a:p>
          <a:p>
            <a:endParaRPr lang="en-US" dirty="0"/>
          </a:p>
        </p:txBody>
      </p:sp>
    </p:spTree>
    <p:extLst>
      <p:ext uri="{BB962C8B-B14F-4D97-AF65-F5344CB8AC3E}">
        <p14:creationId xmlns:p14="http://schemas.microsoft.com/office/powerpoint/2010/main" val="17915683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914A1-B753-5F04-ACBF-B94AB1C97E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9F57F6-61AD-D0B4-D3A4-4B0BAF331F98}"/>
              </a:ext>
            </a:extLst>
          </p:cNvPr>
          <p:cNvSpPr>
            <a:spLocks noGrp="1"/>
          </p:cNvSpPr>
          <p:nvPr>
            <p:ph type="title"/>
          </p:nvPr>
        </p:nvSpPr>
        <p:spPr/>
        <p:txBody>
          <a:bodyPr/>
          <a:lstStyle/>
          <a:p>
            <a:r>
              <a:rPr lang="en-US" dirty="0"/>
              <a:t>Clients and Servers (2 of 2)</a:t>
            </a:r>
          </a:p>
        </p:txBody>
      </p:sp>
      <p:sp>
        <p:nvSpPr>
          <p:cNvPr id="3" name="Content Placeholder 2">
            <a:extLst>
              <a:ext uri="{FF2B5EF4-FFF2-40B4-BE49-F238E27FC236}">
                <a16:creationId xmlns:a16="http://schemas.microsoft.com/office/drawing/2014/main" id="{E58FC8BD-4AD5-DF3C-A270-494D2FF75558}"/>
              </a:ext>
            </a:extLst>
          </p:cNvPr>
          <p:cNvSpPr>
            <a:spLocks noGrp="1"/>
          </p:cNvSpPr>
          <p:nvPr>
            <p:ph idx="1"/>
          </p:nvPr>
        </p:nvSpPr>
        <p:spPr>
          <a:xfrm>
            <a:off x="476843" y="1428583"/>
            <a:ext cx="11241915" cy="4351338"/>
          </a:xfrm>
        </p:spPr>
        <p:txBody>
          <a:bodyPr/>
          <a:lstStyle/>
          <a:p>
            <a:r>
              <a:rPr lang="en-US" dirty="0"/>
              <a:t>A computer becomes a </a:t>
            </a:r>
            <a:r>
              <a:rPr lang="en-US" b="1" dirty="0"/>
              <a:t>server</a:t>
            </a:r>
            <a:r>
              <a:rPr lang="en-US" dirty="0"/>
              <a:t> when software is installed on it that </a:t>
            </a:r>
            <a:r>
              <a:rPr lang="en-US" b="1" dirty="0"/>
              <a:t>provides a network service </a:t>
            </a:r>
            <a:r>
              <a:rPr lang="en-US" dirty="0"/>
              <a:t>to client computers</a:t>
            </a:r>
          </a:p>
          <a:p>
            <a:r>
              <a:rPr lang="en-US" dirty="0"/>
              <a:t>The term “</a:t>
            </a:r>
            <a:r>
              <a:rPr lang="en-US" b="1" dirty="0"/>
              <a:t>server</a:t>
            </a:r>
            <a:r>
              <a:rPr lang="en-US" dirty="0"/>
              <a:t>” is also used in three contexts:</a:t>
            </a:r>
          </a:p>
          <a:p>
            <a:pPr lvl="1"/>
            <a:r>
              <a:rPr lang="en-US" b="1" dirty="0"/>
              <a:t>Server operating system</a:t>
            </a:r>
            <a:r>
              <a:rPr lang="en-US" dirty="0"/>
              <a:t>—The OS installed on a computer designed to share network resources and provide other network services</a:t>
            </a:r>
          </a:p>
          <a:p>
            <a:pPr lvl="1"/>
            <a:r>
              <a:rPr lang="en-US" b="1" dirty="0"/>
              <a:t>Server computer</a:t>
            </a:r>
            <a:r>
              <a:rPr lang="en-US" dirty="0"/>
              <a:t>—This computer’s primary role in the network is to give client computers access to network resources and services</a:t>
            </a:r>
          </a:p>
          <a:p>
            <a:pPr lvl="1"/>
            <a:r>
              <a:rPr lang="en-US" b="1" dirty="0"/>
              <a:t>Server software</a:t>
            </a:r>
            <a:r>
              <a:rPr lang="en-US" dirty="0"/>
              <a:t>—The software that responds to requests for network resources from client software</a:t>
            </a:r>
          </a:p>
          <a:p>
            <a:endParaRPr lang="en-US" dirty="0"/>
          </a:p>
        </p:txBody>
      </p:sp>
    </p:spTree>
    <p:extLst>
      <p:ext uri="{BB962C8B-B14F-4D97-AF65-F5344CB8AC3E}">
        <p14:creationId xmlns:p14="http://schemas.microsoft.com/office/powerpoint/2010/main" val="17936492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D319F-B3DC-1B46-C27E-92CEDA9957B6}"/>
              </a:ext>
            </a:extLst>
          </p:cNvPr>
          <p:cNvSpPr>
            <a:spLocks noGrp="1"/>
          </p:cNvSpPr>
          <p:nvPr>
            <p:ph type="title"/>
          </p:nvPr>
        </p:nvSpPr>
        <p:spPr/>
        <p:txBody>
          <a:bodyPr/>
          <a:lstStyle/>
          <a:p>
            <a:r>
              <a:rPr lang="en-US" dirty="0"/>
              <a:t>Network Models</a:t>
            </a:r>
          </a:p>
        </p:txBody>
      </p:sp>
      <p:sp>
        <p:nvSpPr>
          <p:cNvPr id="3" name="Content Placeholder 2">
            <a:extLst>
              <a:ext uri="{FF2B5EF4-FFF2-40B4-BE49-F238E27FC236}">
                <a16:creationId xmlns:a16="http://schemas.microsoft.com/office/drawing/2014/main" id="{59C0F356-55E2-7CF7-8828-7BD037EC6D9C}"/>
              </a:ext>
            </a:extLst>
          </p:cNvPr>
          <p:cNvSpPr>
            <a:spLocks noGrp="1"/>
          </p:cNvSpPr>
          <p:nvPr>
            <p:ph idx="1"/>
          </p:nvPr>
        </p:nvSpPr>
        <p:spPr>
          <a:xfrm>
            <a:off x="476843" y="1452646"/>
            <a:ext cx="11241915" cy="4351338"/>
          </a:xfrm>
        </p:spPr>
        <p:txBody>
          <a:bodyPr/>
          <a:lstStyle/>
          <a:p>
            <a:r>
              <a:rPr lang="en-US" dirty="0"/>
              <a:t>A </a:t>
            </a:r>
            <a:r>
              <a:rPr lang="en-US" b="1" dirty="0"/>
              <a:t>network model </a:t>
            </a:r>
            <a:r>
              <a:rPr lang="en-US" dirty="0"/>
              <a:t>defines how and where resources are shared and how access to these resources is regulated</a:t>
            </a:r>
          </a:p>
          <a:p>
            <a:r>
              <a:rPr lang="en-US" dirty="0"/>
              <a:t>Network models fall into two major types:</a:t>
            </a:r>
          </a:p>
          <a:p>
            <a:pPr lvl="1"/>
            <a:r>
              <a:rPr lang="en-US" dirty="0"/>
              <a:t>In a </a:t>
            </a:r>
            <a:r>
              <a:rPr lang="en-US" b="1" dirty="0"/>
              <a:t>peer-to-peer network</a:t>
            </a:r>
            <a:r>
              <a:rPr lang="en-US" dirty="0"/>
              <a:t>, most computers function as clients or servers (no centralized control over who has access to network resources)</a:t>
            </a:r>
          </a:p>
          <a:p>
            <a:pPr lvl="1"/>
            <a:r>
              <a:rPr lang="en-US" dirty="0"/>
              <a:t>In a </a:t>
            </a:r>
            <a:r>
              <a:rPr lang="en-US" b="1" dirty="0"/>
              <a:t>server-based network</a:t>
            </a:r>
            <a:r>
              <a:rPr lang="en-US" dirty="0"/>
              <a:t>, certain computers take on specialized roles and function mainly as servers, and ordinary users’ machines tend to function mainly as clients</a:t>
            </a:r>
          </a:p>
          <a:p>
            <a:endParaRPr lang="en-US" dirty="0"/>
          </a:p>
        </p:txBody>
      </p:sp>
    </p:spTree>
    <p:extLst>
      <p:ext uri="{BB962C8B-B14F-4D97-AF65-F5344CB8AC3E}">
        <p14:creationId xmlns:p14="http://schemas.microsoft.com/office/powerpoint/2010/main" val="15776593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5985F-65CC-A736-6E94-D165CFA3B7F4}"/>
              </a:ext>
            </a:extLst>
          </p:cNvPr>
          <p:cNvSpPr>
            <a:spLocks noGrp="1"/>
          </p:cNvSpPr>
          <p:nvPr>
            <p:ph type="title"/>
          </p:nvPr>
        </p:nvSpPr>
        <p:spPr/>
        <p:txBody>
          <a:bodyPr/>
          <a:lstStyle/>
          <a:p>
            <a:r>
              <a:rPr lang="en-US" dirty="0"/>
              <a:t>Peer-to-Peer/Workgroup Model (1 of 2)</a:t>
            </a:r>
          </a:p>
        </p:txBody>
      </p:sp>
      <p:sp>
        <p:nvSpPr>
          <p:cNvPr id="3" name="Content Placeholder 2">
            <a:extLst>
              <a:ext uri="{FF2B5EF4-FFF2-40B4-BE49-F238E27FC236}">
                <a16:creationId xmlns:a16="http://schemas.microsoft.com/office/drawing/2014/main" id="{59AC7E7C-9928-BD61-367D-50CD1EDF66B9}"/>
              </a:ext>
            </a:extLst>
          </p:cNvPr>
          <p:cNvSpPr>
            <a:spLocks noGrp="1"/>
          </p:cNvSpPr>
          <p:nvPr>
            <p:ph idx="1"/>
          </p:nvPr>
        </p:nvSpPr>
        <p:spPr>
          <a:xfrm>
            <a:off x="476843" y="1253331"/>
            <a:ext cx="11241915" cy="4351338"/>
          </a:xfrm>
        </p:spPr>
        <p:txBody>
          <a:bodyPr/>
          <a:lstStyle/>
          <a:p>
            <a:r>
              <a:rPr lang="en-US" dirty="0"/>
              <a:t>Computers on a peer-to-peer network can take both a client and a server role</a:t>
            </a:r>
          </a:p>
          <a:p>
            <a:r>
              <a:rPr lang="en-US" b="1" dirty="0"/>
              <a:t>Any user can share resources </a:t>
            </a:r>
            <a:r>
              <a:rPr lang="en-US" dirty="0"/>
              <a:t>on his/her computer with any other user’s computer</a:t>
            </a:r>
          </a:p>
          <a:p>
            <a:r>
              <a:rPr lang="en-US" dirty="0"/>
              <a:t>Every user must act as the </a:t>
            </a:r>
            <a:r>
              <a:rPr lang="en-US" b="1" dirty="0"/>
              <a:t>administrator</a:t>
            </a:r>
            <a:r>
              <a:rPr lang="en-US" dirty="0"/>
              <a:t> of his/her computer</a:t>
            </a:r>
          </a:p>
          <a:p>
            <a:pPr lvl="1"/>
            <a:r>
              <a:rPr lang="en-US" dirty="0"/>
              <a:t>They can give everyone else unlimited access to their resources or grant restricted access to other users</a:t>
            </a:r>
          </a:p>
          <a:p>
            <a:pPr lvl="1"/>
            <a:r>
              <a:rPr lang="en-US" dirty="0"/>
              <a:t>Usernames and passwords (</a:t>
            </a:r>
            <a:r>
              <a:rPr lang="en-US" b="1" dirty="0"/>
              <a:t>credentials</a:t>
            </a:r>
            <a:r>
              <a:rPr lang="en-US" dirty="0"/>
              <a:t>) are used to control that access</a:t>
            </a:r>
          </a:p>
        </p:txBody>
      </p:sp>
    </p:spTree>
    <p:extLst>
      <p:ext uri="{BB962C8B-B14F-4D97-AF65-F5344CB8AC3E}">
        <p14:creationId xmlns:p14="http://schemas.microsoft.com/office/powerpoint/2010/main" val="35287736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711C1-B9EF-0928-70ED-1745EEB6EE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5F4160-8D6A-E720-CEE7-34BF4E231411}"/>
              </a:ext>
            </a:extLst>
          </p:cNvPr>
          <p:cNvSpPr>
            <a:spLocks noGrp="1"/>
          </p:cNvSpPr>
          <p:nvPr>
            <p:ph type="title"/>
          </p:nvPr>
        </p:nvSpPr>
        <p:spPr/>
        <p:txBody>
          <a:bodyPr/>
          <a:lstStyle/>
          <a:p>
            <a:r>
              <a:rPr lang="en-US" dirty="0"/>
              <a:t>Peer-to-Peer/Workgroup Model (2 of 2)</a:t>
            </a:r>
          </a:p>
        </p:txBody>
      </p:sp>
      <p:sp>
        <p:nvSpPr>
          <p:cNvPr id="3" name="Content Placeholder 2">
            <a:extLst>
              <a:ext uri="{FF2B5EF4-FFF2-40B4-BE49-F238E27FC236}">
                <a16:creationId xmlns:a16="http://schemas.microsoft.com/office/drawing/2014/main" id="{7E23D86F-C761-EA88-2FF6-2A9A1991EBFC}"/>
              </a:ext>
            </a:extLst>
          </p:cNvPr>
          <p:cNvSpPr>
            <a:spLocks noGrp="1"/>
          </p:cNvSpPr>
          <p:nvPr>
            <p:ph idx="1"/>
          </p:nvPr>
        </p:nvSpPr>
        <p:spPr>
          <a:xfrm>
            <a:off x="476843" y="1440614"/>
            <a:ext cx="11241915" cy="4351338"/>
          </a:xfrm>
        </p:spPr>
        <p:txBody>
          <a:bodyPr/>
          <a:lstStyle/>
          <a:p>
            <a:r>
              <a:rPr lang="en-US" b="1" dirty="0"/>
              <a:t>Problems with peer-to-peer </a:t>
            </a:r>
            <a:r>
              <a:rPr lang="en-US" dirty="0"/>
              <a:t>networks include the following:</a:t>
            </a:r>
          </a:p>
          <a:p>
            <a:pPr lvl="1"/>
            <a:r>
              <a:rPr lang="en-US" dirty="0"/>
              <a:t>Users must </a:t>
            </a:r>
            <a:r>
              <a:rPr lang="en-US" b="1" dirty="0"/>
              <a:t>remember multiple sets of credentials </a:t>
            </a:r>
            <a:r>
              <a:rPr lang="en-US" dirty="0"/>
              <a:t>to access resources on several computers</a:t>
            </a:r>
          </a:p>
          <a:p>
            <a:pPr lvl="1"/>
            <a:r>
              <a:rPr lang="en-US" dirty="0"/>
              <a:t>Desktop PCs and the OS installed on them aren’t made to provide network services as efficiently as dedicated network servers</a:t>
            </a:r>
          </a:p>
          <a:p>
            <a:pPr lvl="1"/>
            <a:r>
              <a:rPr lang="en-US" b="1" dirty="0"/>
              <a:t>Data organization </a:t>
            </a:r>
          </a:p>
          <a:p>
            <a:pPr lvl="2"/>
            <a:r>
              <a:rPr lang="en-US" dirty="0"/>
              <a:t>If every machine can be a server, how can users keep track of what information is stored on which machine?</a:t>
            </a:r>
          </a:p>
          <a:p>
            <a:endParaRPr lang="en-US" dirty="0"/>
          </a:p>
        </p:txBody>
      </p:sp>
    </p:spTree>
    <p:extLst>
      <p:ext uri="{BB962C8B-B14F-4D97-AF65-F5344CB8AC3E}">
        <p14:creationId xmlns:p14="http://schemas.microsoft.com/office/powerpoint/2010/main" val="41448803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0D4B6-8080-E515-5B8C-B48344470055}"/>
              </a:ext>
            </a:extLst>
          </p:cNvPr>
          <p:cNvSpPr>
            <a:spLocks noGrp="1"/>
          </p:cNvSpPr>
          <p:nvPr>
            <p:ph type="title"/>
          </p:nvPr>
        </p:nvSpPr>
        <p:spPr/>
        <p:txBody>
          <a:bodyPr/>
          <a:lstStyle/>
          <a:p>
            <a:r>
              <a:rPr lang="en-US" dirty="0"/>
              <a:t>Server/Domain-Based Model (1 of 5)</a:t>
            </a:r>
          </a:p>
        </p:txBody>
      </p:sp>
      <p:sp>
        <p:nvSpPr>
          <p:cNvPr id="3" name="Content Placeholder 2">
            <a:extLst>
              <a:ext uri="{FF2B5EF4-FFF2-40B4-BE49-F238E27FC236}">
                <a16:creationId xmlns:a16="http://schemas.microsoft.com/office/drawing/2014/main" id="{3ABCF36D-2546-3B6E-1CA2-38CCA34DED9D}"/>
              </a:ext>
            </a:extLst>
          </p:cNvPr>
          <p:cNvSpPr>
            <a:spLocks noGrp="1"/>
          </p:cNvSpPr>
          <p:nvPr>
            <p:ph idx="1"/>
          </p:nvPr>
        </p:nvSpPr>
        <p:spPr>
          <a:xfrm>
            <a:off x="473242" y="1356393"/>
            <a:ext cx="11241915" cy="4351338"/>
          </a:xfrm>
        </p:spPr>
        <p:txBody>
          <a:bodyPr/>
          <a:lstStyle/>
          <a:p>
            <a:r>
              <a:rPr lang="en-US" dirty="0"/>
              <a:t>Server-based networks allow </a:t>
            </a:r>
            <a:r>
              <a:rPr lang="en-US" b="1" dirty="0"/>
              <a:t>centralized control </a:t>
            </a:r>
            <a:r>
              <a:rPr lang="en-US" dirty="0"/>
              <a:t>over network resources</a:t>
            </a:r>
          </a:p>
          <a:p>
            <a:r>
              <a:rPr lang="en-US" dirty="0"/>
              <a:t>Users log on to the network with a single set of credentials maintained by one or more servers running a server OS</a:t>
            </a:r>
          </a:p>
          <a:p>
            <a:r>
              <a:rPr lang="en-US" dirty="0"/>
              <a:t>In most cases, </a:t>
            </a:r>
            <a:r>
              <a:rPr lang="en-US" b="1" dirty="0"/>
              <a:t>servers</a:t>
            </a:r>
            <a:r>
              <a:rPr lang="en-US" dirty="0"/>
              <a:t> are dedicated to running network services and should not be used to run user applications</a:t>
            </a:r>
          </a:p>
          <a:p>
            <a:r>
              <a:rPr lang="en-US" dirty="0"/>
              <a:t>A </a:t>
            </a:r>
            <a:r>
              <a:rPr lang="en-US" b="1" dirty="0"/>
              <a:t>domain</a:t>
            </a:r>
            <a:r>
              <a:rPr lang="en-US" dirty="0"/>
              <a:t> is a collection of users and computers whose accounts are managed by Windows servers called </a:t>
            </a:r>
            <a:r>
              <a:rPr lang="en-US" b="1" dirty="0"/>
              <a:t>domain controllers</a:t>
            </a:r>
          </a:p>
          <a:p>
            <a:endParaRPr lang="en-US" dirty="0"/>
          </a:p>
          <a:p>
            <a:endParaRPr lang="en-US" dirty="0"/>
          </a:p>
        </p:txBody>
      </p:sp>
    </p:spTree>
    <p:extLst>
      <p:ext uri="{BB962C8B-B14F-4D97-AF65-F5344CB8AC3E}">
        <p14:creationId xmlns:p14="http://schemas.microsoft.com/office/powerpoint/2010/main" val="3052212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DBCEA-A465-8DDB-3C2A-1B44868782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63773E-89B0-F03A-9DA7-217A9F068035}"/>
              </a:ext>
            </a:extLst>
          </p:cNvPr>
          <p:cNvSpPr>
            <a:spLocks noGrp="1"/>
          </p:cNvSpPr>
          <p:nvPr>
            <p:ph type="title"/>
          </p:nvPr>
        </p:nvSpPr>
        <p:spPr/>
        <p:txBody>
          <a:bodyPr/>
          <a:lstStyle/>
          <a:p>
            <a:r>
              <a:rPr lang="en-US" dirty="0"/>
              <a:t>Server/Domain-Based Model (2 of 5)</a:t>
            </a:r>
          </a:p>
        </p:txBody>
      </p:sp>
      <p:sp>
        <p:nvSpPr>
          <p:cNvPr id="3" name="Content Placeholder 2">
            <a:extLst>
              <a:ext uri="{FF2B5EF4-FFF2-40B4-BE49-F238E27FC236}">
                <a16:creationId xmlns:a16="http://schemas.microsoft.com/office/drawing/2014/main" id="{F746051A-57FC-8379-4AFF-EE3C2E3B682C}"/>
              </a:ext>
            </a:extLst>
          </p:cNvPr>
          <p:cNvSpPr>
            <a:spLocks noGrp="1"/>
          </p:cNvSpPr>
          <p:nvPr>
            <p:ph idx="1"/>
          </p:nvPr>
        </p:nvSpPr>
        <p:spPr/>
        <p:txBody>
          <a:bodyPr/>
          <a:lstStyle/>
          <a:p>
            <a:r>
              <a:rPr lang="en-US" dirty="0"/>
              <a:t>Users and computers in a domain are subject to network access and security policies defined by a network administrator</a:t>
            </a:r>
          </a:p>
          <a:p>
            <a:pPr lvl="1"/>
            <a:r>
              <a:rPr lang="en-US" dirty="0"/>
              <a:t>The software that manages this security is referred to as a </a:t>
            </a:r>
            <a:r>
              <a:rPr lang="en-US" b="1" dirty="0"/>
              <a:t>directory service</a:t>
            </a:r>
            <a:endParaRPr lang="en-US" dirty="0"/>
          </a:p>
          <a:p>
            <a:pPr lvl="1"/>
            <a:r>
              <a:rPr lang="en-US" dirty="0"/>
              <a:t>On Windows servers, the directory service software is </a:t>
            </a:r>
            <a:r>
              <a:rPr lang="en-US" b="1" dirty="0"/>
              <a:t>Active Directory</a:t>
            </a:r>
          </a:p>
          <a:p>
            <a:endParaRPr lang="en-US" dirty="0"/>
          </a:p>
          <a:p>
            <a:endParaRPr lang="en-US" dirty="0"/>
          </a:p>
        </p:txBody>
      </p:sp>
    </p:spTree>
    <p:extLst>
      <p:ext uri="{BB962C8B-B14F-4D97-AF65-F5344CB8AC3E}">
        <p14:creationId xmlns:p14="http://schemas.microsoft.com/office/powerpoint/2010/main" val="39352714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D012F-B054-FCC4-B7CC-DB4F431B60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0AD531-06A3-8740-B00F-CC96B32AB945}"/>
              </a:ext>
            </a:extLst>
          </p:cNvPr>
          <p:cNvSpPr>
            <a:spLocks noGrp="1"/>
          </p:cNvSpPr>
          <p:nvPr>
            <p:ph type="title"/>
          </p:nvPr>
        </p:nvSpPr>
        <p:spPr/>
        <p:txBody>
          <a:bodyPr/>
          <a:lstStyle/>
          <a:p>
            <a:r>
              <a:rPr lang="en-US" dirty="0"/>
              <a:t>Server/Domain-Based Model (3 of 5)</a:t>
            </a:r>
          </a:p>
        </p:txBody>
      </p:sp>
      <p:sp>
        <p:nvSpPr>
          <p:cNvPr id="3" name="Content Placeholder 2">
            <a:extLst>
              <a:ext uri="{FF2B5EF4-FFF2-40B4-BE49-F238E27FC236}">
                <a16:creationId xmlns:a16="http://schemas.microsoft.com/office/drawing/2014/main" id="{DBF3FDA2-FC3E-963E-0800-9A392D3B9AF2}"/>
              </a:ext>
            </a:extLst>
          </p:cNvPr>
          <p:cNvSpPr>
            <a:spLocks noGrp="1"/>
          </p:cNvSpPr>
          <p:nvPr>
            <p:ph idx="1"/>
          </p:nvPr>
        </p:nvSpPr>
        <p:spPr>
          <a:xfrm>
            <a:off x="476843" y="1476709"/>
            <a:ext cx="11241915" cy="4351338"/>
          </a:xfrm>
        </p:spPr>
        <p:txBody>
          <a:bodyPr/>
          <a:lstStyle/>
          <a:p>
            <a:r>
              <a:rPr lang="en-US" dirty="0"/>
              <a:t>Other network services found on network servers:</a:t>
            </a:r>
          </a:p>
          <a:p>
            <a:pPr lvl="1"/>
            <a:r>
              <a:rPr lang="en-US" b="1" dirty="0"/>
              <a:t>Naming services</a:t>
            </a:r>
            <a:r>
              <a:rPr lang="en-US" dirty="0"/>
              <a:t>—Translate computer names to their address</a:t>
            </a:r>
          </a:p>
          <a:p>
            <a:pPr lvl="1"/>
            <a:r>
              <a:rPr lang="en-US" b="1" dirty="0"/>
              <a:t>E-mail services</a:t>
            </a:r>
            <a:r>
              <a:rPr lang="en-US" dirty="0"/>
              <a:t>—Manage incoming and outgoing email </a:t>
            </a:r>
          </a:p>
          <a:p>
            <a:pPr lvl="1"/>
            <a:r>
              <a:rPr lang="en-US" b="1" dirty="0"/>
              <a:t>Application services</a:t>
            </a:r>
            <a:r>
              <a:rPr lang="en-US" dirty="0"/>
              <a:t>—Grant client computers access to complex applications that run on the server</a:t>
            </a:r>
          </a:p>
          <a:p>
            <a:pPr lvl="1"/>
            <a:r>
              <a:rPr lang="en-US" b="1" dirty="0"/>
              <a:t>Communication services</a:t>
            </a:r>
            <a:r>
              <a:rPr lang="en-US" dirty="0"/>
              <a:t>—Give remote users access to a network</a:t>
            </a:r>
          </a:p>
          <a:p>
            <a:pPr lvl="1"/>
            <a:r>
              <a:rPr lang="en-US" b="1" dirty="0"/>
              <a:t>Web services</a:t>
            </a:r>
            <a:r>
              <a:rPr lang="en-US" dirty="0"/>
              <a:t>—Provide comprehensive Web-based application services</a:t>
            </a:r>
          </a:p>
          <a:p>
            <a:endParaRPr lang="en-US" dirty="0"/>
          </a:p>
        </p:txBody>
      </p:sp>
    </p:spTree>
    <p:extLst>
      <p:ext uri="{BB962C8B-B14F-4D97-AF65-F5344CB8AC3E}">
        <p14:creationId xmlns:p14="http://schemas.microsoft.com/office/powerpoint/2010/main" val="1234476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1FE86-4CBF-E9DC-3AA4-6C55DB5F17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051F42-0C7B-B005-BA54-88D4196386FA}"/>
              </a:ext>
            </a:extLst>
          </p:cNvPr>
          <p:cNvSpPr>
            <a:spLocks noGrp="1"/>
          </p:cNvSpPr>
          <p:nvPr>
            <p:ph type="title"/>
          </p:nvPr>
        </p:nvSpPr>
        <p:spPr/>
        <p:txBody>
          <a:bodyPr/>
          <a:lstStyle/>
          <a:p>
            <a:r>
              <a:rPr lang="en-US" dirty="0"/>
              <a:t>Server/Domain-Based Model (4 of 5)</a:t>
            </a:r>
          </a:p>
        </p:txBody>
      </p:sp>
      <p:sp>
        <p:nvSpPr>
          <p:cNvPr id="3" name="Content Placeholder 2">
            <a:extLst>
              <a:ext uri="{FF2B5EF4-FFF2-40B4-BE49-F238E27FC236}">
                <a16:creationId xmlns:a16="http://schemas.microsoft.com/office/drawing/2014/main" id="{A6B2912C-4A1F-1820-D1B0-FB8208C3C008}"/>
              </a:ext>
            </a:extLst>
          </p:cNvPr>
          <p:cNvSpPr>
            <a:spLocks noGrp="1"/>
          </p:cNvSpPr>
          <p:nvPr>
            <p:ph idx="1"/>
          </p:nvPr>
        </p:nvSpPr>
        <p:spPr/>
        <p:txBody>
          <a:bodyPr/>
          <a:lstStyle/>
          <a:p>
            <a:r>
              <a:rPr lang="en-US" dirty="0"/>
              <a:t>Server-based networks are easier to expand than peer-to-peer</a:t>
            </a:r>
          </a:p>
          <a:p>
            <a:r>
              <a:rPr lang="en-US" dirty="0"/>
              <a:t>Peer-to-peer should be limited to 10 or fewer users</a:t>
            </a:r>
          </a:p>
          <a:p>
            <a:r>
              <a:rPr lang="en-US" b="1" dirty="0"/>
              <a:t>Server-based networks </a:t>
            </a:r>
            <a:r>
              <a:rPr lang="en-US" dirty="0"/>
              <a:t>can handle up to thousands of users</a:t>
            </a:r>
          </a:p>
          <a:p>
            <a:r>
              <a:rPr lang="en-US" b="1" dirty="0"/>
              <a:t>Multiple servers </a:t>
            </a:r>
            <a:r>
              <a:rPr lang="en-US" dirty="0"/>
              <a:t>can be configured to work together which can be used to run a more efficient network or can provide fault tolerance</a:t>
            </a:r>
          </a:p>
          <a:p>
            <a:endParaRPr lang="en-US" dirty="0"/>
          </a:p>
          <a:p>
            <a:endParaRPr lang="en-US" dirty="0"/>
          </a:p>
        </p:txBody>
      </p:sp>
    </p:spTree>
    <p:extLst>
      <p:ext uri="{BB962C8B-B14F-4D97-AF65-F5344CB8AC3E}">
        <p14:creationId xmlns:p14="http://schemas.microsoft.com/office/powerpoint/2010/main" val="38044657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CB207-A559-A7D1-4FCD-F7A3E6F80C6A}"/>
              </a:ext>
            </a:extLst>
          </p:cNvPr>
          <p:cNvSpPr>
            <a:spLocks noGrp="1"/>
          </p:cNvSpPr>
          <p:nvPr>
            <p:ph type="title"/>
          </p:nvPr>
        </p:nvSpPr>
        <p:spPr/>
        <p:txBody>
          <a:bodyPr/>
          <a:lstStyle/>
          <a:p>
            <a:r>
              <a:rPr lang="en-US" dirty="0"/>
              <a:t>Server/Domain-Based Model (5 of 5)</a:t>
            </a:r>
          </a:p>
        </p:txBody>
      </p:sp>
      <p:graphicFrame>
        <p:nvGraphicFramePr>
          <p:cNvPr id="4" name="Content Placeholder 3">
            <a:extLst>
              <a:ext uri="{FF2B5EF4-FFF2-40B4-BE49-F238E27FC236}">
                <a16:creationId xmlns:a16="http://schemas.microsoft.com/office/drawing/2014/main" id="{00CEFE51-12AD-4B85-8C02-B63D15062BC9}"/>
              </a:ext>
            </a:extLst>
          </p:cNvPr>
          <p:cNvGraphicFramePr>
            <a:graphicFrameLocks noGrp="1"/>
          </p:cNvGraphicFramePr>
          <p:nvPr>
            <p:ph idx="1"/>
            <p:extLst>
              <p:ext uri="{D42A27DB-BD31-4B8C-83A1-F6EECF244321}">
                <p14:modId xmlns:p14="http://schemas.microsoft.com/office/powerpoint/2010/main" val="2290622312"/>
              </p:ext>
            </p:extLst>
          </p:nvPr>
        </p:nvGraphicFramePr>
        <p:xfrm>
          <a:off x="476084" y="1860052"/>
          <a:ext cx="11242674" cy="3296920"/>
        </p:xfrm>
        <a:graphic>
          <a:graphicData uri="http://schemas.openxmlformats.org/drawingml/2006/table">
            <a:tbl>
              <a:tblPr firstRow="1" bandRow="1">
                <a:tableStyleId>{5C22544A-7EE6-4342-B048-85BDC9FD1C3A}</a:tableStyleId>
              </a:tblPr>
              <a:tblGrid>
                <a:gridCol w="1860550">
                  <a:extLst>
                    <a:ext uri="{9D8B030D-6E8A-4147-A177-3AD203B41FA5}">
                      <a16:colId xmlns:a16="http://schemas.microsoft.com/office/drawing/2014/main" val="2079512"/>
                    </a:ext>
                  </a:extLst>
                </a:gridCol>
                <a:gridCol w="5012267">
                  <a:extLst>
                    <a:ext uri="{9D8B030D-6E8A-4147-A177-3AD203B41FA5}">
                      <a16:colId xmlns:a16="http://schemas.microsoft.com/office/drawing/2014/main" val="1274084286"/>
                    </a:ext>
                  </a:extLst>
                </a:gridCol>
                <a:gridCol w="4369857">
                  <a:extLst>
                    <a:ext uri="{9D8B030D-6E8A-4147-A177-3AD203B41FA5}">
                      <a16:colId xmlns:a16="http://schemas.microsoft.com/office/drawing/2014/main" val="2876485099"/>
                    </a:ext>
                  </a:extLst>
                </a:gridCol>
              </a:tblGrid>
              <a:tr h="370840">
                <a:tc>
                  <a:txBody>
                    <a:bodyPr/>
                    <a:lstStyle/>
                    <a:p>
                      <a:r>
                        <a:rPr lang="en-US" sz="1400" dirty="0"/>
                        <a:t>Network attribute</a:t>
                      </a:r>
                    </a:p>
                  </a:txBody>
                  <a:tcPr/>
                </a:tc>
                <a:tc>
                  <a:txBody>
                    <a:bodyPr/>
                    <a:lstStyle/>
                    <a:p>
                      <a:r>
                        <a:rPr lang="en-US" sz="1400" dirty="0"/>
                        <a:t>Peer-to-peer network</a:t>
                      </a:r>
                    </a:p>
                  </a:txBody>
                  <a:tcPr/>
                </a:tc>
                <a:tc>
                  <a:txBody>
                    <a:bodyPr/>
                    <a:lstStyle/>
                    <a:p>
                      <a:r>
                        <a:rPr lang="en-US" sz="1400" dirty="0"/>
                        <a:t>Server-based network</a:t>
                      </a:r>
                    </a:p>
                  </a:txBody>
                  <a:tcPr/>
                </a:tc>
                <a:extLst>
                  <a:ext uri="{0D108BD9-81ED-4DB2-BD59-A6C34878D82A}">
                    <a16:rowId xmlns:a16="http://schemas.microsoft.com/office/drawing/2014/main" val="2298917366"/>
                  </a:ext>
                </a:extLst>
              </a:tr>
              <a:tr h="370840">
                <a:tc>
                  <a:txBody>
                    <a:bodyPr/>
                    <a:lstStyle/>
                    <a:p>
                      <a:r>
                        <a:rPr lang="en-US" sz="1400" dirty="0"/>
                        <a:t>Resource access</a:t>
                      </a:r>
                    </a:p>
                  </a:txBody>
                  <a:tcPr/>
                </a:tc>
                <a:tc>
                  <a:txBody>
                    <a:bodyPr/>
                    <a:lstStyle/>
                    <a:p>
                      <a:r>
                        <a:rPr lang="en-US" sz="1400" dirty="0"/>
                        <a:t>Distributed among many desktop/client computers, makes access to resources more complex</a:t>
                      </a:r>
                    </a:p>
                  </a:txBody>
                  <a:tcPr/>
                </a:tc>
                <a:tc>
                  <a:txBody>
                    <a:bodyPr/>
                    <a:lstStyle/>
                    <a:p>
                      <a:r>
                        <a:rPr lang="en-US" sz="1400" dirty="0"/>
                        <a:t>Centralized on one or more servers; streamlines access to resources</a:t>
                      </a:r>
                    </a:p>
                  </a:txBody>
                  <a:tcPr/>
                </a:tc>
                <a:extLst>
                  <a:ext uri="{0D108BD9-81ED-4DB2-BD59-A6C34878D82A}">
                    <a16:rowId xmlns:a16="http://schemas.microsoft.com/office/drawing/2014/main" val="1000825555"/>
                  </a:ext>
                </a:extLst>
              </a:tr>
              <a:tr h="370840">
                <a:tc>
                  <a:txBody>
                    <a:bodyPr/>
                    <a:lstStyle/>
                    <a:p>
                      <a:r>
                        <a:rPr lang="en-US" sz="1400" dirty="0"/>
                        <a:t>Security</a:t>
                      </a:r>
                    </a:p>
                  </a:txBody>
                  <a:tcPr/>
                </a:tc>
                <a:tc>
                  <a:txBody>
                    <a:bodyPr/>
                    <a:lstStyle/>
                    <a:p>
                      <a:r>
                        <a:rPr lang="en-US" sz="1400" dirty="0"/>
                        <a:t>Users control their own shared resources and might have several sets of credentials to access resources; not ideal when tight security is essential</a:t>
                      </a:r>
                    </a:p>
                  </a:txBody>
                  <a:tcPr/>
                </a:tc>
                <a:tc>
                  <a:txBody>
                    <a:bodyPr/>
                    <a:lstStyle/>
                    <a:p>
                      <a:r>
                        <a:rPr lang="en-US" sz="1400" dirty="0"/>
                        <a:t>Security is managed centrally, and users have a single set of credentials for all shared resources; best when a secure environment is necessary</a:t>
                      </a:r>
                    </a:p>
                  </a:txBody>
                  <a:tcPr/>
                </a:tc>
                <a:extLst>
                  <a:ext uri="{0D108BD9-81ED-4DB2-BD59-A6C34878D82A}">
                    <a16:rowId xmlns:a16="http://schemas.microsoft.com/office/drawing/2014/main" val="4020480218"/>
                  </a:ext>
                </a:extLst>
              </a:tr>
              <a:tr h="370840">
                <a:tc>
                  <a:txBody>
                    <a:bodyPr/>
                    <a:lstStyle/>
                    <a:p>
                      <a:r>
                        <a:rPr lang="en-US" sz="1400" dirty="0"/>
                        <a:t>Performance</a:t>
                      </a:r>
                    </a:p>
                  </a:txBody>
                  <a:tcPr/>
                </a:tc>
                <a:tc>
                  <a:txBody>
                    <a:bodyPr/>
                    <a:lstStyle/>
                    <a:p>
                      <a:r>
                        <a:rPr lang="en-US" sz="1400" dirty="0"/>
                        <a:t>Desktop OS not tuned for resource sharing; access to shared resources can be hindered by users running applications</a:t>
                      </a:r>
                    </a:p>
                  </a:txBody>
                  <a:tcPr/>
                </a:tc>
                <a:tc>
                  <a:txBody>
                    <a:bodyPr/>
                    <a:lstStyle/>
                    <a:p>
                      <a:r>
                        <a:rPr lang="en-US" sz="1400" dirty="0"/>
                        <a:t>Server OS tuned for resource sharing; servers are usually dedicated to providing network services</a:t>
                      </a:r>
                    </a:p>
                  </a:txBody>
                  <a:tcPr/>
                </a:tc>
                <a:extLst>
                  <a:ext uri="{0D108BD9-81ED-4DB2-BD59-A6C34878D82A}">
                    <a16:rowId xmlns:a16="http://schemas.microsoft.com/office/drawing/2014/main" val="3524867786"/>
                  </a:ext>
                </a:extLst>
              </a:tr>
              <a:tr h="370840">
                <a:tc>
                  <a:txBody>
                    <a:bodyPr/>
                    <a:lstStyle/>
                    <a:p>
                      <a:r>
                        <a:rPr lang="en-US" sz="1400" dirty="0"/>
                        <a:t>Cost</a:t>
                      </a:r>
                    </a:p>
                  </a:txBody>
                  <a:tcPr/>
                </a:tc>
                <a:tc>
                  <a:txBody>
                    <a:bodyPr/>
                    <a:lstStyle/>
                    <a:p>
                      <a:r>
                        <a:rPr lang="en-US" sz="1400" dirty="0"/>
                        <a:t>No dedicated hardware or server OS required, making initial costs lower; lost productivity caused by increasing complexity can raise costs in the long run</a:t>
                      </a:r>
                    </a:p>
                  </a:txBody>
                  <a:tcPr/>
                </a:tc>
                <a:tc>
                  <a:txBody>
                    <a:bodyPr/>
                    <a:lstStyle/>
                    <a:p>
                      <a:r>
                        <a:rPr lang="en-US" sz="1400" dirty="0"/>
                        <a:t>Higher upfront costs because of dedicated hardware and server OSs; additional ongoing costs for administrative support</a:t>
                      </a:r>
                    </a:p>
                  </a:txBody>
                  <a:tcPr/>
                </a:tc>
                <a:extLst>
                  <a:ext uri="{0D108BD9-81ED-4DB2-BD59-A6C34878D82A}">
                    <a16:rowId xmlns:a16="http://schemas.microsoft.com/office/drawing/2014/main" val="347165305"/>
                  </a:ext>
                </a:extLst>
              </a:tr>
            </a:tbl>
          </a:graphicData>
        </a:graphic>
      </p:graphicFrame>
      <p:sp>
        <p:nvSpPr>
          <p:cNvPr id="5" name="TextBox 4">
            <a:extLst>
              <a:ext uri="{FF2B5EF4-FFF2-40B4-BE49-F238E27FC236}">
                <a16:creationId xmlns:a16="http://schemas.microsoft.com/office/drawing/2014/main" id="{9CE259BB-C085-C049-F7CD-FEB2CB602274}"/>
              </a:ext>
            </a:extLst>
          </p:cNvPr>
          <p:cNvSpPr txBox="1"/>
          <p:nvPr/>
        </p:nvSpPr>
        <p:spPr>
          <a:xfrm>
            <a:off x="476084" y="1321360"/>
            <a:ext cx="5176610" cy="369332"/>
          </a:xfrm>
          <a:prstGeom prst="rect">
            <a:avLst/>
          </a:prstGeom>
          <a:noFill/>
        </p:spPr>
        <p:txBody>
          <a:bodyPr wrap="none" rtlCol="0">
            <a:spAutoFit/>
          </a:bodyPr>
          <a:lstStyle/>
          <a:p>
            <a:r>
              <a:rPr lang="en-US" b="1" dirty="0"/>
              <a:t>Table 1-5  </a:t>
            </a:r>
            <a:r>
              <a:rPr lang="en-US" dirty="0"/>
              <a:t>Peer-to-peer versus server-based networks</a:t>
            </a:r>
          </a:p>
        </p:txBody>
      </p:sp>
    </p:spTree>
    <p:extLst>
      <p:ext uri="{BB962C8B-B14F-4D97-AF65-F5344CB8AC3E}">
        <p14:creationId xmlns:p14="http://schemas.microsoft.com/office/powerpoint/2010/main" val="13675288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1-2</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825625"/>
            <a:ext cx="11241915" cy="4351338"/>
          </a:xfrm>
        </p:spPr>
        <p:txBody>
          <a:bodyPr/>
          <a:lstStyle/>
          <a:p>
            <a:pPr marL="0" indent="0">
              <a:buNone/>
            </a:pPr>
            <a:r>
              <a:rPr lang="en-US" dirty="0"/>
              <a:t>Which type of software are you most likely to find only on a server OS as opposed to a client OS?</a:t>
            </a:r>
          </a:p>
          <a:p>
            <a:pPr marL="457200" indent="-457200">
              <a:buAutoNum type="alphaLcPeriod"/>
            </a:pPr>
            <a:r>
              <a:rPr lang="en-US" dirty="0"/>
              <a:t>File sharing software</a:t>
            </a:r>
          </a:p>
          <a:p>
            <a:pPr marL="457200" indent="-457200">
              <a:buAutoNum type="alphaLcPeriod"/>
            </a:pPr>
            <a:r>
              <a:rPr lang="en-US" dirty="0"/>
              <a:t>Directory service software</a:t>
            </a:r>
          </a:p>
          <a:p>
            <a:pPr marL="457200" indent="-457200">
              <a:buAutoNum type="alphaLcPeriod"/>
            </a:pPr>
            <a:r>
              <a:rPr lang="en-US" dirty="0"/>
              <a:t>Printer sharing software</a:t>
            </a:r>
          </a:p>
          <a:p>
            <a:pPr marL="457200" indent="-457200">
              <a:buAutoNum type="alphaLcPeriod"/>
            </a:pPr>
            <a:r>
              <a:rPr lang="en-US" dirty="0"/>
              <a:t>Word processing software</a:t>
            </a:r>
          </a:p>
        </p:txBody>
      </p:sp>
    </p:spTree>
    <p:extLst>
      <p:ext uri="{BB962C8B-B14F-4D97-AF65-F5344CB8AC3E}">
        <p14:creationId xmlns:p14="http://schemas.microsoft.com/office/powerpoint/2010/main" val="12251530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1-2: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2"/>
            <a:ext cx="11241915" cy="2621900"/>
          </a:xfrm>
        </p:spPr>
        <p:txBody>
          <a:bodyPr/>
          <a:lstStyle/>
          <a:p>
            <a:pPr marL="0" indent="0">
              <a:buNone/>
            </a:pPr>
            <a:r>
              <a:rPr lang="en-US" dirty="0"/>
              <a:t>Which type of software are you most likely to find only on a server OS as opposed to a client OS?</a:t>
            </a:r>
          </a:p>
          <a:p>
            <a:pPr marL="0" indent="0">
              <a:buNone/>
            </a:pPr>
            <a:r>
              <a:rPr lang="en-US" b="1" dirty="0"/>
              <a:t>Answer: </a:t>
            </a:r>
            <a:r>
              <a:rPr lang="en-US" dirty="0"/>
              <a:t>b. Directory service software</a:t>
            </a:r>
          </a:p>
          <a:p>
            <a:pPr marL="0" indent="0">
              <a:buNone/>
            </a:pPr>
            <a:r>
              <a:rPr lang="en-US" b="1" dirty="0"/>
              <a:t>Explanation:</a:t>
            </a:r>
            <a:r>
              <a:rPr lang="en-US" dirty="0"/>
              <a:t> Client OSs commonly include file and printer sharing software so resources can be shared in a peer-to-peer network. They usually also have word processing software. But a client OS is unlikely to have directory service software such as Active Directory; directory service software is usually only found on server OSs such as Windows Server.</a:t>
            </a:r>
          </a:p>
        </p:txBody>
      </p:sp>
    </p:spTree>
    <p:extLst>
      <p:ext uri="{BB962C8B-B14F-4D97-AF65-F5344CB8AC3E}">
        <p14:creationId xmlns:p14="http://schemas.microsoft.com/office/powerpoint/2010/main" val="19977629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40525-58F2-4405-81C6-344F11016177}"/>
              </a:ext>
            </a:extLst>
          </p:cNvPr>
          <p:cNvSpPr>
            <a:spLocks noGrp="1"/>
          </p:cNvSpPr>
          <p:nvPr>
            <p:ph type="title"/>
          </p:nvPr>
        </p:nvSpPr>
        <p:spPr/>
        <p:txBody>
          <a:bodyPr/>
          <a:lstStyle/>
          <a:p>
            <a:r>
              <a:rPr lang="en-US" dirty="0"/>
              <a:t>Self Assessment</a:t>
            </a:r>
          </a:p>
        </p:txBody>
      </p:sp>
      <p:sp>
        <p:nvSpPr>
          <p:cNvPr id="3" name="Content Placeholder 2">
            <a:extLst>
              <a:ext uri="{FF2B5EF4-FFF2-40B4-BE49-F238E27FC236}">
                <a16:creationId xmlns:a16="http://schemas.microsoft.com/office/drawing/2014/main" id="{D90D28A5-F477-438F-8470-076D1B855E62}"/>
              </a:ext>
            </a:extLst>
          </p:cNvPr>
          <p:cNvSpPr>
            <a:spLocks noGrp="1"/>
          </p:cNvSpPr>
          <p:nvPr>
            <p:ph idx="1"/>
          </p:nvPr>
        </p:nvSpPr>
        <p:spPr/>
        <p:txBody>
          <a:bodyPr/>
          <a:lstStyle/>
          <a:p>
            <a:pPr marL="0" indent="0">
              <a:buNone/>
            </a:pPr>
            <a:r>
              <a:rPr lang="en-US" dirty="0"/>
              <a:t>Name the differences between short-term storage versus long-term storage.</a:t>
            </a:r>
          </a:p>
          <a:p>
            <a:pPr marL="0" indent="0">
              <a:buNone/>
            </a:pPr>
            <a:endParaRPr lang="en-US" dirty="0"/>
          </a:p>
          <a:p>
            <a:pPr marL="0" indent="0">
              <a:buNone/>
            </a:pPr>
            <a:r>
              <a:rPr lang="en-US" dirty="0"/>
              <a:t>Use Table 1-5 from the text to familiarize yourself with the differences between peer-to-peer versus server-based networks. Which type of network would be best for a company with 3 users?</a:t>
            </a:r>
          </a:p>
        </p:txBody>
      </p:sp>
    </p:spTree>
    <p:extLst>
      <p:ext uri="{BB962C8B-B14F-4D97-AF65-F5344CB8AC3E}">
        <p14:creationId xmlns:p14="http://schemas.microsoft.com/office/powerpoint/2010/main" val="6237428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9388-57EA-415D-BA4C-9D237D98148B}"/>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6C62FF5B-1A90-449C-9F51-BCC153EB61C0}"/>
              </a:ext>
            </a:extLst>
          </p:cNvPr>
          <p:cNvSpPr>
            <a:spLocks noGrp="1"/>
          </p:cNvSpPr>
          <p:nvPr>
            <p:ph idx="1"/>
          </p:nvPr>
        </p:nvSpPr>
        <p:spPr/>
        <p:txBody>
          <a:bodyPr/>
          <a:lstStyle/>
          <a:p>
            <a:pPr marL="0" indent="0">
              <a:buNone/>
            </a:pPr>
            <a:r>
              <a:rPr lang="en-US" dirty="0"/>
              <a:t>Now that the lesson has ended, you should be able to:</a:t>
            </a:r>
          </a:p>
          <a:p>
            <a:pPr marL="457200" indent="-457200">
              <a:buFont typeface="+mj-lt"/>
              <a:buAutoNum type="arabicPeriod"/>
            </a:pPr>
            <a:r>
              <a:rPr lang="en-US" altLang="zh-CN" dirty="0"/>
              <a:t>Describe basic computer concepts, components, and operation</a:t>
            </a:r>
          </a:p>
          <a:p>
            <a:pPr marL="457200" indent="-457200">
              <a:buFont typeface="+mj-lt"/>
              <a:buAutoNum type="arabicPeriod"/>
            </a:pPr>
            <a:r>
              <a:rPr lang="en-US" altLang="zh-CN" dirty="0"/>
              <a:t>Explain the fundamentals of network communication</a:t>
            </a:r>
          </a:p>
          <a:p>
            <a:pPr marL="457200" indent="-457200">
              <a:buFont typeface="+mj-lt"/>
              <a:buAutoNum type="arabicPeriod"/>
            </a:pPr>
            <a:r>
              <a:rPr lang="en-US" altLang="zh-CN" dirty="0"/>
              <a:t>Define common networking terms</a:t>
            </a:r>
          </a:p>
          <a:p>
            <a:pPr marL="457200" indent="-457200">
              <a:buFont typeface="+mj-lt"/>
              <a:buAutoNum type="arabicPeriod"/>
            </a:pPr>
            <a:r>
              <a:rPr lang="en-US" altLang="zh-CN" dirty="0"/>
              <a:t>Compare different network models</a:t>
            </a:r>
          </a:p>
        </p:txBody>
      </p:sp>
    </p:spTree>
    <p:extLst>
      <p:ext uri="{BB962C8B-B14F-4D97-AF65-F5344CB8AC3E}">
        <p14:creationId xmlns:p14="http://schemas.microsoft.com/office/powerpoint/2010/main" val="23223707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FULL TEXT TEMPLATE MASTER" val="7pb33sBP"/>
  <p:tag name="ARTICULATE_DESIGN_ID_FULL TEXT TEMPLATE MASTER (CONT.)" val="V3Eg5WUK"/>
  <p:tag name="ARTICULATE_DESIGN_ID_OPTIMIZED TEMPLATE MASTER" val="rzwWCka7"/>
  <p:tag name="ARTICULATE_DESIGN_ID_OPTIMIZED TEMPLATE MASTER (CONT.)" val="klKJ3eZ5"/>
  <p:tag name="ARTICULATE_SLIDE_COUNT" val="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Cengage New">
      <a:majorFont>
        <a:latin typeface="Work Sans "/>
        <a:ea typeface=""/>
        <a:cs typeface=""/>
      </a:majorFont>
      <a:minorFont>
        <a:latin typeface="Work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1y_PPT_Template_Cengage_020221.pptx" id="{62A8FB47-AEAE-448A-A9EC-2B57E950A883}" vid="{DA52BCA4-C454-45F1-8147-C38687C750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Admin xmlns="c8ecdccd-e3b0-4392-94c4-49d90f16d1d5">
      <UserInfo>
        <DisplayName/>
        <AccountId xsi:nil="true"/>
        <AccountType/>
      </UserInfo>
    </Admin>
    <PartnerProgram xmlns="c8ecdccd-e3b0-4392-94c4-49d90f16d1d5" xsi:nil="true"/>
    <Topic xmlns="c8ecdccd-e3b0-4392-94c4-49d90f16d1d5">
      <Value>Accessibility</Value>
    </Topic>
    <Copy xmlns="c8ecdccd-e3b0-4392-94c4-49d90f16d1d5">false</Copy>
    <MasterLocation_x0028_ifCopy_x003d_Yes_x0029_ xmlns="c8ecdccd-e3b0-4392-94c4-49d90f16d1d5">n/a</MasterLocation_x0028_ifCopy_x003d_Yes_x0029_>
    <Owner xmlns="c8ecdccd-e3b0-4392-94c4-49d90f16d1d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23" ma:contentTypeDescription="Create a new document." ma:contentTypeScope="" ma:versionID="bb91af784c98ffd54f07baef4de8c87a">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6483f901f2ec473eb96d4dadeaaace36" ns2:_="" ns3:_="">
    <xsd:import namespace="c8ecdccd-e3b0-4392-94c4-49d90f16d1d5"/>
    <xsd:import namespace="cc1e726a-7c3b-4654-9122-87de3e28a51c"/>
    <xsd:element name="properties">
      <xsd:complexType>
        <xsd:sequence>
          <xsd:element name="documentManagement">
            <xsd:complexType>
              <xsd:all>
                <xsd:element ref="ns2:Topic" minOccurs="0"/>
                <xsd:element ref="ns2:Owner" minOccurs="0"/>
                <xsd:element ref="ns2:Admin" minOccurs="0"/>
                <xsd:element ref="ns2:Copy" minOccurs="0"/>
                <xsd:element ref="ns2:MasterLocation_x0028_ifCopy_x003d_Yes_x0029_" minOccurs="0"/>
                <xsd:element ref="ns2:AdminNotes" minOccurs="0"/>
                <xsd:element ref="ns2:MediaServiceMetadata" minOccurs="0"/>
                <xsd:element ref="ns2:MediaServiceFastMetadata" minOccurs="0"/>
                <xsd:element ref="ns2:MediaServiceAutoTags"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OCR" minOccurs="0"/>
                <xsd:element ref="ns2:MediaServiceGenerationTime" minOccurs="0"/>
                <xsd:element ref="ns2:MediaServiceEventHashCode" minOccurs="0"/>
                <xsd:element ref="ns2:PartnerProgram"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Topic" ma:index="2" nillable="true" ma:displayName="Topic" ma:default="Unassigned" ma:format="Dropdown" ma:internalName="Topic">
      <xsd:complexType>
        <xsd:complexContent>
          <xsd:extension base="dms:MultiChoice">
            <xsd:sequence>
              <xsd:element name="Value" maxOccurs="unbounded" minOccurs="0" nillable="true">
                <xsd:simpleType>
                  <xsd:restriction base="dms:Choice">
                    <xsd:enumeration value="Accessibility"/>
                    <xsd:enumeration value="Alt text"/>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enumeration value="Design"/>
                    <xsd:enumeration value="Inclusivity &amp; Diversity"/>
                    <xsd:enumeration value="Choice 16"/>
                  </xsd:restriction>
                </xsd:simpleType>
              </xsd:element>
            </xsd:sequence>
          </xsd:extension>
        </xsd:complexContent>
      </xsd:complexType>
    </xsd:element>
    <xsd:element name="Owner" ma:index="3"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earning"/>
          <xsd:enumeration value="Manufacturing"/>
          <xsd:enumeration value="NGL"/>
          <xsd:enumeration value="Strategic Sourcing"/>
        </xsd:restriction>
      </xsd:simpleType>
    </xsd:element>
    <xsd:element name="Admin" ma:index="4" nillable="true" ma:displayName="Admin" ma:list="UserInfo" ma:SharePointGroup="0" ma:internalName="Admin"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py" ma:index="5"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6"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earning"/>
          <xsd:enumeration value="Strategic Sourcing"/>
          <xsd:enumeration value="VIP Documents"/>
          <xsd:enumeration value="n/a"/>
          <xsd:enumeration value="Creative Studio"/>
          <xsd:enumeration value="NGL"/>
        </xsd:restriction>
      </xsd:simpleType>
    </xsd:element>
    <xsd:element name="AdminNotes" ma:index="7" nillable="true" ma:displayName="Admin Notes" ma:format="Dropdown" ma:internalName="AdminNotes">
      <xsd:complexType>
        <xsd:complexContent>
          <xsd:extension base="dms:MultiChoiceFillIn">
            <xsd:sequence>
              <xsd:element name="Value" maxOccurs="unbounded" minOccurs="0" nillable="true">
                <xsd:simpleType>
                  <xsd:union memberTypes="dms:Text">
                    <xsd:simpleType>
                      <xsd:restriction base="dms:Choice">
                        <xsd:enumeration value="See VIP Source Documents"/>
                        <xsd:enumeration value="E2E copy"/>
                        <xsd:enumeration value="Link to VIP copy"/>
                        <xsd:enumeration value="Same as internal version"/>
                        <xsd:enumeration value="Vendor-facing version"/>
                        <xsd:enumeration value="Source document w/owner"/>
                      </xsd:restriction>
                    </xsd:simpleType>
                  </xsd:union>
                </xsd:simpleType>
              </xsd:element>
            </xsd:sequence>
          </xsd:extension>
        </xsd:complexContent>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PartnerProgram" ma:index="25" nillable="true" ma:displayName="Partner Program" ma:format="Dropdown" ma:internalName="PartnerProgram">
      <xsd:complexType>
        <xsd:complexContent>
          <xsd:extension base="dms:MultiChoice">
            <xsd:sequence>
              <xsd:element name="Value" maxOccurs="unbounded" minOccurs="0" nillable="true">
                <xsd:simpleType>
                  <xsd:restriction base="dms:Choice">
                    <xsd:enumeration value="HE Production"/>
                    <xsd:enumeration value="Design"/>
                    <xsd:enumeration value="Authoring"/>
                    <xsd:enumeration value="Ancillary Production"/>
                    <xsd:enumeration value="Archiving"/>
                    <xsd:enumeration value="NGL"/>
                    <xsd:enumeration value="Media"/>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9BA192-EF86-48DF-982C-2C526A268392}">
  <ds:schemaRefs>
    <ds:schemaRef ds:uri="http://schemas.microsoft.com/office/2006/documentManagement/types"/>
    <ds:schemaRef ds:uri="http://purl.org/dc/dcmitype/"/>
    <ds:schemaRef ds:uri="http://schemas.microsoft.com/office/infopath/2007/PartnerControls"/>
    <ds:schemaRef ds:uri="cc1e726a-7c3b-4654-9122-87de3e28a51c"/>
    <ds:schemaRef ds:uri="http://purl.org/dc/terms/"/>
    <ds:schemaRef ds:uri="http://schemas.openxmlformats.org/package/2006/metadata/core-properties"/>
    <ds:schemaRef ds:uri="http://www.w3.org/XML/1998/namespace"/>
    <ds:schemaRef ds:uri="http://purl.org/dc/elements/1.1/"/>
    <ds:schemaRef ds:uri="c8ecdccd-e3b0-4392-94c4-49d90f16d1d5"/>
    <ds:schemaRef ds:uri="http://schemas.microsoft.com/office/2006/metadata/properties"/>
  </ds:schemaRefs>
</ds:datastoreItem>
</file>

<file path=customXml/itemProps2.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3.xml><?xml version="1.0" encoding="utf-8"?>
<ds:datastoreItem xmlns:ds="http://schemas.openxmlformats.org/officeDocument/2006/customXml" ds:itemID="{99006C67-D151-4DD6-B0C5-0010ADB115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A11y_PPT_Template_Cengage_020221</Template>
  <TotalTime>6415</TotalTime>
  <Words>3454</Words>
  <Application>Microsoft Office PowerPoint</Application>
  <PresentationFormat>Widescreen</PresentationFormat>
  <Paragraphs>296</Paragraphs>
  <Slides>49</Slides>
  <Notes>1</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Arial</vt:lpstr>
      <vt:lpstr>Calibri</vt:lpstr>
      <vt:lpstr>Courier New</vt:lpstr>
      <vt:lpstr>Wingdings</vt:lpstr>
      <vt:lpstr>Work Sans</vt:lpstr>
      <vt:lpstr>Work Sans </vt:lpstr>
      <vt:lpstr>Optimized Template Master</vt:lpstr>
      <vt:lpstr>Guide to Networking Essentials, 9e</vt:lpstr>
      <vt:lpstr>Icebreaker: Interview Simulation</vt:lpstr>
      <vt:lpstr>Chapter Objectives</vt:lpstr>
      <vt:lpstr>An Overview of Computer Concepts</vt:lpstr>
      <vt:lpstr>Basic Functions of a Computer</vt:lpstr>
      <vt:lpstr>Input Components</vt:lpstr>
      <vt:lpstr>Processing Components</vt:lpstr>
      <vt:lpstr>Output Components</vt:lpstr>
      <vt:lpstr>Storage Components (1 of 4)</vt:lpstr>
      <vt:lpstr>Storage Components (2 of 4)</vt:lpstr>
      <vt:lpstr>Storage Components (3 of 4)</vt:lpstr>
      <vt:lpstr>Storage Components (4 of 4)</vt:lpstr>
      <vt:lpstr>Personal Computer Hardware (1 of 5)</vt:lpstr>
      <vt:lpstr>Personal Computer Hardware (2 of 5)</vt:lpstr>
      <vt:lpstr>Personal Computer Hardware (3 of 5)</vt:lpstr>
      <vt:lpstr>Personal Computer Hardware (4 of 5)</vt:lpstr>
      <vt:lpstr>Personal Computer Hardware (5 of 5)</vt:lpstr>
      <vt:lpstr>Computer Boot Procedure</vt:lpstr>
      <vt:lpstr>The Fundamentals of Network Communication</vt:lpstr>
      <vt:lpstr>Network Components (1 of 2)</vt:lpstr>
      <vt:lpstr>Network Components (2 of 2)</vt:lpstr>
      <vt:lpstr>Steps of Network Communication</vt:lpstr>
      <vt:lpstr>Layers of the Network Communication Process</vt:lpstr>
      <vt:lpstr>How Two Computers Communicate on a LAN: Some Details (1 of 2)</vt:lpstr>
      <vt:lpstr>How Two Computers Communicate on a LAN: Some Details (2 of 2)</vt:lpstr>
      <vt:lpstr>Knowledge Check Activity 1-1</vt:lpstr>
      <vt:lpstr>Knowledge Check Activity 1-1: Answer</vt:lpstr>
      <vt:lpstr>LANs, Internetworks, WANs, and MANs (1 of 3)</vt:lpstr>
      <vt:lpstr>LANs, Internetworks, WANs, and MANs (2 of 3)</vt:lpstr>
      <vt:lpstr>LANs, Internetworks, WANs, and MANs (3 of 3)</vt:lpstr>
      <vt:lpstr>WLANs, CANs, and PANs (1 of 2)</vt:lpstr>
      <vt:lpstr>WLANs, CANs, and PANs (2 of 2)</vt:lpstr>
      <vt:lpstr>Internet, Intranet, and Extranet</vt:lpstr>
      <vt:lpstr>Packets and Frames (1 of 2)</vt:lpstr>
      <vt:lpstr>Packets and Frames (2 of 2)</vt:lpstr>
      <vt:lpstr>Clients and Servers (1 of 2)</vt:lpstr>
      <vt:lpstr>Clients and Servers (2 of 2)</vt:lpstr>
      <vt:lpstr>Network Models</vt:lpstr>
      <vt:lpstr>Peer-to-Peer/Workgroup Model (1 of 2)</vt:lpstr>
      <vt:lpstr>Peer-to-Peer/Workgroup Model (2 of 2)</vt:lpstr>
      <vt:lpstr>Server/Domain-Based Model (1 of 5)</vt:lpstr>
      <vt:lpstr>Server/Domain-Based Model (2 of 5)</vt:lpstr>
      <vt:lpstr>Server/Domain-Based Model (3 of 5)</vt:lpstr>
      <vt:lpstr>Server/Domain-Based Model (4 of 5)</vt:lpstr>
      <vt:lpstr>Server/Domain-Based Model (5 of 5)</vt:lpstr>
      <vt:lpstr>Knowledge Check Activity 1-2</vt:lpstr>
      <vt:lpstr>Knowledge Check Activity 1-2: Answer</vt:lpstr>
      <vt:lpstr>Self Assessment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 Williams</dc:creator>
  <cp:lastModifiedBy>ap247</cp:lastModifiedBy>
  <cp:revision>140</cp:revision>
  <cp:lastPrinted>2016-10-03T15:29:39Z</cp:lastPrinted>
  <dcterms:created xsi:type="dcterms:W3CDTF">2021-12-10T16:21:02Z</dcterms:created>
  <dcterms:modified xsi:type="dcterms:W3CDTF">2026-01-22T04:01:08Z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ies>
</file>