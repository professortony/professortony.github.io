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50"/>
  </p:notesMasterIdLst>
  <p:handoutMasterIdLst>
    <p:handoutMasterId r:id="rId51"/>
  </p:handoutMasterIdLst>
  <p:sldIdLst>
    <p:sldId id="257" r:id="rId5"/>
    <p:sldId id="259" r:id="rId6"/>
    <p:sldId id="337" r:id="rId7"/>
    <p:sldId id="268" r:id="rId8"/>
    <p:sldId id="338" r:id="rId9"/>
    <p:sldId id="283" r:id="rId10"/>
    <p:sldId id="339" r:id="rId11"/>
    <p:sldId id="341" r:id="rId12"/>
    <p:sldId id="340" r:id="rId13"/>
    <p:sldId id="342" r:id="rId14"/>
    <p:sldId id="343" r:id="rId15"/>
    <p:sldId id="344" r:id="rId16"/>
    <p:sldId id="345" r:id="rId17"/>
    <p:sldId id="346" r:id="rId18"/>
    <p:sldId id="347" r:id="rId19"/>
    <p:sldId id="262" r:id="rId20"/>
    <p:sldId id="263" r:id="rId21"/>
    <p:sldId id="348" r:id="rId22"/>
    <p:sldId id="295" r:id="rId23"/>
    <p:sldId id="349" r:id="rId24"/>
    <p:sldId id="350" r:id="rId25"/>
    <p:sldId id="351" r:id="rId26"/>
    <p:sldId id="352" r:id="rId27"/>
    <p:sldId id="336" r:id="rId28"/>
    <p:sldId id="353" r:id="rId29"/>
    <p:sldId id="354" r:id="rId30"/>
    <p:sldId id="355" r:id="rId31"/>
    <p:sldId id="356" r:id="rId32"/>
    <p:sldId id="357" r:id="rId33"/>
    <p:sldId id="303" r:id="rId34"/>
    <p:sldId id="359" r:id="rId35"/>
    <p:sldId id="360" r:id="rId36"/>
    <p:sldId id="361" r:id="rId37"/>
    <p:sldId id="362" r:id="rId38"/>
    <p:sldId id="363" r:id="rId39"/>
    <p:sldId id="358" r:id="rId40"/>
    <p:sldId id="364" r:id="rId41"/>
    <p:sldId id="365" r:id="rId42"/>
    <p:sldId id="366" r:id="rId43"/>
    <p:sldId id="367" r:id="rId44"/>
    <p:sldId id="368" r:id="rId45"/>
    <p:sldId id="313" r:id="rId46"/>
    <p:sldId id="314" r:id="rId47"/>
    <p:sldId id="269" r:id="rId48"/>
    <p:sldId id="270" r:id="rId49"/>
  </p:sldIdLst>
  <p:sldSz cx="12192000" cy="6858000"/>
  <p:notesSz cx="6858000" cy="9144000"/>
  <p:custDataLst>
    <p:tags r:id="rId52"/>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94136" autoAdjust="0"/>
  </p:normalViewPr>
  <p:slideViewPr>
    <p:cSldViewPr snapToGrid="0" snapToObjects="1">
      <p:cViewPr varScale="1">
        <p:scale>
          <a:sx n="102" d="100"/>
          <a:sy n="102" d="100"/>
        </p:scale>
        <p:origin x="96" y="67"/>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E0152AF1-85D4-4A9A-9CA8-33AC4747F568}"/>
    <pc:docChg chg="modSld">
      <pc:chgData name="Anthony Pacheco" userId="fdf46b62-f4f9-461f-bfbc-c3446c220a65" providerId="ADAL" clId="{E0152AF1-85D4-4A9A-9CA8-33AC4747F568}" dt="2026-01-29T16:27:06.867" v="64" actId="255"/>
      <pc:docMkLst>
        <pc:docMk/>
      </pc:docMkLst>
      <pc:sldChg chg="modSp mod">
        <pc:chgData name="Anthony Pacheco" userId="fdf46b62-f4f9-461f-bfbc-c3446c220a65" providerId="ADAL" clId="{E0152AF1-85D4-4A9A-9CA8-33AC4747F568}" dt="2026-01-29T16:22:35.499" v="27" actId="14100"/>
        <pc:sldMkLst>
          <pc:docMk/>
          <pc:sldMk cId="3289532461" sldId="303"/>
        </pc:sldMkLst>
        <pc:picChg chg="mod">
          <ac:chgData name="Anthony Pacheco" userId="fdf46b62-f4f9-461f-bfbc-c3446c220a65" providerId="ADAL" clId="{E0152AF1-85D4-4A9A-9CA8-33AC4747F568}" dt="2026-01-29T16:22:35.499" v="27" actId="14100"/>
          <ac:picMkLst>
            <pc:docMk/>
            <pc:sldMk cId="3289532461" sldId="303"/>
            <ac:picMk id="4" creationId="{4599B205-8B1F-319E-E1AB-8757885FBC85}"/>
          </ac:picMkLst>
        </pc:picChg>
      </pc:sldChg>
      <pc:sldChg chg="modSp mod">
        <pc:chgData name="Anthony Pacheco" userId="fdf46b62-f4f9-461f-bfbc-c3446c220a65" providerId="ADAL" clId="{E0152AF1-85D4-4A9A-9CA8-33AC4747F568}" dt="2026-01-29T16:20:30.970" v="6" actId="113"/>
        <pc:sldMkLst>
          <pc:docMk/>
          <pc:sldMk cId="4135342140" sldId="352"/>
        </pc:sldMkLst>
        <pc:spChg chg="mod">
          <ac:chgData name="Anthony Pacheco" userId="fdf46b62-f4f9-461f-bfbc-c3446c220a65" providerId="ADAL" clId="{E0152AF1-85D4-4A9A-9CA8-33AC4747F568}" dt="2026-01-29T16:20:30.970" v="6" actId="113"/>
          <ac:spMkLst>
            <pc:docMk/>
            <pc:sldMk cId="4135342140" sldId="352"/>
            <ac:spMk id="3" creationId="{D81928C4-A315-8F03-EDBD-3164A99D565A}"/>
          </ac:spMkLst>
        </pc:spChg>
      </pc:sldChg>
      <pc:sldChg chg="modSp mod">
        <pc:chgData name="Anthony Pacheco" userId="fdf46b62-f4f9-461f-bfbc-c3446c220a65" providerId="ADAL" clId="{E0152AF1-85D4-4A9A-9CA8-33AC4747F568}" dt="2026-01-29T16:20:55.835" v="10" actId="113"/>
        <pc:sldMkLst>
          <pc:docMk/>
          <pc:sldMk cId="3648852468" sldId="353"/>
        </pc:sldMkLst>
        <pc:spChg chg="mod">
          <ac:chgData name="Anthony Pacheco" userId="fdf46b62-f4f9-461f-bfbc-c3446c220a65" providerId="ADAL" clId="{E0152AF1-85D4-4A9A-9CA8-33AC4747F568}" dt="2026-01-29T16:20:55.835" v="10" actId="113"/>
          <ac:spMkLst>
            <pc:docMk/>
            <pc:sldMk cId="3648852468" sldId="353"/>
            <ac:spMk id="3" creationId="{2C9E54D6-B374-F031-84F7-104525ABABEE}"/>
          </ac:spMkLst>
        </pc:spChg>
      </pc:sldChg>
      <pc:sldChg chg="modSp mod">
        <pc:chgData name="Anthony Pacheco" userId="fdf46b62-f4f9-461f-bfbc-c3446c220a65" providerId="ADAL" clId="{E0152AF1-85D4-4A9A-9CA8-33AC4747F568}" dt="2026-01-29T16:21:12.652" v="13" actId="113"/>
        <pc:sldMkLst>
          <pc:docMk/>
          <pc:sldMk cId="720603410" sldId="354"/>
        </pc:sldMkLst>
        <pc:spChg chg="mod">
          <ac:chgData name="Anthony Pacheco" userId="fdf46b62-f4f9-461f-bfbc-c3446c220a65" providerId="ADAL" clId="{E0152AF1-85D4-4A9A-9CA8-33AC4747F568}" dt="2026-01-29T16:21:12.652" v="13" actId="113"/>
          <ac:spMkLst>
            <pc:docMk/>
            <pc:sldMk cId="720603410" sldId="354"/>
            <ac:spMk id="3" creationId="{2E1587D1-F667-DBE7-B945-7118A95AE17A}"/>
          </ac:spMkLst>
        </pc:spChg>
      </pc:sldChg>
      <pc:sldChg chg="modSp mod">
        <pc:chgData name="Anthony Pacheco" userId="fdf46b62-f4f9-461f-bfbc-c3446c220a65" providerId="ADAL" clId="{E0152AF1-85D4-4A9A-9CA8-33AC4747F568}" dt="2026-01-29T16:21:40.603" v="16" actId="113"/>
        <pc:sldMkLst>
          <pc:docMk/>
          <pc:sldMk cId="3100890648" sldId="355"/>
        </pc:sldMkLst>
        <pc:spChg chg="mod">
          <ac:chgData name="Anthony Pacheco" userId="fdf46b62-f4f9-461f-bfbc-c3446c220a65" providerId="ADAL" clId="{E0152AF1-85D4-4A9A-9CA8-33AC4747F568}" dt="2026-01-29T16:21:40.603" v="16" actId="113"/>
          <ac:spMkLst>
            <pc:docMk/>
            <pc:sldMk cId="3100890648" sldId="355"/>
            <ac:spMk id="3" creationId="{7CB6B006-B938-8C80-D84D-3D0A3F08C548}"/>
          </ac:spMkLst>
        </pc:spChg>
      </pc:sldChg>
      <pc:sldChg chg="modSp mod">
        <pc:chgData name="Anthony Pacheco" userId="fdf46b62-f4f9-461f-bfbc-c3446c220a65" providerId="ADAL" clId="{E0152AF1-85D4-4A9A-9CA8-33AC4747F568}" dt="2026-01-29T16:22:13.094" v="23" actId="113"/>
        <pc:sldMkLst>
          <pc:docMk/>
          <pc:sldMk cId="814869409" sldId="356"/>
        </pc:sldMkLst>
        <pc:spChg chg="mod">
          <ac:chgData name="Anthony Pacheco" userId="fdf46b62-f4f9-461f-bfbc-c3446c220a65" providerId="ADAL" clId="{E0152AF1-85D4-4A9A-9CA8-33AC4747F568}" dt="2026-01-29T16:22:13.094" v="23" actId="113"/>
          <ac:spMkLst>
            <pc:docMk/>
            <pc:sldMk cId="814869409" sldId="356"/>
            <ac:spMk id="3" creationId="{683A9137-3A31-3407-C819-2B2FFF5D285F}"/>
          </ac:spMkLst>
        </pc:spChg>
      </pc:sldChg>
      <pc:sldChg chg="modSp mod">
        <pc:chgData name="Anthony Pacheco" userId="fdf46b62-f4f9-461f-bfbc-c3446c220a65" providerId="ADAL" clId="{E0152AF1-85D4-4A9A-9CA8-33AC4747F568}" dt="2026-01-29T16:22:18.066" v="24" actId="14100"/>
        <pc:sldMkLst>
          <pc:docMk/>
          <pc:sldMk cId="4267075622" sldId="357"/>
        </pc:sldMkLst>
        <pc:spChg chg="mod">
          <ac:chgData name="Anthony Pacheco" userId="fdf46b62-f4f9-461f-bfbc-c3446c220a65" providerId="ADAL" clId="{E0152AF1-85D4-4A9A-9CA8-33AC4747F568}" dt="2026-01-29T16:22:18.066" v="24" actId="14100"/>
          <ac:spMkLst>
            <pc:docMk/>
            <pc:sldMk cId="4267075622" sldId="357"/>
            <ac:spMk id="3" creationId="{616D826D-5675-1859-E584-6094E55AF343}"/>
          </ac:spMkLst>
        </pc:spChg>
      </pc:sldChg>
      <pc:sldChg chg="modSp mod">
        <pc:chgData name="Anthony Pacheco" userId="fdf46b62-f4f9-461f-bfbc-c3446c220a65" providerId="ADAL" clId="{E0152AF1-85D4-4A9A-9CA8-33AC4747F568}" dt="2026-01-29T16:25:08.775" v="50" actId="14100"/>
        <pc:sldMkLst>
          <pc:docMk/>
          <pc:sldMk cId="1562090313" sldId="358"/>
        </pc:sldMkLst>
        <pc:picChg chg="mod">
          <ac:chgData name="Anthony Pacheco" userId="fdf46b62-f4f9-461f-bfbc-c3446c220a65" providerId="ADAL" clId="{E0152AF1-85D4-4A9A-9CA8-33AC4747F568}" dt="2026-01-29T16:25:08.775" v="50" actId="14100"/>
          <ac:picMkLst>
            <pc:docMk/>
            <pc:sldMk cId="1562090313" sldId="358"/>
            <ac:picMk id="4" creationId="{D2DD0975-7215-4972-CFB9-905032375B32}"/>
          </ac:picMkLst>
        </pc:picChg>
      </pc:sldChg>
      <pc:sldChg chg="modSp mod">
        <pc:chgData name="Anthony Pacheco" userId="fdf46b62-f4f9-461f-bfbc-c3446c220a65" providerId="ADAL" clId="{E0152AF1-85D4-4A9A-9CA8-33AC4747F568}" dt="2026-01-29T16:23:17.477" v="32" actId="113"/>
        <pc:sldMkLst>
          <pc:docMk/>
          <pc:sldMk cId="63216953" sldId="359"/>
        </pc:sldMkLst>
        <pc:spChg chg="mod">
          <ac:chgData name="Anthony Pacheco" userId="fdf46b62-f4f9-461f-bfbc-c3446c220a65" providerId="ADAL" clId="{E0152AF1-85D4-4A9A-9CA8-33AC4747F568}" dt="2026-01-29T16:23:17.477" v="32" actId="113"/>
          <ac:spMkLst>
            <pc:docMk/>
            <pc:sldMk cId="63216953" sldId="359"/>
            <ac:spMk id="3" creationId="{4570F652-E442-9819-162A-385333FBC352}"/>
          </ac:spMkLst>
        </pc:spChg>
      </pc:sldChg>
      <pc:sldChg chg="modSp mod">
        <pc:chgData name="Anthony Pacheco" userId="fdf46b62-f4f9-461f-bfbc-c3446c220a65" providerId="ADAL" clId="{E0152AF1-85D4-4A9A-9CA8-33AC4747F568}" dt="2026-01-29T16:23:55.230" v="39" actId="113"/>
        <pc:sldMkLst>
          <pc:docMk/>
          <pc:sldMk cId="2117018254" sldId="360"/>
        </pc:sldMkLst>
        <pc:spChg chg="mod">
          <ac:chgData name="Anthony Pacheco" userId="fdf46b62-f4f9-461f-bfbc-c3446c220a65" providerId="ADAL" clId="{E0152AF1-85D4-4A9A-9CA8-33AC4747F568}" dt="2026-01-29T16:23:55.230" v="39" actId="113"/>
          <ac:spMkLst>
            <pc:docMk/>
            <pc:sldMk cId="2117018254" sldId="360"/>
            <ac:spMk id="3" creationId="{61290824-28C7-6C04-4DEE-AB801B639DEE}"/>
          </ac:spMkLst>
        </pc:spChg>
      </pc:sldChg>
      <pc:sldChg chg="modSp mod">
        <pc:chgData name="Anthony Pacheco" userId="fdf46b62-f4f9-461f-bfbc-c3446c220a65" providerId="ADAL" clId="{E0152AF1-85D4-4A9A-9CA8-33AC4747F568}" dt="2026-01-29T16:23:59.454" v="40" actId="14100"/>
        <pc:sldMkLst>
          <pc:docMk/>
          <pc:sldMk cId="3701695325" sldId="361"/>
        </pc:sldMkLst>
        <pc:picChg chg="mod">
          <ac:chgData name="Anthony Pacheco" userId="fdf46b62-f4f9-461f-bfbc-c3446c220a65" providerId="ADAL" clId="{E0152AF1-85D4-4A9A-9CA8-33AC4747F568}" dt="2026-01-29T16:23:59.454" v="40" actId="14100"/>
          <ac:picMkLst>
            <pc:docMk/>
            <pc:sldMk cId="3701695325" sldId="361"/>
            <ac:picMk id="4" creationId="{76AD9B9D-FD03-DD4A-8989-046DC5CD1BBD}"/>
          </ac:picMkLst>
        </pc:picChg>
      </pc:sldChg>
      <pc:sldChg chg="modSp mod">
        <pc:chgData name="Anthony Pacheco" userId="fdf46b62-f4f9-461f-bfbc-c3446c220a65" providerId="ADAL" clId="{E0152AF1-85D4-4A9A-9CA8-33AC4747F568}" dt="2026-01-29T16:24:30.582" v="47" actId="113"/>
        <pc:sldMkLst>
          <pc:docMk/>
          <pc:sldMk cId="1377393891" sldId="362"/>
        </pc:sldMkLst>
        <pc:spChg chg="mod">
          <ac:chgData name="Anthony Pacheco" userId="fdf46b62-f4f9-461f-bfbc-c3446c220a65" providerId="ADAL" clId="{E0152AF1-85D4-4A9A-9CA8-33AC4747F568}" dt="2026-01-29T16:24:30.582" v="47" actId="113"/>
          <ac:spMkLst>
            <pc:docMk/>
            <pc:sldMk cId="1377393891" sldId="362"/>
            <ac:spMk id="3" creationId="{D6DECB8A-E997-8B8B-429A-45499C873683}"/>
          </ac:spMkLst>
        </pc:spChg>
      </pc:sldChg>
      <pc:sldChg chg="modSp mod">
        <pc:chgData name="Anthony Pacheco" userId="fdf46b62-f4f9-461f-bfbc-c3446c220a65" providerId="ADAL" clId="{E0152AF1-85D4-4A9A-9CA8-33AC4747F568}" dt="2026-01-29T16:24:43.008" v="49" actId="113"/>
        <pc:sldMkLst>
          <pc:docMk/>
          <pc:sldMk cId="361463751" sldId="363"/>
        </pc:sldMkLst>
        <pc:spChg chg="mod">
          <ac:chgData name="Anthony Pacheco" userId="fdf46b62-f4f9-461f-bfbc-c3446c220a65" providerId="ADAL" clId="{E0152AF1-85D4-4A9A-9CA8-33AC4747F568}" dt="2026-01-29T16:24:43.008" v="49" actId="113"/>
          <ac:spMkLst>
            <pc:docMk/>
            <pc:sldMk cId="361463751" sldId="363"/>
            <ac:spMk id="3" creationId="{7A4AFFD1-8CA9-275B-0F6D-F6E4034CA3C1}"/>
          </ac:spMkLst>
        </pc:spChg>
      </pc:sldChg>
      <pc:sldChg chg="modSp mod">
        <pc:chgData name="Anthony Pacheco" userId="fdf46b62-f4f9-461f-bfbc-c3446c220a65" providerId="ADAL" clId="{E0152AF1-85D4-4A9A-9CA8-33AC4747F568}" dt="2026-01-29T16:26:14.176" v="57" actId="113"/>
        <pc:sldMkLst>
          <pc:docMk/>
          <pc:sldMk cId="2902652678" sldId="365"/>
        </pc:sldMkLst>
        <pc:spChg chg="mod">
          <ac:chgData name="Anthony Pacheco" userId="fdf46b62-f4f9-461f-bfbc-c3446c220a65" providerId="ADAL" clId="{E0152AF1-85D4-4A9A-9CA8-33AC4747F568}" dt="2026-01-29T16:25:42.594" v="51" actId="255"/>
          <ac:spMkLst>
            <pc:docMk/>
            <pc:sldMk cId="2902652678" sldId="365"/>
            <ac:spMk id="2" creationId="{FA3BA058-6447-0308-79F6-F19B85022ABE}"/>
          </ac:spMkLst>
        </pc:spChg>
        <pc:spChg chg="mod">
          <ac:chgData name="Anthony Pacheco" userId="fdf46b62-f4f9-461f-bfbc-c3446c220a65" providerId="ADAL" clId="{E0152AF1-85D4-4A9A-9CA8-33AC4747F568}" dt="2026-01-29T16:26:14.176" v="57" actId="113"/>
          <ac:spMkLst>
            <pc:docMk/>
            <pc:sldMk cId="2902652678" sldId="365"/>
            <ac:spMk id="3" creationId="{A996E45C-A589-A9ED-255C-2DE126029CD6}"/>
          </ac:spMkLst>
        </pc:spChg>
      </pc:sldChg>
      <pc:sldChg chg="modSp mod">
        <pc:chgData name="Anthony Pacheco" userId="fdf46b62-f4f9-461f-bfbc-c3446c220a65" providerId="ADAL" clId="{E0152AF1-85D4-4A9A-9CA8-33AC4747F568}" dt="2026-01-29T16:26:32.671" v="60" actId="14100"/>
        <pc:sldMkLst>
          <pc:docMk/>
          <pc:sldMk cId="4106100951" sldId="366"/>
        </pc:sldMkLst>
        <pc:spChg chg="mod">
          <ac:chgData name="Anthony Pacheco" userId="fdf46b62-f4f9-461f-bfbc-c3446c220a65" providerId="ADAL" clId="{E0152AF1-85D4-4A9A-9CA8-33AC4747F568}" dt="2026-01-29T16:26:20.005" v="58" actId="255"/>
          <ac:spMkLst>
            <pc:docMk/>
            <pc:sldMk cId="4106100951" sldId="366"/>
            <ac:spMk id="2" creationId="{6ADE51C2-2B0D-CDB5-6E39-0FF2D96EA6B3}"/>
          </ac:spMkLst>
        </pc:spChg>
        <pc:spChg chg="mod">
          <ac:chgData name="Anthony Pacheco" userId="fdf46b62-f4f9-461f-bfbc-c3446c220a65" providerId="ADAL" clId="{E0152AF1-85D4-4A9A-9CA8-33AC4747F568}" dt="2026-01-29T16:26:32.671" v="60" actId="14100"/>
          <ac:spMkLst>
            <pc:docMk/>
            <pc:sldMk cId="4106100951" sldId="366"/>
            <ac:spMk id="5" creationId="{CDBA0CD2-8D87-3DEC-2E93-975EABAA73D0}"/>
          </ac:spMkLst>
        </pc:spChg>
      </pc:sldChg>
      <pc:sldChg chg="modSp mod">
        <pc:chgData name="Anthony Pacheco" userId="fdf46b62-f4f9-461f-bfbc-c3446c220a65" providerId="ADAL" clId="{E0152AF1-85D4-4A9A-9CA8-33AC4747F568}" dt="2026-01-29T16:27:06.867" v="64" actId="255"/>
        <pc:sldMkLst>
          <pc:docMk/>
          <pc:sldMk cId="2395925293" sldId="367"/>
        </pc:sldMkLst>
        <pc:spChg chg="mod">
          <ac:chgData name="Anthony Pacheco" userId="fdf46b62-f4f9-461f-bfbc-c3446c220a65" providerId="ADAL" clId="{E0152AF1-85D4-4A9A-9CA8-33AC4747F568}" dt="2026-01-29T16:27:06.867" v="64" actId="255"/>
          <ac:spMkLst>
            <pc:docMk/>
            <pc:sldMk cId="2395925293" sldId="367"/>
            <ac:spMk id="2" creationId="{FB729BA9-6466-F8A7-2675-FBED6F957FE6}"/>
          </ac:spMkLst>
        </pc:spChg>
        <pc:spChg chg="mod">
          <ac:chgData name="Anthony Pacheco" userId="fdf46b62-f4f9-461f-bfbc-c3446c220a65" providerId="ADAL" clId="{E0152AF1-85D4-4A9A-9CA8-33AC4747F568}" dt="2026-01-29T16:26:51.687" v="62" actId="14100"/>
          <ac:spMkLst>
            <pc:docMk/>
            <pc:sldMk cId="2395925293" sldId="367"/>
            <ac:spMk id="5" creationId="{197B4AE8-2832-93B6-1896-B79E152B3815}"/>
          </ac:spMkLst>
        </pc:spChg>
      </pc:sldChg>
      <pc:sldChg chg="modSp mod">
        <pc:chgData name="Anthony Pacheco" userId="fdf46b62-f4f9-461f-bfbc-c3446c220a65" providerId="ADAL" clId="{E0152AF1-85D4-4A9A-9CA8-33AC4747F568}" dt="2026-01-29T16:27:00.833" v="63" actId="255"/>
        <pc:sldMkLst>
          <pc:docMk/>
          <pc:sldMk cId="510067241" sldId="368"/>
        </pc:sldMkLst>
        <pc:spChg chg="mod">
          <ac:chgData name="Anthony Pacheco" userId="fdf46b62-f4f9-461f-bfbc-c3446c220a65" providerId="ADAL" clId="{E0152AF1-85D4-4A9A-9CA8-33AC4747F568}" dt="2026-01-29T16:27:00.833" v="63" actId="255"/>
          <ac:spMkLst>
            <pc:docMk/>
            <pc:sldMk cId="510067241" sldId="368"/>
            <ac:spMk id="2" creationId="{A69EFF54-9AAC-76BD-3B89-F56AD4628C59}"/>
          </ac:spMkLst>
        </pc:spChg>
      </pc:sldChg>
    </pc:docChg>
  </pc:docChgLst>
  <pc:docChgLst>
    <pc:chgData name="Anthony Pacheco" userId="fdf46b62-f4f9-461f-bfbc-c3446c220a65" providerId="ADAL" clId="{46C61306-57F8-4F30-B63F-8877BEB9A9E1}"/>
    <pc:docChg chg="custSel modSld modMainMaster">
      <pc:chgData name="Anthony Pacheco" userId="fdf46b62-f4f9-461f-bfbc-c3446c220a65" providerId="ADAL" clId="{46C61306-57F8-4F30-B63F-8877BEB9A9E1}" dt="2026-01-27T05:44:59.363" v="169" actId="1038"/>
      <pc:docMkLst>
        <pc:docMk/>
      </pc:docMkLst>
      <pc:sldChg chg="modSp mod">
        <pc:chgData name="Anthony Pacheco" userId="fdf46b62-f4f9-461f-bfbc-c3446c220a65" providerId="ADAL" clId="{46C61306-57F8-4F30-B63F-8877BEB9A9E1}" dt="2026-01-22T03:42:10.120" v="0" actId="20577"/>
        <pc:sldMkLst>
          <pc:docMk/>
          <pc:sldMk cId="2293288057" sldId="257"/>
        </pc:sldMkLst>
        <pc:spChg chg="mod">
          <ac:chgData name="Anthony Pacheco" userId="fdf46b62-f4f9-461f-bfbc-c3446c220a65" providerId="ADAL" clId="{46C61306-57F8-4F30-B63F-8877BEB9A9E1}" dt="2026-01-22T03:42:10.120" v="0"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1-27T04:51:30.640" v="5" actId="113"/>
        <pc:sldMkLst>
          <pc:docMk/>
          <pc:sldMk cId="3724899739" sldId="259"/>
        </pc:sldMkLst>
        <pc:spChg chg="mod">
          <ac:chgData name="Anthony Pacheco" userId="fdf46b62-f4f9-461f-bfbc-c3446c220a65" providerId="ADAL" clId="{46C61306-57F8-4F30-B63F-8877BEB9A9E1}" dt="2026-01-27T04:51:30.640" v="5"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1-27T05:14:19.603" v="62" actId="113"/>
        <pc:sldMkLst>
          <pc:docMk/>
          <pc:sldMk cId="3683800090" sldId="262"/>
        </pc:sldMkLst>
        <pc:spChg chg="mod">
          <ac:chgData name="Anthony Pacheco" userId="fdf46b62-f4f9-461f-bfbc-c3446c220a65" providerId="ADAL" clId="{46C61306-57F8-4F30-B63F-8877BEB9A9E1}" dt="2026-01-27T05:14:19.603" v="62" actId="113"/>
          <ac:spMkLst>
            <pc:docMk/>
            <pc:sldMk cId="3683800090" sldId="262"/>
            <ac:spMk id="15" creationId="{5464F008-21F9-FCFB-BF06-39C357DBA52E}"/>
          </ac:spMkLst>
        </pc:spChg>
      </pc:sldChg>
      <pc:sldChg chg="modSp mod">
        <pc:chgData name="Anthony Pacheco" userId="fdf46b62-f4f9-461f-bfbc-c3446c220a65" providerId="ADAL" clId="{46C61306-57F8-4F30-B63F-8877BEB9A9E1}" dt="2026-01-27T05:14:34.321" v="64" actId="14100"/>
        <pc:sldMkLst>
          <pc:docMk/>
          <pc:sldMk cId="3889104735" sldId="263"/>
        </pc:sldMkLst>
        <pc:spChg chg="mod">
          <ac:chgData name="Anthony Pacheco" userId="fdf46b62-f4f9-461f-bfbc-c3446c220a65" providerId="ADAL" clId="{46C61306-57F8-4F30-B63F-8877BEB9A9E1}" dt="2026-01-27T05:14:34.321" v="64" actId="14100"/>
          <ac:spMkLst>
            <pc:docMk/>
            <pc:sldMk cId="3889104735" sldId="263"/>
            <ac:spMk id="12" creationId="{945F9FD1-AEB1-00C2-F6D0-11C11AF9B426}"/>
          </ac:spMkLst>
        </pc:spChg>
      </pc:sldChg>
      <pc:sldChg chg="addSp modSp mod">
        <pc:chgData name="Anthony Pacheco" userId="fdf46b62-f4f9-461f-bfbc-c3446c220a65" providerId="ADAL" clId="{46C61306-57F8-4F30-B63F-8877BEB9A9E1}" dt="2026-01-27T05:33:48.013" v="80" actId="1076"/>
        <pc:sldMkLst>
          <pc:docMk/>
          <pc:sldMk cId="1204174999" sldId="268"/>
        </pc:sldMkLst>
        <pc:picChg chg="mod">
          <ac:chgData name="Anthony Pacheco" userId="fdf46b62-f4f9-461f-bfbc-c3446c220a65" providerId="ADAL" clId="{46C61306-57F8-4F30-B63F-8877BEB9A9E1}" dt="2026-01-27T04:52:15.020" v="8" actId="14100"/>
          <ac:picMkLst>
            <pc:docMk/>
            <pc:sldMk cId="1204174999" sldId="268"/>
            <ac:picMk id="4" creationId="{890ADE87-10FF-000E-217A-B4F7443E1F09}"/>
          </ac:picMkLst>
        </pc:picChg>
        <pc:picChg chg="add mod">
          <ac:chgData name="Anthony Pacheco" userId="fdf46b62-f4f9-461f-bfbc-c3446c220a65" providerId="ADAL" clId="{46C61306-57F8-4F30-B63F-8877BEB9A9E1}" dt="2026-01-27T05:33:48.013" v="80" actId="1076"/>
          <ac:picMkLst>
            <pc:docMk/>
            <pc:sldMk cId="1204174999" sldId="268"/>
            <ac:picMk id="1026" creationId="{D3361913-FA39-822A-7381-0437C2C1F0D3}"/>
          </ac:picMkLst>
        </pc:picChg>
      </pc:sldChg>
      <pc:sldChg chg="modSp mod">
        <pc:chgData name="Anthony Pacheco" userId="fdf46b62-f4f9-461f-bfbc-c3446c220a65" providerId="ADAL" clId="{46C61306-57F8-4F30-B63F-8877BEB9A9E1}" dt="2026-01-27T04:53:41.372" v="16" actId="14100"/>
        <pc:sldMkLst>
          <pc:docMk/>
          <pc:sldMk cId="1267325034" sldId="283"/>
        </pc:sldMkLst>
        <pc:picChg chg="mod">
          <ac:chgData name="Anthony Pacheco" userId="fdf46b62-f4f9-461f-bfbc-c3446c220a65" providerId="ADAL" clId="{46C61306-57F8-4F30-B63F-8877BEB9A9E1}" dt="2026-01-27T04:53:41.372" v="16" actId="14100"/>
          <ac:picMkLst>
            <pc:docMk/>
            <pc:sldMk cId="1267325034" sldId="283"/>
            <ac:picMk id="4" creationId="{6AB8C734-26D4-C71E-6BA9-5575A20A8368}"/>
          </ac:picMkLst>
        </pc:picChg>
      </pc:sldChg>
      <pc:sldChg chg="addSp modSp mod">
        <pc:chgData name="Anthony Pacheco" userId="fdf46b62-f4f9-461f-bfbc-c3446c220a65" providerId="ADAL" clId="{46C61306-57F8-4F30-B63F-8877BEB9A9E1}" dt="2026-01-27T05:44:59.363" v="169" actId="1038"/>
        <pc:sldMkLst>
          <pc:docMk/>
          <pc:sldMk cId="3850630714" sldId="295"/>
        </pc:sldMkLst>
        <pc:spChg chg="mod">
          <ac:chgData name="Anthony Pacheco" userId="fdf46b62-f4f9-461f-bfbc-c3446c220a65" providerId="ADAL" clId="{46C61306-57F8-4F30-B63F-8877BEB9A9E1}" dt="2026-01-27T05:44:48.101" v="141" actId="1037"/>
          <ac:spMkLst>
            <pc:docMk/>
            <pc:sldMk cId="3850630714" sldId="295"/>
            <ac:spMk id="5" creationId="{7CB0BE92-E73F-42E9-B249-3B271B6E8AA4}"/>
          </ac:spMkLst>
        </pc:spChg>
        <pc:picChg chg="mod">
          <ac:chgData name="Anthony Pacheco" userId="fdf46b62-f4f9-461f-bfbc-c3446c220a65" providerId="ADAL" clId="{46C61306-57F8-4F30-B63F-8877BEB9A9E1}" dt="2026-01-27T05:39:28.793" v="93" actId="1076"/>
          <ac:picMkLst>
            <pc:docMk/>
            <pc:sldMk cId="3850630714" sldId="295"/>
            <ac:picMk id="4" creationId="{C95E205F-4196-E966-6F39-7DA65FEAB234}"/>
          </ac:picMkLst>
        </pc:picChg>
        <pc:picChg chg="add mod">
          <ac:chgData name="Anthony Pacheco" userId="fdf46b62-f4f9-461f-bfbc-c3446c220a65" providerId="ADAL" clId="{46C61306-57F8-4F30-B63F-8877BEB9A9E1}" dt="2026-01-27T05:44:17.146" v="99" actId="14100"/>
          <ac:picMkLst>
            <pc:docMk/>
            <pc:sldMk cId="3850630714" sldId="295"/>
            <ac:picMk id="3074" creationId="{EBCB84FA-9534-F617-F13F-870B488AA5D4}"/>
          </ac:picMkLst>
        </pc:picChg>
        <pc:picChg chg="add mod">
          <ac:chgData name="Anthony Pacheco" userId="fdf46b62-f4f9-461f-bfbc-c3446c220a65" providerId="ADAL" clId="{46C61306-57F8-4F30-B63F-8877BEB9A9E1}" dt="2026-01-27T05:44:59.363" v="169" actId="1038"/>
          <ac:picMkLst>
            <pc:docMk/>
            <pc:sldMk cId="3850630714" sldId="295"/>
            <ac:picMk id="3076" creationId="{B1AFC159-CB54-1CA1-1FF5-78DF09B7686D}"/>
          </ac:picMkLst>
        </pc:picChg>
      </pc:sldChg>
      <pc:sldChg chg="modSp mod">
        <pc:chgData name="Anthony Pacheco" userId="fdf46b62-f4f9-461f-bfbc-c3446c220a65" providerId="ADAL" clId="{46C61306-57F8-4F30-B63F-8877BEB9A9E1}" dt="2026-01-27T04:51:58.489" v="7" actId="113"/>
        <pc:sldMkLst>
          <pc:docMk/>
          <pc:sldMk cId="2085583715" sldId="337"/>
        </pc:sldMkLst>
        <pc:spChg chg="mod">
          <ac:chgData name="Anthony Pacheco" userId="fdf46b62-f4f9-461f-bfbc-c3446c220a65" providerId="ADAL" clId="{46C61306-57F8-4F30-B63F-8877BEB9A9E1}" dt="2026-01-27T04:51:58.489" v="7" actId="113"/>
          <ac:spMkLst>
            <pc:docMk/>
            <pc:sldMk cId="2085583715" sldId="337"/>
            <ac:spMk id="3" creationId="{753C0D37-390F-413E-3E0A-6D5DB79BCFAB}"/>
          </ac:spMkLst>
        </pc:spChg>
      </pc:sldChg>
      <pc:sldChg chg="modSp mod">
        <pc:chgData name="Anthony Pacheco" userId="fdf46b62-f4f9-461f-bfbc-c3446c220a65" providerId="ADAL" clId="{46C61306-57F8-4F30-B63F-8877BEB9A9E1}" dt="2026-01-27T04:53:24.520" v="14" actId="113"/>
        <pc:sldMkLst>
          <pc:docMk/>
          <pc:sldMk cId="3901490273" sldId="338"/>
        </pc:sldMkLst>
        <pc:spChg chg="mod">
          <ac:chgData name="Anthony Pacheco" userId="fdf46b62-f4f9-461f-bfbc-c3446c220a65" providerId="ADAL" clId="{46C61306-57F8-4F30-B63F-8877BEB9A9E1}" dt="2026-01-27T04:53:24.520" v="14" actId="113"/>
          <ac:spMkLst>
            <pc:docMk/>
            <pc:sldMk cId="3901490273" sldId="338"/>
            <ac:spMk id="3" creationId="{74705F11-1B7B-9E53-B5D5-E8E4DDA84CE0}"/>
          </ac:spMkLst>
        </pc:spChg>
      </pc:sldChg>
      <pc:sldChg chg="modSp mod">
        <pc:chgData name="Anthony Pacheco" userId="fdf46b62-f4f9-461f-bfbc-c3446c220a65" providerId="ADAL" clId="{46C61306-57F8-4F30-B63F-8877BEB9A9E1}" dt="2026-01-27T04:54:39.586" v="18" actId="113"/>
        <pc:sldMkLst>
          <pc:docMk/>
          <pc:sldMk cId="2619926530" sldId="339"/>
        </pc:sldMkLst>
        <pc:spChg chg="mod">
          <ac:chgData name="Anthony Pacheco" userId="fdf46b62-f4f9-461f-bfbc-c3446c220a65" providerId="ADAL" clId="{46C61306-57F8-4F30-B63F-8877BEB9A9E1}" dt="2026-01-27T04:54:39.586" v="18" actId="113"/>
          <ac:spMkLst>
            <pc:docMk/>
            <pc:sldMk cId="2619926530" sldId="339"/>
            <ac:spMk id="3" creationId="{26F0E259-D5AE-C7A6-D0D4-4B23DEF848F9}"/>
          </ac:spMkLst>
        </pc:spChg>
      </pc:sldChg>
      <pc:sldChg chg="modSp mod">
        <pc:chgData name="Anthony Pacheco" userId="fdf46b62-f4f9-461f-bfbc-c3446c220a65" providerId="ADAL" clId="{46C61306-57F8-4F30-B63F-8877BEB9A9E1}" dt="2026-01-27T04:57:30.510" v="24" actId="113"/>
        <pc:sldMkLst>
          <pc:docMk/>
          <pc:sldMk cId="3700667816" sldId="340"/>
        </pc:sldMkLst>
        <pc:spChg chg="mod">
          <ac:chgData name="Anthony Pacheco" userId="fdf46b62-f4f9-461f-bfbc-c3446c220a65" providerId="ADAL" clId="{46C61306-57F8-4F30-B63F-8877BEB9A9E1}" dt="2026-01-27T04:57:30.510" v="24" actId="113"/>
          <ac:spMkLst>
            <pc:docMk/>
            <pc:sldMk cId="3700667816" sldId="340"/>
            <ac:spMk id="3" creationId="{B795F6A2-111A-C3A9-5C80-C31E080CF28D}"/>
          </ac:spMkLst>
        </pc:spChg>
      </pc:sldChg>
      <pc:sldChg chg="modSp mod">
        <pc:chgData name="Anthony Pacheco" userId="fdf46b62-f4f9-461f-bfbc-c3446c220a65" providerId="ADAL" clId="{46C61306-57F8-4F30-B63F-8877BEB9A9E1}" dt="2026-01-27T04:56:45.783" v="21" actId="113"/>
        <pc:sldMkLst>
          <pc:docMk/>
          <pc:sldMk cId="3494425859" sldId="341"/>
        </pc:sldMkLst>
        <pc:spChg chg="mod">
          <ac:chgData name="Anthony Pacheco" userId="fdf46b62-f4f9-461f-bfbc-c3446c220a65" providerId="ADAL" clId="{46C61306-57F8-4F30-B63F-8877BEB9A9E1}" dt="2026-01-27T04:56:45.783" v="21" actId="113"/>
          <ac:spMkLst>
            <pc:docMk/>
            <pc:sldMk cId="3494425859" sldId="341"/>
            <ac:spMk id="3" creationId="{FE8EFF12-BA6D-95D8-7275-1B43E52CBE55}"/>
          </ac:spMkLst>
        </pc:spChg>
      </pc:sldChg>
      <pc:sldChg chg="modSp mod">
        <pc:chgData name="Anthony Pacheco" userId="fdf46b62-f4f9-461f-bfbc-c3446c220a65" providerId="ADAL" clId="{46C61306-57F8-4F30-B63F-8877BEB9A9E1}" dt="2026-01-27T05:35:15.825" v="82" actId="14100"/>
        <pc:sldMkLst>
          <pc:docMk/>
          <pc:sldMk cId="1846536011" sldId="342"/>
        </pc:sldMkLst>
        <pc:spChg chg="mod">
          <ac:chgData name="Anthony Pacheco" userId="fdf46b62-f4f9-461f-bfbc-c3446c220a65" providerId="ADAL" clId="{46C61306-57F8-4F30-B63F-8877BEB9A9E1}" dt="2026-01-27T05:35:15.825" v="82" actId="14100"/>
          <ac:spMkLst>
            <pc:docMk/>
            <pc:sldMk cId="1846536011" sldId="342"/>
            <ac:spMk id="3" creationId="{3B547C00-2A0F-99CE-8290-953A86E9DA27}"/>
          </ac:spMkLst>
        </pc:spChg>
      </pc:sldChg>
      <pc:sldChg chg="modSp mod">
        <pc:chgData name="Anthony Pacheco" userId="fdf46b62-f4f9-461f-bfbc-c3446c220a65" providerId="ADAL" clId="{46C61306-57F8-4F30-B63F-8877BEB9A9E1}" dt="2026-01-27T05:09:43.404" v="39" actId="113"/>
        <pc:sldMkLst>
          <pc:docMk/>
          <pc:sldMk cId="2175644373" sldId="343"/>
        </pc:sldMkLst>
        <pc:spChg chg="mod">
          <ac:chgData name="Anthony Pacheco" userId="fdf46b62-f4f9-461f-bfbc-c3446c220a65" providerId="ADAL" clId="{46C61306-57F8-4F30-B63F-8877BEB9A9E1}" dt="2026-01-27T05:09:43.404" v="39" actId="113"/>
          <ac:spMkLst>
            <pc:docMk/>
            <pc:sldMk cId="2175644373" sldId="343"/>
            <ac:spMk id="3" creationId="{3DF9F143-F697-5DEF-D097-A5DEB6B57BCD}"/>
          </ac:spMkLst>
        </pc:spChg>
      </pc:sldChg>
      <pc:sldChg chg="addSp modSp mod">
        <pc:chgData name="Anthony Pacheco" userId="fdf46b62-f4f9-461f-bfbc-c3446c220a65" providerId="ADAL" clId="{46C61306-57F8-4F30-B63F-8877BEB9A9E1}" dt="2026-01-27T05:39:05.277" v="91" actId="14100"/>
        <pc:sldMkLst>
          <pc:docMk/>
          <pc:sldMk cId="1736086223" sldId="344"/>
        </pc:sldMkLst>
        <pc:spChg chg="mod">
          <ac:chgData name="Anthony Pacheco" userId="fdf46b62-f4f9-461f-bfbc-c3446c220a65" providerId="ADAL" clId="{46C61306-57F8-4F30-B63F-8877BEB9A9E1}" dt="2026-01-27T05:35:44.953" v="88" actId="1076"/>
          <ac:spMkLst>
            <pc:docMk/>
            <pc:sldMk cId="1736086223" sldId="344"/>
            <ac:spMk id="5" creationId="{7393DDEB-85D2-251F-7143-FBA7F1B2DA74}"/>
          </ac:spMkLst>
        </pc:spChg>
        <pc:picChg chg="mod">
          <ac:chgData name="Anthony Pacheco" userId="fdf46b62-f4f9-461f-bfbc-c3446c220a65" providerId="ADAL" clId="{46C61306-57F8-4F30-B63F-8877BEB9A9E1}" dt="2026-01-27T05:35:28.049" v="83" actId="1076"/>
          <ac:picMkLst>
            <pc:docMk/>
            <pc:sldMk cId="1736086223" sldId="344"/>
            <ac:picMk id="4" creationId="{B3B0D048-D693-4FB5-F69D-19DCE5E79431}"/>
          </ac:picMkLst>
        </pc:picChg>
        <pc:picChg chg="add mod">
          <ac:chgData name="Anthony Pacheco" userId="fdf46b62-f4f9-461f-bfbc-c3446c220a65" providerId="ADAL" clId="{46C61306-57F8-4F30-B63F-8877BEB9A9E1}" dt="2026-01-27T05:39:05.277" v="91" actId="14100"/>
          <ac:picMkLst>
            <pc:docMk/>
            <pc:sldMk cId="1736086223" sldId="344"/>
            <ac:picMk id="6" creationId="{890B5B16-1A27-9C73-9452-518C3686C8EF}"/>
          </ac:picMkLst>
        </pc:picChg>
        <pc:picChg chg="add mod">
          <ac:chgData name="Anthony Pacheco" userId="fdf46b62-f4f9-461f-bfbc-c3446c220a65" providerId="ADAL" clId="{46C61306-57F8-4F30-B63F-8877BEB9A9E1}" dt="2026-01-27T05:35:40.426" v="87" actId="14100"/>
          <ac:picMkLst>
            <pc:docMk/>
            <pc:sldMk cId="1736086223" sldId="344"/>
            <ac:picMk id="2050" creationId="{AA3A71AF-EC4B-E5D7-8219-ABFA76FE01B3}"/>
          </ac:picMkLst>
        </pc:picChg>
      </pc:sldChg>
      <pc:sldChg chg="modSp mod">
        <pc:chgData name="Anthony Pacheco" userId="fdf46b62-f4f9-461f-bfbc-c3446c220a65" providerId="ADAL" clId="{46C61306-57F8-4F30-B63F-8877BEB9A9E1}" dt="2026-01-27T05:10:36.928" v="49" actId="113"/>
        <pc:sldMkLst>
          <pc:docMk/>
          <pc:sldMk cId="1141105510" sldId="345"/>
        </pc:sldMkLst>
        <pc:spChg chg="mod">
          <ac:chgData name="Anthony Pacheco" userId="fdf46b62-f4f9-461f-bfbc-c3446c220a65" providerId="ADAL" clId="{46C61306-57F8-4F30-B63F-8877BEB9A9E1}" dt="2026-01-27T05:10:36.928" v="49" actId="113"/>
          <ac:spMkLst>
            <pc:docMk/>
            <pc:sldMk cId="1141105510" sldId="345"/>
            <ac:spMk id="3" creationId="{5DC39555-D7E3-7BAF-F225-97BE9EDE07FD}"/>
          </ac:spMkLst>
        </pc:spChg>
      </pc:sldChg>
      <pc:sldChg chg="modSp mod">
        <pc:chgData name="Anthony Pacheco" userId="fdf46b62-f4f9-461f-bfbc-c3446c220a65" providerId="ADAL" clId="{46C61306-57F8-4F30-B63F-8877BEB9A9E1}" dt="2026-01-27T05:13:13.585" v="55" actId="113"/>
        <pc:sldMkLst>
          <pc:docMk/>
          <pc:sldMk cId="3631033370" sldId="346"/>
        </pc:sldMkLst>
        <pc:spChg chg="mod">
          <ac:chgData name="Anthony Pacheco" userId="fdf46b62-f4f9-461f-bfbc-c3446c220a65" providerId="ADAL" clId="{46C61306-57F8-4F30-B63F-8877BEB9A9E1}" dt="2026-01-27T05:13:13.585" v="55" actId="113"/>
          <ac:spMkLst>
            <pc:docMk/>
            <pc:sldMk cId="3631033370" sldId="346"/>
            <ac:spMk id="3" creationId="{D9E2BE1A-7402-DABE-C36D-F5ECD9DB8B7A}"/>
          </ac:spMkLst>
        </pc:spChg>
      </pc:sldChg>
      <pc:sldChg chg="modSp mod">
        <pc:chgData name="Anthony Pacheco" userId="fdf46b62-f4f9-461f-bfbc-c3446c220a65" providerId="ADAL" clId="{46C61306-57F8-4F30-B63F-8877BEB9A9E1}" dt="2026-01-27T05:13:46.677" v="58" actId="113"/>
        <pc:sldMkLst>
          <pc:docMk/>
          <pc:sldMk cId="3461748602" sldId="347"/>
        </pc:sldMkLst>
        <pc:spChg chg="mod">
          <ac:chgData name="Anthony Pacheco" userId="fdf46b62-f4f9-461f-bfbc-c3446c220a65" providerId="ADAL" clId="{46C61306-57F8-4F30-B63F-8877BEB9A9E1}" dt="2026-01-27T05:13:46.677" v="58" actId="113"/>
          <ac:spMkLst>
            <pc:docMk/>
            <pc:sldMk cId="3461748602" sldId="347"/>
            <ac:spMk id="3" creationId="{115FBFAE-2F02-5F9C-778C-CFE2347B5ECF}"/>
          </ac:spMkLst>
        </pc:spChg>
      </pc:sldChg>
      <pc:sldChg chg="modSp mod">
        <pc:chgData name="Anthony Pacheco" userId="fdf46b62-f4f9-461f-bfbc-c3446c220a65" providerId="ADAL" clId="{46C61306-57F8-4F30-B63F-8877BEB9A9E1}" dt="2026-01-27T05:16:49.731" v="69" actId="113"/>
        <pc:sldMkLst>
          <pc:docMk/>
          <pc:sldMk cId="860364260" sldId="348"/>
        </pc:sldMkLst>
        <pc:spChg chg="mod">
          <ac:chgData name="Anthony Pacheco" userId="fdf46b62-f4f9-461f-bfbc-c3446c220a65" providerId="ADAL" clId="{46C61306-57F8-4F30-B63F-8877BEB9A9E1}" dt="2026-01-27T05:16:49.731" v="69" actId="113"/>
          <ac:spMkLst>
            <pc:docMk/>
            <pc:sldMk cId="860364260" sldId="348"/>
            <ac:spMk id="3" creationId="{34AA0314-1FE4-EEC4-498B-966FC42C720C}"/>
          </ac:spMkLst>
        </pc:spChg>
      </pc:sldChg>
      <pc:sldChg chg="modSp mod">
        <pc:chgData name="Anthony Pacheco" userId="fdf46b62-f4f9-461f-bfbc-c3446c220a65" providerId="ADAL" clId="{46C61306-57F8-4F30-B63F-8877BEB9A9E1}" dt="2026-01-27T05:18:35.417" v="72" actId="113"/>
        <pc:sldMkLst>
          <pc:docMk/>
          <pc:sldMk cId="2331388704" sldId="349"/>
        </pc:sldMkLst>
        <pc:spChg chg="mod">
          <ac:chgData name="Anthony Pacheco" userId="fdf46b62-f4f9-461f-bfbc-c3446c220a65" providerId="ADAL" clId="{46C61306-57F8-4F30-B63F-8877BEB9A9E1}" dt="2026-01-27T05:18:35.417" v="72" actId="113"/>
          <ac:spMkLst>
            <pc:docMk/>
            <pc:sldMk cId="2331388704" sldId="349"/>
            <ac:spMk id="3" creationId="{6A8052AB-F8D1-F359-934B-C3C7CA16BF39}"/>
          </ac:spMkLst>
        </pc:spChg>
      </pc:sldChg>
      <pc:sldChg chg="modSp mod">
        <pc:chgData name="Anthony Pacheco" userId="fdf46b62-f4f9-461f-bfbc-c3446c220a65" providerId="ADAL" clId="{46C61306-57F8-4F30-B63F-8877BEB9A9E1}" dt="2026-01-27T05:19:54.374" v="77" actId="113"/>
        <pc:sldMkLst>
          <pc:docMk/>
          <pc:sldMk cId="231300923" sldId="350"/>
        </pc:sldMkLst>
        <pc:spChg chg="mod">
          <ac:chgData name="Anthony Pacheco" userId="fdf46b62-f4f9-461f-bfbc-c3446c220a65" providerId="ADAL" clId="{46C61306-57F8-4F30-B63F-8877BEB9A9E1}" dt="2026-01-27T05:19:54.374" v="77" actId="113"/>
          <ac:spMkLst>
            <pc:docMk/>
            <pc:sldMk cId="231300923" sldId="350"/>
            <ac:spMk id="3" creationId="{CE1447F1-F54C-32CF-49D6-CD70B2730836}"/>
          </ac:spMkLst>
        </pc:spChg>
      </pc:sldChg>
      <pc:sldChg chg="modSp mod">
        <pc:chgData name="Anthony Pacheco" userId="fdf46b62-f4f9-461f-bfbc-c3446c220a65" providerId="ADAL" clId="{46C61306-57F8-4F30-B63F-8877BEB9A9E1}" dt="2026-01-27T05:20:07.955" v="78" actId="14100"/>
        <pc:sldMkLst>
          <pc:docMk/>
          <pc:sldMk cId="4029914993" sldId="351"/>
        </pc:sldMkLst>
        <pc:spChg chg="mod">
          <ac:chgData name="Anthony Pacheco" userId="fdf46b62-f4f9-461f-bfbc-c3446c220a65" providerId="ADAL" clId="{46C61306-57F8-4F30-B63F-8877BEB9A9E1}" dt="2026-01-27T05:20:07.955" v="78" actId="14100"/>
          <ac:spMkLst>
            <pc:docMk/>
            <pc:sldMk cId="4029914993" sldId="351"/>
            <ac:spMk id="3" creationId="{069E1751-33BA-4F97-9E82-90FABA312165}"/>
          </ac:spMkLst>
        </pc:spChg>
      </pc:sldChg>
      <pc:sldMasterChg chg="delSp modSp mod">
        <pc:chgData name="Anthony Pacheco" userId="fdf46b62-f4f9-461f-bfbc-c3446c220a65" providerId="ADAL" clId="{46C61306-57F8-4F30-B63F-8877BEB9A9E1}" dt="2026-01-27T05:08:50.666" v="33" actId="20577"/>
        <pc:sldMasterMkLst>
          <pc:docMk/>
          <pc:sldMasterMk cId="682046013" sldId="2147483725"/>
        </pc:sldMasterMkLst>
        <pc:spChg chg="mod">
          <ac:chgData name="Anthony Pacheco" userId="fdf46b62-f4f9-461f-bfbc-c3446c220a65" providerId="ADAL" clId="{46C61306-57F8-4F30-B63F-8877BEB9A9E1}" dt="2026-01-27T05:08:50.666" v="33" actId="20577"/>
          <ac:spMkLst>
            <pc:docMk/>
            <pc:sldMasterMk cId="682046013" sldId="2147483725"/>
            <ac:spMk id="8" creationId="{0E6636BF-D3CC-4DFC-A057-41CF18719446}"/>
          </ac:spMkLst>
        </pc:spChg>
        <pc:picChg chg="del">
          <ac:chgData name="Anthony Pacheco" userId="fdf46b62-f4f9-461f-bfbc-c3446c220a65" providerId="ADAL" clId="{46C61306-57F8-4F30-B63F-8877BEB9A9E1}" dt="2026-01-27T05:08:46.672" v="32" actId="478"/>
          <ac:picMkLst>
            <pc:docMk/>
            <pc:sldMasterMk cId="682046013" sldId="2147483725"/>
            <ac:picMk id="14" creationId="{E7C5765A-7DA4-4F63-BBF6-FDB000C6FC14}"/>
          </ac:picMkLst>
        </pc:pic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83087" y="6223885"/>
            <a:ext cx="1820281" cy="610675"/>
          </a:xfrm>
          <a:prstGeom prst="rect">
            <a:avLst/>
          </a:prstGeom>
        </p:spPr>
      </p:pic>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430887"/>
          </a:xfrm>
          <a:prstGeom prst="rect">
            <a:avLst/>
          </a:prstGeom>
          <a:noFill/>
        </p:spPr>
        <p:txBody>
          <a:bodyPr wrap="square" rtlCol="0">
            <a:spAutoFit/>
          </a:bodyPr>
          <a:lstStyle/>
          <a:p>
            <a:r>
              <a:rPr lang="en-US" sz="1100" dirty="0">
                <a:solidFill>
                  <a:schemeClr val="bg1"/>
                </a:solidFill>
                <a:latin typeface="+mn-lt"/>
              </a:rPr>
              <a:t>Greg Tomsho, Guide to Networking Essentials, 9th Edition. © 2026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3"/>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2: Network Hardware Essentials</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3F05FABB-C715-9206-02DD-7B85291B4AB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37979" y="815765"/>
            <a:ext cx="3802985" cy="4870225"/>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p:txBody>
          <a:bodyPr/>
          <a:lstStyle/>
          <a:p>
            <a:pPr marL="0" indent="0">
              <a:buNone/>
            </a:pPr>
            <a:r>
              <a:rPr lang="en-US" dirty="0"/>
              <a:t>By the end of this chapter, you should be able to:</a:t>
            </a:r>
          </a:p>
          <a:p>
            <a:pPr marL="457200" indent="-457200">
              <a:buFont typeface="+mj-lt"/>
              <a:buAutoNum type="arabicPeriod"/>
            </a:pPr>
            <a:r>
              <a:rPr lang="en-US" altLang="zh-CN" dirty="0"/>
              <a:t>Describe the basic operation of </a:t>
            </a:r>
            <a:r>
              <a:rPr lang="en-US" altLang="zh-CN" b="1" dirty="0"/>
              <a:t>network repeaters and hubs</a:t>
            </a:r>
          </a:p>
          <a:p>
            <a:pPr marL="457200" indent="-457200">
              <a:buFont typeface="+mj-lt"/>
              <a:buAutoNum type="arabicPeriod"/>
            </a:pPr>
            <a:r>
              <a:rPr lang="en-US" altLang="zh-CN" dirty="0"/>
              <a:t>Explain the operation of network </a:t>
            </a:r>
            <a:r>
              <a:rPr lang="en-US" altLang="zh-CN" b="1" dirty="0"/>
              <a:t>switches</a:t>
            </a:r>
          </a:p>
          <a:p>
            <a:pPr marL="457200" indent="-457200">
              <a:buFont typeface="+mj-lt"/>
              <a:buAutoNum type="arabicPeriod"/>
            </a:pPr>
            <a:r>
              <a:rPr lang="en-US" altLang="zh-CN" dirty="0"/>
              <a:t>Explain how wireless </a:t>
            </a:r>
            <a:r>
              <a:rPr lang="en-US" altLang="zh-CN" b="1" dirty="0"/>
              <a:t>access points </a:t>
            </a:r>
            <a:r>
              <a:rPr lang="en-US" altLang="zh-CN" dirty="0"/>
              <a:t>work</a:t>
            </a:r>
          </a:p>
          <a:p>
            <a:pPr marL="457200" indent="-457200">
              <a:buFont typeface="+mj-lt"/>
              <a:buAutoNum type="arabicPeriod"/>
            </a:pPr>
            <a:r>
              <a:rPr lang="en-US" altLang="zh-CN" dirty="0"/>
              <a:t>Describe the operation of network </a:t>
            </a:r>
            <a:r>
              <a:rPr lang="en-US" altLang="zh-CN" b="1" dirty="0"/>
              <a:t>interface cards</a:t>
            </a:r>
          </a:p>
          <a:p>
            <a:pPr marL="457200" indent="-457200">
              <a:buFont typeface="+mj-lt"/>
              <a:buAutoNum type="arabicPeriod"/>
            </a:pPr>
            <a:r>
              <a:rPr lang="en-US" altLang="zh-CN" dirty="0"/>
              <a:t>Explain the function of </a:t>
            </a:r>
            <a:r>
              <a:rPr lang="en-US" altLang="zh-CN" b="1" dirty="0"/>
              <a:t>routers</a:t>
            </a:r>
            <a:endParaRPr lang="en-US" b="1" dirty="0"/>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35529-301F-567D-6F34-69A0B791FD8E}"/>
              </a:ext>
            </a:extLst>
          </p:cNvPr>
          <p:cNvSpPr>
            <a:spLocks noGrp="1"/>
          </p:cNvSpPr>
          <p:nvPr>
            <p:ph type="title"/>
          </p:nvPr>
        </p:nvSpPr>
        <p:spPr/>
        <p:txBody>
          <a:bodyPr/>
          <a:lstStyle/>
          <a:p>
            <a:r>
              <a:rPr lang="en-US" dirty="0"/>
              <a:t>Network Repeaters and Hubs (1 of 2)</a:t>
            </a:r>
          </a:p>
        </p:txBody>
      </p:sp>
      <p:sp>
        <p:nvSpPr>
          <p:cNvPr id="3" name="Content Placeholder 2">
            <a:extLst>
              <a:ext uri="{FF2B5EF4-FFF2-40B4-BE49-F238E27FC236}">
                <a16:creationId xmlns:a16="http://schemas.microsoft.com/office/drawing/2014/main" id="{753C0D37-390F-413E-3E0A-6D5DB79BCFAB}"/>
              </a:ext>
            </a:extLst>
          </p:cNvPr>
          <p:cNvSpPr>
            <a:spLocks noGrp="1"/>
          </p:cNvSpPr>
          <p:nvPr>
            <p:ph idx="1"/>
          </p:nvPr>
        </p:nvSpPr>
        <p:spPr>
          <a:xfrm>
            <a:off x="476843" y="1407695"/>
            <a:ext cx="11241915" cy="4769268"/>
          </a:xfrm>
        </p:spPr>
        <p:txBody>
          <a:bodyPr/>
          <a:lstStyle/>
          <a:p>
            <a:r>
              <a:rPr lang="en-US" dirty="0"/>
              <a:t>Early networks didn’t use interconnecting devices</a:t>
            </a:r>
          </a:p>
          <a:p>
            <a:pPr lvl="1"/>
            <a:r>
              <a:rPr lang="en-US" dirty="0"/>
              <a:t>This limited the total cable length and number of computers that could be connected</a:t>
            </a:r>
          </a:p>
          <a:p>
            <a:pPr lvl="1"/>
            <a:r>
              <a:rPr lang="en-US" dirty="0"/>
              <a:t>Some problems were resolved with a device called a repeater</a:t>
            </a:r>
          </a:p>
          <a:p>
            <a:r>
              <a:rPr lang="en-US" dirty="0"/>
              <a:t>A </a:t>
            </a:r>
            <a:r>
              <a:rPr lang="en-US" b="1" dirty="0"/>
              <a:t>repeater</a:t>
            </a:r>
            <a:r>
              <a:rPr lang="en-US" dirty="0"/>
              <a:t> receives bit signals generated by NICs and other devices, strengthens them, and then “</a:t>
            </a:r>
            <a:r>
              <a:rPr lang="en-US" b="1" dirty="0"/>
              <a:t>repeats</a:t>
            </a:r>
            <a:r>
              <a:rPr lang="en-US" dirty="0"/>
              <a:t>” them to other parts of the network</a:t>
            </a:r>
          </a:p>
          <a:p>
            <a:r>
              <a:rPr lang="en-US" dirty="0"/>
              <a:t>A traditional repeater has two ports or connections that you can use to extend your network</a:t>
            </a:r>
          </a:p>
          <a:p>
            <a:endParaRPr lang="en-US" dirty="0"/>
          </a:p>
        </p:txBody>
      </p:sp>
    </p:spTree>
    <p:extLst>
      <p:ext uri="{BB962C8B-B14F-4D97-AF65-F5344CB8AC3E}">
        <p14:creationId xmlns:p14="http://schemas.microsoft.com/office/powerpoint/2010/main" val="2085583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a:xfrm>
            <a:off x="476843" y="473245"/>
            <a:ext cx="11241915" cy="1217447"/>
          </a:xfrm>
        </p:spPr>
        <p:txBody>
          <a:bodyPr/>
          <a:lstStyle/>
          <a:p>
            <a:r>
              <a:rPr lang="en-US" dirty="0"/>
              <a:t>Network Repeaters and Hubs (2 of 2)</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3106233"/>
            <a:ext cx="4294598" cy="1200329"/>
          </a:xfrm>
          <a:prstGeom prst="rect">
            <a:avLst/>
          </a:prstGeom>
          <a:noFill/>
        </p:spPr>
        <p:txBody>
          <a:bodyPr wrap="square" rtlCol="0">
            <a:spAutoFit/>
          </a:bodyPr>
          <a:lstStyle/>
          <a:p>
            <a:r>
              <a:rPr lang="en-US" sz="2400" b="1" dirty="0">
                <a:latin typeface="Work Sans" pitchFamily="2" charset="0"/>
              </a:rPr>
              <a:t>Figure 2-2  </a:t>
            </a:r>
            <a:r>
              <a:rPr lang="en-US" sz="2400" dirty="0">
                <a:latin typeface="Work Sans" pitchFamily="2" charset="0"/>
              </a:rPr>
              <a:t>A repeater extends the distance a network can cover</a:t>
            </a:r>
          </a:p>
        </p:txBody>
      </p:sp>
      <p:pic>
        <p:nvPicPr>
          <p:cNvPr id="4" name="Picture 3" descr="A repeater with two ports that is used to extend the distance covered by a network. The diagram shows some computers connected in daisy chain fashion connected to a repeater. The repeater is further connected to another set of computers linked in daisy chain fashion.&#10;">
            <a:extLst>
              <a:ext uri="{FF2B5EF4-FFF2-40B4-BE49-F238E27FC236}">
                <a16:creationId xmlns:a16="http://schemas.microsoft.com/office/drawing/2014/main" id="{890ADE87-10FF-000E-217A-B4F7443E1F0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17644" y="1581379"/>
            <a:ext cx="5117082" cy="3850023"/>
          </a:xfrm>
          <a:prstGeom prst="rect">
            <a:avLst/>
          </a:prstGeom>
        </p:spPr>
      </p:pic>
      <p:pic>
        <p:nvPicPr>
          <p:cNvPr id="1026" name="Picture 2" descr="Network REPEATER | Network HUB ...">
            <a:extLst>
              <a:ext uri="{FF2B5EF4-FFF2-40B4-BE49-F238E27FC236}">
                <a16:creationId xmlns:a16="http://schemas.microsoft.com/office/drawing/2014/main" id="{D3361913-FA39-822A-7381-0437C2C1F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3749" y="1257300"/>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174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45AA3-1E7A-47BF-AE6F-F537C8B5F311}"/>
              </a:ext>
            </a:extLst>
          </p:cNvPr>
          <p:cNvSpPr>
            <a:spLocks noGrp="1"/>
          </p:cNvSpPr>
          <p:nvPr>
            <p:ph type="title"/>
          </p:nvPr>
        </p:nvSpPr>
        <p:spPr/>
        <p:txBody>
          <a:bodyPr/>
          <a:lstStyle/>
          <a:p>
            <a:r>
              <a:rPr lang="en-US" dirty="0"/>
              <a:t>Multiport Repeaters and Hubs (1 of 5)</a:t>
            </a:r>
          </a:p>
        </p:txBody>
      </p:sp>
      <p:sp>
        <p:nvSpPr>
          <p:cNvPr id="3" name="Content Placeholder 2">
            <a:extLst>
              <a:ext uri="{FF2B5EF4-FFF2-40B4-BE49-F238E27FC236}">
                <a16:creationId xmlns:a16="http://schemas.microsoft.com/office/drawing/2014/main" id="{74705F11-1B7B-9E53-B5D5-E8E4DDA84CE0}"/>
              </a:ext>
            </a:extLst>
          </p:cNvPr>
          <p:cNvSpPr>
            <a:spLocks noGrp="1"/>
          </p:cNvSpPr>
          <p:nvPr>
            <p:ph idx="1"/>
          </p:nvPr>
        </p:nvSpPr>
        <p:spPr>
          <a:xfrm>
            <a:off x="476843" y="1431758"/>
            <a:ext cx="11241915" cy="4745205"/>
          </a:xfrm>
        </p:spPr>
        <p:txBody>
          <a:bodyPr/>
          <a:lstStyle/>
          <a:p>
            <a:r>
              <a:rPr lang="en-US" dirty="0"/>
              <a:t>A </a:t>
            </a:r>
            <a:r>
              <a:rPr lang="en-US" b="1" dirty="0"/>
              <a:t>multiport repeater </a:t>
            </a:r>
            <a:r>
              <a:rPr lang="en-US" dirty="0"/>
              <a:t>is just a repeater with </a:t>
            </a:r>
            <a:r>
              <a:rPr lang="en-US" b="1" dirty="0"/>
              <a:t>several ports </a:t>
            </a:r>
            <a:r>
              <a:rPr lang="en-US" dirty="0"/>
              <a:t>to which you can connect cabling</a:t>
            </a:r>
          </a:p>
          <a:p>
            <a:pPr lvl="1"/>
            <a:r>
              <a:rPr lang="en-US" dirty="0"/>
              <a:t>It is </a:t>
            </a:r>
            <a:r>
              <a:rPr lang="en-US" b="1" dirty="0"/>
              <a:t>also referred to as a hub</a:t>
            </a:r>
          </a:p>
          <a:p>
            <a:r>
              <a:rPr lang="en-US" dirty="0"/>
              <a:t>A hub receives bit signals generated from a connected computer on one of its ports</a:t>
            </a:r>
          </a:p>
          <a:p>
            <a:pPr lvl="1"/>
            <a:r>
              <a:rPr lang="en-US" dirty="0"/>
              <a:t>It </a:t>
            </a:r>
            <a:r>
              <a:rPr lang="en-US" b="1" dirty="0"/>
              <a:t>cleans the signal </a:t>
            </a:r>
            <a:r>
              <a:rPr lang="en-US" dirty="0"/>
              <a:t>by filtering out electrical noise</a:t>
            </a:r>
          </a:p>
          <a:p>
            <a:pPr lvl="1"/>
            <a:r>
              <a:rPr lang="en-US" dirty="0"/>
              <a:t>Then </a:t>
            </a:r>
            <a:r>
              <a:rPr lang="en-US" b="1" dirty="0"/>
              <a:t>regenerates</a:t>
            </a:r>
            <a:r>
              <a:rPr lang="en-US" dirty="0"/>
              <a:t> the signal to full strength</a:t>
            </a:r>
          </a:p>
          <a:p>
            <a:pPr lvl="1"/>
            <a:r>
              <a:rPr lang="en-US" dirty="0"/>
              <a:t>Transmits the regenerated signal to all other ports a computer (or other network device) is connected to</a:t>
            </a:r>
          </a:p>
          <a:p>
            <a:endParaRPr lang="en-US" dirty="0"/>
          </a:p>
        </p:txBody>
      </p:sp>
    </p:spTree>
    <p:extLst>
      <p:ext uri="{BB962C8B-B14F-4D97-AF65-F5344CB8AC3E}">
        <p14:creationId xmlns:p14="http://schemas.microsoft.com/office/powerpoint/2010/main" val="390149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Multiport Repeaters and Hubs (2 of 5)</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3013501"/>
            <a:ext cx="4294598" cy="830997"/>
          </a:xfrm>
          <a:prstGeom prst="rect">
            <a:avLst/>
          </a:prstGeom>
          <a:noFill/>
        </p:spPr>
        <p:txBody>
          <a:bodyPr wrap="square" rtlCol="0">
            <a:spAutoFit/>
          </a:bodyPr>
          <a:lstStyle/>
          <a:p>
            <a:r>
              <a:rPr lang="en-US" sz="2400" b="1" dirty="0">
                <a:latin typeface="Work Sans" pitchFamily="2" charset="0"/>
              </a:rPr>
              <a:t>Figure 2-3  </a:t>
            </a:r>
            <a:r>
              <a:rPr lang="en-US" sz="2400" dirty="0">
                <a:latin typeface="Work Sans" pitchFamily="2" charset="0"/>
              </a:rPr>
              <a:t>A multiport repeater or hub</a:t>
            </a:r>
          </a:p>
        </p:txBody>
      </p:sp>
      <p:pic>
        <p:nvPicPr>
          <p:cNvPr id="4" name="Picture 3" descr="Multiple computers connected to a central hub. A multiport repeater or hub is a central connecting device for computers.&#10;">
            <a:extLst>
              <a:ext uri="{FF2B5EF4-FFF2-40B4-BE49-F238E27FC236}">
                <a16:creationId xmlns:a16="http://schemas.microsoft.com/office/drawing/2014/main" id="{6AB8C734-26D4-C71E-6BA9-5575A20A836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15177" y="1467853"/>
            <a:ext cx="5306110" cy="3992244"/>
          </a:xfrm>
          <a:prstGeom prst="rect">
            <a:avLst/>
          </a:prstGeom>
        </p:spPr>
      </p:pic>
    </p:spTree>
    <p:extLst>
      <p:ext uri="{BB962C8B-B14F-4D97-AF65-F5344CB8AC3E}">
        <p14:creationId xmlns:p14="http://schemas.microsoft.com/office/powerpoint/2010/main" val="1267325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E6ADD-E0F1-8C10-BDB7-D00401668DBD}"/>
              </a:ext>
            </a:extLst>
          </p:cNvPr>
          <p:cNvSpPr>
            <a:spLocks noGrp="1"/>
          </p:cNvSpPr>
          <p:nvPr>
            <p:ph type="title"/>
          </p:nvPr>
        </p:nvSpPr>
        <p:spPr/>
        <p:txBody>
          <a:bodyPr/>
          <a:lstStyle/>
          <a:p>
            <a:r>
              <a:rPr lang="en-US" dirty="0"/>
              <a:t>Multiport Repeaters and Hubs (3 of 5)</a:t>
            </a:r>
          </a:p>
        </p:txBody>
      </p:sp>
      <p:sp>
        <p:nvSpPr>
          <p:cNvPr id="3" name="Content Placeholder 2">
            <a:extLst>
              <a:ext uri="{FF2B5EF4-FFF2-40B4-BE49-F238E27FC236}">
                <a16:creationId xmlns:a16="http://schemas.microsoft.com/office/drawing/2014/main" id="{26F0E259-D5AE-C7A6-D0D4-4B23DEF848F9}"/>
              </a:ext>
            </a:extLst>
          </p:cNvPr>
          <p:cNvSpPr>
            <a:spLocks noGrp="1"/>
          </p:cNvSpPr>
          <p:nvPr>
            <p:ph idx="1"/>
          </p:nvPr>
        </p:nvSpPr>
        <p:spPr>
          <a:xfrm>
            <a:off x="476843" y="1359568"/>
            <a:ext cx="11241915" cy="4817395"/>
          </a:xfrm>
        </p:spPr>
        <p:txBody>
          <a:bodyPr/>
          <a:lstStyle/>
          <a:p>
            <a:pPr>
              <a:defRPr/>
            </a:pPr>
            <a:r>
              <a:rPr lang="en-US" altLang="zh-CN" dirty="0"/>
              <a:t>The amount of data that can be transferred during a specified unit of time is </a:t>
            </a:r>
            <a:r>
              <a:rPr lang="en-US" altLang="zh-CN" b="1" dirty="0"/>
              <a:t>network bandwidth</a:t>
            </a:r>
          </a:p>
          <a:p>
            <a:pPr lvl="1">
              <a:defRPr/>
            </a:pPr>
            <a:r>
              <a:rPr lang="en-US" altLang="zh-CN" dirty="0"/>
              <a:t>Bandwidth is usually measured in bits </a:t>
            </a:r>
            <a:r>
              <a:rPr lang="en-US" altLang="zh-CN" b="1" dirty="0"/>
              <a:t>per second </a:t>
            </a:r>
            <a:r>
              <a:rPr lang="en-US" altLang="zh-CN" dirty="0"/>
              <a:t>(bps)</a:t>
            </a:r>
          </a:p>
          <a:p>
            <a:pPr>
              <a:defRPr/>
            </a:pPr>
            <a:r>
              <a:rPr lang="en-US" altLang="zh-CN" b="1" dirty="0"/>
              <a:t>Throughput </a:t>
            </a:r>
            <a:r>
              <a:rPr lang="en-US" altLang="zh-CN" dirty="0"/>
              <a:t>measures how much data is being transferred over a given period of time</a:t>
            </a:r>
          </a:p>
          <a:p>
            <a:pPr>
              <a:defRPr/>
            </a:pPr>
            <a:r>
              <a:rPr lang="en-US" altLang="zh-CN" b="1" dirty="0"/>
              <a:t>Propagation delay </a:t>
            </a:r>
            <a:r>
              <a:rPr lang="en-US" altLang="zh-CN" dirty="0"/>
              <a:t>is the time between the moment a device receives data on one port and the moment it transmits data out another port</a:t>
            </a:r>
          </a:p>
          <a:p>
            <a:pPr>
              <a:defRPr/>
            </a:pPr>
            <a:r>
              <a:rPr lang="en-US" altLang="zh-CN" b="1" dirty="0"/>
              <a:t>Latency</a:t>
            </a:r>
            <a:r>
              <a:rPr lang="en-US" altLang="zh-CN" dirty="0"/>
              <a:t> is the cumulative delays among all devices between the source and destination</a:t>
            </a:r>
          </a:p>
          <a:p>
            <a:endParaRPr lang="en-US" dirty="0"/>
          </a:p>
        </p:txBody>
      </p:sp>
    </p:spTree>
    <p:extLst>
      <p:ext uri="{BB962C8B-B14F-4D97-AF65-F5344CB8AC3E}">
        <p14:creationId xmlns:p14="http://schemas.microsoft.com/office/powerpoint/2010/main" val="2619926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E7C75-1BA4-2795-895C-7304073F5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993A3-43AD-D081-1EE9-EE6C4D21E88F}"/>
              </a:ext>
            </a:extLst>
          </p:cNvPr>
          <p:cNvSpPr>
            <a:spLocks noGrp="1"/>
          </p:cNvSpPr>
          <p:nvPr>
            <p:ph type="title"/>
          </p:nvPr>
        </p:nvSpPr>
        <p:spPr/>
        <p:txBody>
          <a:bodyPr/>
          <a:lstStyle/>
          <a:p>
            <a:r>
              <a:rPr lang="en-US" dirty="0"/>
              <a:t>Multiport Repeaters and Hubs (4 of 5)</a:t>
            </a:r>
          </a:p>
        </p:txBody>
      </p:sp>
      <p:sp>
        <p:nvSpPr>
          <p:cNvPr id="3" name="Content Placeholder 2">
            <a:extLst>
              <a:ext uri="{FF2B5EF4-FFF2-40B4-BE49-F238E27FC236}">
                <a16:creationId xmlns:a16="http://schemas.microsoft.com/office/drawing/2014/main" id="{FE8EFF12-BA6D-95D8-7275-1B43E52CBE55}"/>
              </a:ext>
            </a:extLst>
          </p:cNvPr>
          <p:cNvSpPr>
            <a:spLocks noGrp="1"/>
          </p:cNvSpPr>
          <p:nvPr>
            <p:ph idx="1"/>
          </p:nvPr>
        </p:nvSpPr>
        <p:spPr>
          <a:xfrm>
            <a:off x="476843" y="1395663"/>
            <a:ext cx="11241915" cy="4781300"/>
          </a:xfrm>
        </p:spPr>
        <p:txBody>
          <a:bodyPr/>
          <a:lstStyle/>
          <a:p>
            <a:pPr>
              <a:defRPr/>
            </a:pPr>
            <a:r>
              <a:rPr lang="en-US" altLang="zh-CN" b="1" dirty="0"/>
              <a:t>Buffering</a:t>
            </a:r>
            <a:r>
              <a:rPr lang="en-US" altLang="zh-CN" dirty="0"/>
              <a:t> is another </a:t>
            </a:r>
            <a:r>
              <a:rPr lang="en-US" altLang="zh-CN" b="1" dirty="0"/>
              <a:t>type of delay </a:t>
            </a:r>
            <a:r>
              <a:rPr lang="en-US" altLang="zh-CN" dirty="0"/>
              <a:t>in which a device has to temporarily store outgoing or incoming packets while other packets are being processed by the OS</a:t>
            </a:r>
          </a:p>
          <a:p>
            <a:pPr>
              <a:defRPr/>
            </a:pPr>
            <a:r>
              <a:rPr lang="en-US" altLang="zh-CN" b="1" dirty="0"/>
              <a:t>Goodput</a:t>
            </a:r>
            <a:r>
              <a:rPr lang="en-US" altLang="zh-CN" dirty="0"/>
              <a:t> measures the </a:t>
            </a:r>
            <a:r>
              <a:rPr lang="en-US" altLang="zh-CN" b="1" dirty="0"/>
              <a:t>amount of useful data </a:t>
            </a:r>
            <a:r>
              <a:rPr lang="en-US" altLang="zh-CN" dirty="0"/>
              <a:t>that is transferred in a given time</a:t>
            </a:r>
          </a:p>
          <a:p>
            <a:pPr>
              <a:defRPr/>
            </a:pPr>
            <a:r>
              <a:rPr lang="en-US" altLang="zh-CN" dirty="0"/>
              <a:t>Hubs share bandwidth with all other connected computers</a:t>
            </a:r>
          </a:p>
          <a:p>
            <a:pPr lvl="1">
              <a:defRPr/>
            </a:pPr>
            <a:r>
              <a:rPr lang="en-US" altLang="zh-CN" sz="2200" dirty="0"/>
              <a:t>Only one computer can successfully transmit data at a time</a:t>
            </a:r>
          </a:p>
          <a:p>
            <a:pPr lvl="1">
              <a:defRPr/>
            </a:pPr>
            <a:r>
              <a:rPr lang="en-US" altLang="zh-CN" sz="2200" b="1" dirty="0"/>
              <a:t>Bandwidth sharing </a:t>
            </a:r>
            <a:r>
              <a:rPr lang="en-US" altLang="zh-CN" sz="2200" dirty="0"/>
              <a:t>occurs when all computers connected to the hub must share the amount of bandwidth the hub provides</a:t>
            </a:r>
          </a:p>
          <a:p>
            <a:endParaRPr lang="en-US" dirty="0"/>
          </a:p>
        </p:txBody>
      </p:sp>
    </p:spTree>
    <p:extLst>
      <p:ext uri="{BB962C8B-B14F-4D97-AF65-F5344CB8AC3E}">
        <p14:creationId xmlns:p14="http://schemas.microsoft.com/office/powerpoint/2010/main" val="349442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83CA-3B48-AB6A-FA50-145E9DC67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B0592-C0F1-3EAF-8783-B4376D588613}"/>
              </a:ext>
            </a:extLst>
          </p:cNvPr>
          <p:cNvSpPr>
            <a:spLocks noGrp="1"/>
          </p:cNvSpPr>
          <p:nvPr>
            <p:ph type="title"/>
          </p:nvPr>
        </p:nvSpPr>
        <p:spPr/>
        <p:txBody>
          <a:bodyPr/>
          <a:lstStyle/>
          <a:p>
            <a:r>
              <a:rPr lang="en-US" dirty="0"/>
              <a:t>Multiport Repeaters and Hubs (5 of 5)</a:t>
            </a:r>
          </a:p>
        </p:txBody>
      </p:sp>
      <p:sp>
        <p:nvSpPr>
          <p:cNvPr id="3" name="Content Placeholder 2">
            <a:extLst>
              <a:ext uri="{FF2B5EF4-FFF2-40B4-BE49-F238E27FC236}">
                <a16:creationId xmlns:a16="http://schemas.microsoft.com/office/drawing/2014/main" id="{B795F6A2-111A-C3A9-5C80-C31E080CF28D}"/>
              </a:ext>
            </a:extLst>
          </p:cNvPr>
          <p:cNvSpPr>
            <a:spLocks noGrp="1"/>
          </p:cNvSpPr>
          <p:nvPr>
            <p:ph idx="1"/>
          </p:nvPr>
        </p:nvSpPr>
        <p:spPr>
          <a:xfrm>
            <a:off x="476843" y="1335505"/>
            <a:ext cx="11241915" cy="4841458"/>
          </a:xfrm>
        </p:spPr>
        <p:txBody>
          <a:bodyPr/>
          <a:lstStyle/>
          <a:p>
            <a:r>
              <a:rPr lang="en-US" altLang="zh-CN" dirty="0"/>
              <a:t>Most hubs have indicator lights for the following:</a:t>
            </a:r>
          </a:p>
          <a:p>
            <a:pPr lvl="1"/>
            <a:r>
              <a:rPr lang="en-US" altLang="zh-CN" sz="2200" dirty="0"/>
              <a:t>A </a:t>
            </a:r>
            <a:r>
              <a:rPr lang="en-US" altLang="zh-CN" sz="2200" b="1" dirty="0"/>
              <a:t>link status indicator </a:t>
            </a:r>
            <a:r>
              <a:rPr lang="en-US" altLang="zh-CN" sz="2200" dirty="0"/>
              <a:t>light glows when a cable has been plugged in a port and a valid network connection has been made</a:t>
            </a:r>
          </a:p>
          <a:p>
            <a:pPr lvl="1"/>
            <a:r>
              <a:rPr lang="en-US" altLang="zh-CN" sz="2200" dirty="0"/>
              <a:t>When the hub receives bit signals on any of its ports, the network activity indicator </a:t>
            </a:r>
            <a:r>
              <a:rPr lang="en-US" altLang="zh-CN" sz="2200" b="1" dirty="0"/>
              <a:t>flashes</a:t>
            </a:r>
          </a:p>
          <a:p>
            <a:pPr lvl="1"/>
            <a:r>
              <a:rPr lang="en-US" altLang="zh-CN" sz="2200" dirty="0"/>
              <a:t>A collision indicator port lights up whenever a collision is detected</a:t>
            </a:r>
          </a:p>
          <a:p>
            <a:pPr lvl="2"/>
            <a:r>
              <a:rPr lang="en-US" altLang="zh-CN" sz="2200" dirty="0"/>
              <a:t>When two stations try to transmit at the same time, a collision occurs</a:t>
            </a:r>
          </a:p>
          <a:p>
            <a:pPr lvl="2"/>
            <a:r>
              <a:rPr lang="en-US" altLang="zh-CN" sz="2200" dirty="0"/>
              <a:t>Those stations must retransmit their data</a:t>
            </a:r>
          </a:p>
          <a:p>
            <a:r>
              <a:rPr lang="en-US" altLang="zh-CN" dirty="0"/>
              <a:t>An </a:t>
            </a:r>
            <a:r>
              <a:rPr lang="en-US" altLang="zh-CN" b="1" dirty="0"/>
              <a:t>uplink port </a:t>
            </a:r>
            <a:r>
              <a:rPr lang="en-US" altLang="zh-CN" dirty="0"/>
              <a:t>is a port used to connect two hubs or switches together</a:t>
            </a:r>
            <a:endParaRPr lang="en-US" dirty="0"/>
          </a:p>
        </p:txBody>
      </p:sp>
    </p:spTree>
    <p:extLst>
      <p:ext uri="{BB962C8B-B14F-4D97-AF65-F5344CB8AC3E}">
        <p14:creationId xmlns:p14="http://schemas.microsoft.com/office/powerpoint/2010/main" val="370066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DC1BE-EC07-BFE6-FDFD-59BA86CDC709}"/>
              </a:ext>
            </a:extLst>
          </p:cNvPr>
          <p:cNvSpPr>
            <a:spLocks noGrp="1"/>
          </p:cNvSpPr>
          <p:nvPr>
            <p:ph type="title"/>
          </p:nvPr>
        </p:nvSpPr>
        <p:spPr/>
        <p:txBody>
          <a:bodyPr/>
          <a:lstStyle/>
          <a:p>
            <a:r>
              <a:rPr lang="en-US" dirty="0"/>
              <a:t>Network Switches</a:t>
            </a:r>
          </a:p>
        </p:txBody>
      </p:sp>
      <p:sp>
        <p:nvSpPr>
          <p:cNvPr id="3" name="Content Placeholder 2">
            <a:extLst>
              <a:ext uri="{FF2B5EF4-FFF2-40B4-BE49-F238E27FC236}">
                <a16:creationId xmlns:a16="http://schemas.microsoft.com/office/drawing/2014/main" id="{3B547C00-2A0F-99CE-8290-953A86E9DA27}"/>
              </a:ext>
            </a:extLst>
          </p:cNvPr>
          <p:cNvSpPr>
            <a:spLocks noGrp="1"/>
          </p:cNvSpPr>
          <p:nvPr>
            <p:ph idx="1"/>
          </p:nvPr>
        </p:nvSpPr>
        <p:spPr>
          <a:xfrm>
            <a:off x="476844" y="1311442"/>
            <a:ext cx="10447830" cy="4865521"/>
          </a:xfrm>
        </p:spPr>
        <p:txBody>
          <a:bodyPr/>
          <a:lstStyle/>
          <a:p>
            <a:r>
              <a:rPr lang="en-US" altLang="zh-CN" dirty="0"/>
              <a:t>A network </a:t>
            </a:r>
            <a:r>
              <a:rPr lang="en-US" altLang="zh-CN" b="1" dirty="0"/>
              <a:t>switch</a:t>
            </a:r>
            <a:r>
              <a:rPr lang="en-US" altLang="zh-CN" dirty="0"/>
              <a:t> looks just like a hub</a:t>
            </a:r>
          </a:p>
          <a:p>
            <a:pPr lvl="1"/>
            <a:r>
              <a:rPr lang="en-US" altLang="zh-CN" dirty="0"/>
              <a:t>However, a switch actually </a:t>
            </a:r>
            <a:r>
              <a:rPr lang="en-US" altLang="zh-CN" b="1" dirty="0"/>
              <a:t>reads data in the message</a:t>
            </a:r>
            <a:r>
              <a:rPr lang="en-US" altLang="zh-CN" dirty="0"/>
              <a:t>, </a:t>
            </a:r>
            <a:r>
              <a:rPr lang="en-US" altLang="zh-CN" b="1" dirty="0"/>
              <a:t>determines</a:t>
            </a:r>
            <a:r>
              <a:rPr lang="en-US" altLang="zh-CN" dirty="0"/>
              <a:t> which port the destination device is connected to, and </a:t>
            </a:r>
            <a:r>
              <a:rPr lang="en-US" altLang="zh-CN" b="1" dirty="0"/>
              <a:t>forwards the message to only that port</a:t>
            </a:r>
          </a:p>
          <a:p>
            <a:r>
              <a:rPr lang="en-US" altLang="zh-CN" dirty="0"/>
              <a:t>Hubs work only with electrical signals and the bits these signals represent</a:t>
            </a:r>
          </a:p>
          <a:p>
            <a:r>
              <a:rPr lang="en-US" altLang="zh-CN" b="1" dirty="0"/>
              <a:t>Switches</a:t>
            </a:r>
            <a:r>
              <a:rPr lang="en-US" altLang="zh-CN" dirty="0"/>
              <a:t> work with the </a:t>
            </a:r>
            <a:r>
              <a:rPr lang="en-US" altLang="zh-CN" b="1" dirty="0"/>
              <a:t>actual information </a:t>
            </a:r>
            <a:r>
              <a:rPr lang="en-US" altLang="zh-CN" dirty="0"/>
              <a:t>these bits represent</a:t>
            </a:r>
          </a:p>
          <a:p>
            <a:r>
              <a:rPr lang="en-US" altLang="zh-CN" dirty="0"/>
              <a:t>The unit of information that switches work with is called </a:t>
            </a:r>
            <a:r>
              <a:rPr lang="en-US" altLang="zh-CN" b="1" dirty="0"/>
              <a:t>a frame</a:t>
            </a:r>
          </a:p>
          <a:p>
            <a:endParaRPr lang="en-US" dirty="0"/>
          </a:p>
        </p:txBody>
      </p:sp>
    </p:spTree>
    <p:extLst>
      <p:ext uri="{BB962C8B-B14F-4D97-AF65-F5344CB8AC3E}">
        <p14:creationId xmlns:p14="http://schemas.microsoft.com/office/powerpoint/2010/main" val="1846536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714A8-EFE0-41D2-9822-75A53E367841}"/>
              </a:ext>
            </a:extLst>
          </p:cNvPr>
          <p:cNvSpPr>
            <a:spLocks noGrp="1"/>
          </p:cNvSpPr>
          <p:nvPr>
            <p:ph type="title"/>
          </p:nvPr>
        </p:nvSpPr>
        <p:spPr/>
        <p:txBody>
          <a:bodyPr/>
          <a:lstStyle/>
          <a:p>
            <a:r>
              <a:rPr lang="en-US" dirty="0"/>
              <a:t>Basic Switch Operation (1 of 5)</a:t>
            </a:r>
          </a:p>
        </p:txBody>
      </p:sp>
      <p:sp>
        <p:nvSpPr>
          <p:cNvPr id="3" name="Content Placeholder 2">
            <a:extLst>
              <a:ext uri="{FF2B5EF4-FFF2-40B4-BE49-F238E27FC236}">
                <a16:creationId xmlns:a16="http://schemas.microsoft.com/office/drawing/2014/main" id="{3DF9F143-F697-5DEF-D097-A5DEB6B57BCD}"/>
              </a:ext>
            </a:extLst>
          </p:cNvPr>
          <p:cNvSpPr>
            <a:spLocks noGrp="1"/>
          </p:cNvSpPr>
          <p:nvPr>
            <p:ph idx="1"/>
          </p:nvPr>
        </p:nvSpPr>
        <p:spPr>
          <a:xfrm>
            <a:off x="476843" y="1383632"/>
            <a:ext cx="11241915" cy="4793331"/>
          </a:xfrm>
        </p:spPr>
        <p:txBody>
          <a:bodyPr/>
          <a:lstStyle/>
          <a:p>
            <a:r>
              <a:rPr lang="en-US" b="1" dirty="0"/>
              <a:t>Data is sent </a:t>
            </a:r>
            <a:r>
              <a:rPr lang="en-US" dirty="0"/>
              <a:t>onto the medium one frame at a time</a:t>
            </a:r>
          </a:p>
          <a:p>
            <a:r>
              <a:rPr lang="en-US" dirty="0"/>
              <a:t>Each frame has the </a:t>
            </a:r>
            <a:r>
              <a:rPr lang="en-US" b="1" dirty="0"/>
              <a:t>destination MAC address </a:t>
            </a:r>
            <a:r>
              <a:rPr lang="en-US" dirty="0"/>
              <a:t>and the source computer’s MAC address</a:t>
            </a:r>
          </a:p>
          <a:p>
            <a:r>
              <a:rPr lang="en-US" dirty="0"/>
              <a:t>When the frame reaches a switch, the </a:t>
            </a:r>
            <a:r>
              <a:rPr lang="en-US" b="1" dirty="0"/>
              <a:t>switch reads both addresses</a:t>
            </a:r>
            <a:r>
              <a:rPr lang="en-US" dirty="0"/>
              <a:t>:</a:t>
            </a:r>
          </a:p>
          <a:p>
            <a:pPr lvl="1"/>
            <a:r>
              <a:rPr lang="en-US" sz="2200" dirty="0"/>
              <a:t>It </a:t>
            </a:r>
            <a:r>
              <a:rPr lang="en-US" sz="2200" b="1" dirty="0"/>
              <a:t>keeps a record</a:t>
            </a:r>
            <a:r>
              <a:rPr lang="en-US" sz="2200" dirty="0"/>
              <a:t> of which computer is on which port </a:t>
            </a:r>
          </a:p>
          <a:p>
            <a:pPr lvl="1"/>
            <a:r>
              <a:rPr lang="en-US" sz="2200" dirty="0"/>
              <a:t>It </a:t>
            </a:r>
            <a:r>
              <a:rPr lang="en-US" sz="2200" b="1" dirty="0"/>
              <a:t>forwards the frame </a:t>
            </a:r>
            <a:r>
              <a:rPr lang="en-US" sz="2200" dirty="0"/>
              <a:t>to the port where the destination MAC can be found</a:t>
            </a:r>
          </a:p>
          <a:p>
            <a:r>
              <a:rPr lang="en-US" dirty="0"/>
              <a:t>A switch maintains a </a:t>
            </a:r>
            <a:r>
              <a:rPr lang="en-US" b="1" dirty="0"/>
              <a:t>switching table </a:t>
            </a:r>
            <a:r>
              <a:rPr lang="en-US" dirty="0"/>
              <a:t>of MAC addresses that have been learned and their associated port numbers</a:t>
            </a:r>
          </a:p>
          <a:p>
            <a:endParaRPr lang="en-US" dirty="0"/>
          </a:p>
        </p:txBody>
      </p:sp>
    </p:spTree>
    <p:extLst>
      <p:ext uri="{BB962C8B-B14F-4D97-AF65-F5344CB8AC3E}">
        <p14:creationId xmlns:p14="http://schemas.microsoft.com/office/powerpoint/2010/main" val="2175644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8ECC-7316-9B9A-7E01-6DD9B516F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803C4-A147-6777-4D02-D0DDB16976CA}"/>
              </a:ext>
            </a:extLst>
          </p:cNvPr>
          <p:cNvSpPr>
            <a:spLocks noGrp="1"/>
          </p:cNvSpPr>
          <p:nvPr>
            <p:ph type="title"/>
          </p:nvPr>
        </p:nvSpPr>
        <p:spPr/>
        <p:txBody>
          <a:bodyPr/>
          <a:lstStyle/>
          <a:p>
            <a:r>
              <a:rPr lang="en-US" dirty="0"/>
              <a:t>Basic Switch Operation (2 of 5)</a:t>
            </a:r>
          </a:p>
        </p:txBody>
      </p:sp>
      <p:sp>
        <p:nvSpPr>
          <p:cNvPr id="5" name="TextBox 4">
            <a:extLst>
              <a:ext uri="{FF2B5EF4-FFF2-40B4-BE49-F238E27FC236}">
                <a16:creationId xmlns:a16="http://schemas.microsoft.com/office/drawing/2014/main" id="{7393DDEB-85D2-251F-7143-FBA7F1B2DA74}"/>
              </a:ext>
            </a:extLst>
          </p:cNvPr>
          <p:cNvSpPr txBox="1"/>
          <p:nvPr/>
        </p:nvSpPr>
        <p:spPr>
          <a:xfrm>
            <a:off x="6533147" y="4208875"/>
            <a:ext cx="4294598" cy="1569660"/>
          </a:xfrm>
          <a:prstGeom prst="rect">
            <a:avLst/>
          </a:prstGeom>
          <a:noFill/>
        </p:spPr>
        <p:txBody>
          <a:bodyPr wrap="square" rtlCol="0">
            <a:spAutoFit/>
          </a:bodyPr>
          <a:lstStyle/>
          <a:p>
            <a:r>
              <a:rPr lang="en-US" sz="2400" b="1" dirty="0">
                <a:latin typeface="Work Sans" pitchFamily="2" charset="0"/>
              </a:rPr>
              <a:t>Figure 2-5  </a:t>
            </a:r>
            <a:r>
              <a:rPr lang="en-US" sz="2400" dirty="0">
                <a:latin typeface="Work Sans" pitchFamily="2" charset="0"/>
              </a:rPr>
              <a:t>Switches maintain a switching table, also referred to as a MAC address table</a:t>
            </a:r>
          </a:p>
        </p:txBody>
      </p:sp>
      <p:pic>
        <p:nvPicPr>
          <p:cNvPr id="4" name="Picture 3" descr="A switch that is connected to four computers. The switch maintains a switching table that has a list of MAC addresses and the ports they are connected to. The following are the details of the networked computers. Computer A has the I P address 10 dot 1 dot 1 dot 1 and MAC address A A colon A 1. Computer B has the I P address 10 dot 1 dot 1 dot 2 and MAC address B B colon B 1. Computer C has the I P address 10 dot 1 dot 1 dot 3 and MAC address C C colon C 1. Computer D has the I P address 10 dot 1 dot 1 dot 4 and MAC address D D colon D 1. The switching table in the switch has the following data. Row 1: MAC Address: A A colon A 1. Port Number: 6. Row 2: MAC Address: B B colon B 1. Port Number: 1. Row 3: MAC Address: C C colon C 1. Port Number: 2. Row 4: MAC Address: D D colon D 1. Port Number: 3.&#10;">
            <a:extLst>
              <a:ext uri="{FF2B5EF4-FFF2-40B4-BE49-F238E27FC236}">
                <a16:creationId xmlns:a16="http://schemas.microsoft.com/office/drawing/2014/main" id="{B3B0D048-D693-4FB5-F69D-19DCE5E7943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4242" y="1577544"/>
            <a:ext cx="5678905" cy="4250390"/>
          </a:xfrm>
          <a:prstGeom prst="rect">
            <a:avLst/>
          </a:prstGeom>
        </p:spPr>
      </p:pic>
      <p:pic>
        <p:nvPicPr>
          <p:cNvPr id="2050" name="Picture 2" descr="Switch Definition - What is a ...">
            <a:extLst>
              <a:ext uri="{FF2B5EF4-FFF2-40B4-BE49-F238E27FC236}">
                <a16:creationId xmlns:a16="http://schemas.microsoft.com/office/drawing/2014/main" id="{AA3A71AF-EC4B-E5D7-8219-ABFA76FE0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7602" y="1288806"/>
            <a:ext cx="2720640" cy="136032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90B5B16-1A27-9C73-9452-518C3686C8EF}"/>
              </a:ext>
            </a:extLst>
          </p:cNvPr>
          <p:cNvPicPr>
            <a:picLocks noChangeAspect="1"/>
          </p:cNvPicPr>
          <p:nvPr/>
        </p:nvPicPr>
        <p:blipFill>
          <a:blip r:embed="rId4"/>
          <a:stretch>
            <a:fillRect/>
          </a:stretch>
        </p:blipFill>
        <p:spPr>
          <a:xfrm>
            <a:off x="8286750" y="2749967"/>
            <a:ext cx="2966652" cy="1217447"/>
          </a:xfrm>
          <a:prstGeom prst="rect">
            <a:avLst/>
          </a:prstGeom>
        </p:spPr>
      </p:pic>
    </p:spTree>
    <p:extLst>
      <p:ext uri="{BB962C8B-B14F-4D97-AF65-F5344CB8AC3E}">
        <p14:creationId xmlns:p14="http://schemas.microsoft.com/office/powerpoint/2010/main" val="1736086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630AF-3D14-A22F-9264-5BF36ABC175E}"/>
              </a:ext>
            </a:extLst>
          </p:cNvPr>
          <p:cNvSpPr>
            <a:spLocks noGrp="1"/>
          </p:cNvSpPr>
          <p:nvPr>
            <p:ph type="title"/>
          </p:nvPr>
        </p:nvSpPr>
        <p:spPr/>
        <p:txBody>
          <a:bodyPr/>
          <a:lstStyle/>
          <a:p>
            <a:r>
              <a:rPr lang="en-US" dirty="0"/>
              <a:t>Basic Switch Operation (3 of 5)</a:t>
            </a:r>
          </a:p>
        </p:txBody>
      </p:sp>
      <p:sp>
        <p:nvSpPr>
          <p:cNvPr id="3" name="Content Placeholder 2">
            <a:extLst>
              <a:ext uri="{FF2B5EF4-FFF2-40B4-BE49-F238E27FC236}">
                <a16:creationId xmlns:a16="http://schemas.microsoft.com/office/drawing/2014/main" id="{5DC39555-D7E3-7BAF-F225-97BE9EDE07FD}"/>
              </a:ext>
            </a:extLst>
          </p:cNvPr>
          <p:cNvSpPr>
            <a:spLocks noGrp="1"/>
          </p:cNvSpPr>
          <p:nvPr>
            <p:ph idx="1"/>
          </p:nvPr>
        </p:nvSpPr>
        <p:spPr>
          <a:xfrm>
            <a:off x="476843" y="1407695"/>
            <a:ext cx="11241915" cy="4769268"/>
          </a:xfrm>
        </p:spPr>
        <p:txBody>
          <a:bodyPr/>
          <a:lstStyle/>
          <a:p>
            <a:r>
              <a:rPr lang="en-US" dirty="0"/>
              <a:t>A </a:t>
            </a:r>
            <a:r>
              <a:rPr lang="en-US" b="1" dirty="0"/>
              <a:t>switches</a:t>
            </a:r>
            <a:r>
              <a:rPr lang="en-US" dirty="0"/>
              <a:t> operation can be summarized in the </a:t>
            </a:r>
            <a:r>
              <a:rPr lang="en-US" b="1" dirty="0"/>
              <a:t>following steps</a:t>
            </a:r>
            <a:r>
              <a:rPr lang="en-US" dirty="0"/>
              <a:t>:</a:t>
            </a:r>
          </a:p>
          <a:p>
            <a:pPr marL="914400" lvl="1" indent="-457200">
              <a:buFont typeface="+mj-lt"/>
              <a:buAutoNum type="arabicPeriod"/>
            </a:pPr>
            <a:r>
              <a:rPr lang="en-US" dirty="0"/>
              <a:t>The switch </a:t>
            </a:r>
            <a:r>
              <a:rPr lang="en-US" b="1" dirty="0"/>
              <a:t>receives</a:t>
            </a:r>
            <a:r>
              <a:rPr lang="en-US" dirty="0"/>
              <a:t> a frame</a:t>
            </a:r>
          </a:p>
          <a:p>
            <a:pPr marL="914400" lvl="1" indent="-457200">
              <a:buFont typeface="+mj-lt"/>
              <a:buAutoNum type="arabicPeriod"/>
            </a:pPr>
            <a:r>
              <a:rPr lang="en-US" dirty="0"/>
              <a:t>The switch </a:t>
            </a:r>
            <a:r>
              <a:rPr lang="en-US" b="1" dirty="0"/>
              <a:t>reads</a:t>
            </a:r>
            <a:r>
              <a:rPr lang="en-US" dirty="0"/>
              <a:t> the source and destination MAC addresses</a:t>
            </a:r>
          </a:p>
          <a:p>
            <a:pPr marL="914400" lvl="1" indent="-457200">
              <a:buFont typeface="+mj-lt"/>
              <a:buAutoNum type="arabicPeriod"/>
            </a:pPr>
            <a:r>
              <a:rPr lang="en-US" dirty="0"/>
              <a:t>The switch </a:t>
            </a:r>
            <a:r>
              <a:rPr lang="en-US" b="1" dirty="0"/>
              <a:t>looks up </a:t>
            </a:r>
            <a:r>
              <a:rPr lang="en-US" dirty="0"/>
              <a:t>the destination MAC address in its switching table</a:t>
            </a:r>
          </a:p>
          <a:p>
            <a:pPr marL="914400" lvl="1" indent="-457200">
              <a:buFont typeface="+mj-lt"/>
              <a:buAutoNum type="arabicPeriod"/>
            </a:pPr>
            <a:r>
              <a:rPr lang="en-US" dirty="0"/>
              <a:t>The switch </a:t>
            </a:r>
            <a:r>
              <a:rPr lang="en-US" b="1" dirty="0"/>
              <a:t>forwards the frame </a:t>
            </a:r>
            <a:r>
              <a:rPr lang="en-US" dirty="0"/>
              <a:t>to the port where the computer owning the MAC address is found</a:t>
            </a:r>
          </a:p>
          <a:p>
            <a:pPr marL="914400" lvl="1" indent="-457200">
              <a:buFont typeface="+mj-lt"/>
              <a:buAutoNum type="arabicPeriod"/>
            </a:pPr>
            <a:r>
              <a:rPr lang="en-US" dirty="0"/>
              <a:t>The switching </a:t>
            </a:r>
            <a:r>
              <a:rPr lang="en-US" b="1" dirty="0"/>
              <a:t>table is updated </a:t>
            </a:r>
            <a:r>
              <a:rPr lang="en-US" dirty="0"/>
              <a:t>with the source MAC address and port information</a:t>
            </a:r>
          </a:p>
          <a:p>
            <a:endParaRPr lang="en-US" dirty="0"/>
          </a:p>
        </p:txBody>
      </p:sp>
    </p:spTree>
    <p:extLst>
      <p:ext uri="{BB962C8B-B14F-4D97-AF65-F5344CB8AC3E}">
        <p14:creationId xmlns:p14="http://schemas.microsoft.com/office/powerpoint/2010/main" val="1141105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1FBF5-CD97-0BF7-17DD-8F1EF6262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41FE5-7B23-5B8E-7BCA-604ADF5BE8D0}"/>
              </a:ext>
            </a:extLst>
          </p:cNvPr>
          <p:cNvSpPr>
            <a:spLocks noGrp="1"/>
          </p:cNvSpPr>
          <p:nvPr>
            <p:ph type="title"/>
          </p:nvPr>
        </p:nvSpPr>
        <p:spPr/>
        <p:txBody>
          <a:bodyPr/>
          <a:lstStyle/>
          <a:p>
            <a:r>
              <a:rPr lang="en-US" dirty="0"/>
              <a:t>Basic Switch Operation (4 of 5)</a:t>
            </a:r>
          </a:p>
        </p:txBody>
      </p:sp>
      <p:sp>
        <p:nvSpPr>
          <p:cNvPr id="3" name="Content Placeholder 2">
            <a:extLst>
              <a:ext uri="{FF2B5EF4-FFF2-40B4-BE49-F238E27FC236}">
                <a16:creationId xmlns:a16="http://schemas.microsoft.com/office/drawing/2014/main" id="{D9E2BE1A-7402-DABE-C36D-F5ECD9DB8B7A}"/>
              </a:ext>
            </a:extLst>
          </p:cNvPr>
          <p:cNvSpPr>
            <a:spLocks noGrp="1"/>
          </p:cNvSpPr>
          <p:nvPr>
            <p:ph idx="1"/>
          </p:nvPr>
        </p:nvSpPr>
        <p:spPr>
          <a:xfrm>
            <a:off x="476843" y="1431758"/>
            <a:ext cx="11241915" cy="4745205"/>
          </a:xfrm>
        </p:spPr>
        <p:txBody>
          <a:bodyPr/>
          <a:lstStyle/>
          <a:p>
            <a:r>
              <a:rPr lang="en-US" dirty="0"/>
              <a:t>Switches can handle </a:t>
            </a:r>
            <a:r>
              <a:rPr lang="en-US" b="1" dirty="0"/>
              <a:t>several computer conversations </a:t>
            </a:r>
            <a:r>
              <a:rPr lang="en-US" dirty="0"/>
              <a:t>at one time</a:t>
            </a:r>
          </a:p>
          <a:p>
            <a:pPr lvl="1"/>
            <a:r>
              <a:rPr lang="en-US" dirty="0"/>
              <a:t>Therefore, each port gets full network bandwidth instead of having to share bandwidth with all ports (</a:t>
            </a:r>
            <a:r>
              <a:rPr lang="en-US" b="1" dirty="0"/>
              <a:t>dedicated bandwidth</a:t>
            </a:r>
            <a:r>
              <a:rPr lang="en-US" dirty="0"/>
              <a:t>)</a:t>
            </a:r>
          </a:p>
          <a:p>
            <a:r>
              <a:rPr lang="en-US" dirty="0"/>
              <a:t>Switches can operate in </a:t>
            </a:r>
            <a:r>
              <a:rPr lang="en-US" b="1" dirty="0"/>
              <a:t>full-duplex mode</a:t>
            </a:r>
            <a:r>
              <a:rPr lang="en-US" dirty="0"/>
              <a:t>, which means devices can </a:t>
            </a:r>
            <a:r>
              <a:rPr lang="en-US" b="1" dirty="0"/>
              <a:t>send and receive data simultaneously</a:t>
            </a:r>
          </a:p>
          <a:p>
            <a:r>
              <a:rPr lang="en-US" b="1" dirty="0"/>
              <a:t>Hubs</a:t>
            </a:r>
            <a:r>
              <a:rPr lang="en-US" dirty="0"/>
              <a:t> can only operate in </a:t>
            </a:r>
            <a:r>
              <a:rPr lang="en-US" b="1" dirty="0"/>
              <a:t>half-duplex mode</a:t>
            </a:r>
            <a:r>
              <a:rPr lang="en-US" dirty="0"/>
              <a:t>, which means a device can send or receive (but not both) at one time</a:t>
            </a:r>
          </a:p>
          <a:p>
            <a:r>
              <a:rPr lang="en-US" b="1" dirty="0"/>
              <a:t>Switches</a:t>
            </a:r>
            <a:r>
              <a:rPr lang="en-US" dirty="0"/>
              <a:t> are the </a:t>
            </a:r>
            <a:r>
              <a:rPr lang="en-US" b="1" dirty="0"/>
              <a:t>preferred device </a:t>
            </a:r>
            <a:r>
              <a:rPr lang="en-US" dirty="0"/>
              <a:t>because of these advantages</a:t>
            </a:r>
          </a:p>
        </p:txBody>
      </p:sp>
    </p:spTree>
    <p:extLst>
      <p:ext uri="{BB962C8B-B14F-4D97-AF65-F5344CB8AC3E}">
        <p14:creationId xmlns:p14="http://schemas.microsoft.com/office/powerpoint/2010/main" val="3631033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ED495-28D8-22D0-3664-43E8B209D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E349E-3123-1ECC-3AC5-02103AE89A4E}"/>
              </a:ext>
            </a:extLst>
          </p:cNvPr>
          <p:cNvSpPr>
            <a:spLocks noGrp="1"/>
          </p:cNvSpPr>
          <p:nvPr>
            <p:ph type="title"/>
          </p:nvPr>
        </p:nvSpPr>
        <p:spPr/>
        <p:txBody>
          <a:bodyPr/>
          <a:lstStyle/>
          <a:p>
            <a:r>
              <a:rPr lang="en-US" dirty="0"/>
              <a:t>Basic Switch Operation (5 of 5)</a:t>
            </a:r>
          </a:p>
        </p:txBody>
      </p:sp>
      <p:sp>
        <p:nvSpPr>
          <p:cNvPr id="3" name="Content Placeholder 2">
            <a:extLst>
              <a:ext uri="{FF2B5EF4-FFF2-40B4-BE49-F238E27FC236}">
                <a16:creationId xmlns:a16="http://schemas.microsoft.com/office/drawing/2014/main" id="{115FBFAE-2F02-5F9C-778C-CFE2347B5ECF}"/>
              </a:ext>
            </a:extLst>
          </p:cNvPr>
          <p:cNvSpPr>
            <a:spLocks noGrp="1"/>
          </p:cNvSpPr>
          <p:nvPr>
            <p:ph idx="1"/>
          </p:nvPr>
        </p:nvSpPr>
        <p:spPr>
          <a:xfrm>
            <a:off x="476843" y="1443789"/>
            <a:ext cx="11241915" cy="4733174"/>
          </a:xfrm>
        </p:spPr>
        <p:txBody>
          <a:bodyPr/>
          <a:lstStyle/>
          <a:p>
            <a:r>
              <a:rPr lang="en-US" dirty="0"/>
              <a:t>Like hubs, switches have </a:t>
            </a:r>
            <a:r>
              <a:rPr lang="en-US" b="1" dirty="0"/>
              <a:t>indicator lights</a:t>
            </a:r>
          </a:p>
          <a:p>
            <a:r>
              <a:rPr lang="en-US" dirty="0"/>
              <a:t>Switches have link status indicators and activity indicators</a:t>
            </a:r>
          </a:p>
          <a:p>
            <a:pPr lvl="1"/>
            <a:r>
              <a:rPr lang="en-US" dirty="0"/>
              <a:t>They may also have indicators for whether the switch is operating in full-duplex or half-duplex mode</a:t>
            </a:r>
          </a:p>
          <a:p>
            <a:r>
              <a:rPr lang="en-US" dirty="0"/>
              <a:t>Switches can be connected to one another so that your </a:t>
            </a:r>
            <a:r>
              <a:rPr lang="en-US" b="1" dirty="0"/>
              <a:t>LAN can grow </a:t>
            </a:r>
            <a:r>
              <a:rPr lang="en-US" dirty="0"/>
              <a:t>beyond the limitations of ports on a single switch</a:t>
            </a:r>
          </a:p>
          <a:p>
            <a:r>
              <a:rPr lang="en-US" dirty="0"/>
              <a:t>Some switches have a dedicated port for </a:t>
            </a:r>
            <a:r>
              <a:rPr lang="en-US" b="1" dirty="0"/>
              <a:t>uplinking</a:t>
            </a:r>
            <a:r>
              <a:rPr lang="en-US" dirty="0"/>
              <a:t> to another switch</a:t>
            </a:r>
          </a:p>
        </p:txBody>
      </p:sp>
    </p:spTree>
    <p:extLst>
      <p:ext uri="{BB962C8B-B14F-4D97-AF65-F5344CB8AC3E}">
        <p14:creationId xmlns:p14="http://schemas.microsoft.com/office/powerpoint/2010/main" val="3461748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2-1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1022684" y="1392488"/>
            <a:ext cx="10696074" cy="4351338"/>
          </a:xfrm>
        </p:spPr>
        <p:txBody>
          <a:bodyPr/>
          <a:lstStyle/>
          <a:p>
            <a:pPr marL="0" indent="0">
              <a:buNone/>
            </a:pPr>
            <a:r>
              <a:rPr lang="en-US" sz="2800" dirty="0"/>
              <a:t>What mode of operation allows a device to send and receive data </a:t>
            </a:r>
            <a:r>
              <a:rPr lang="en-US" sz="2800" b="1" dirty="0"/>
              <a:t>simultaneously</a:t>
            </a:r>
            <a:r>
              <a:rPr lang="en-US" sz="2800" dirty="0"/>
              <a:t>?</a:t>
            </a:r>
          </a:p>
          <a:p>
            <a:pPr marL="0" indent="0">
              <a:buNone/>
            </a:pPr>
            <a:r>
              <a:rPr lang="en-US" sz="2800" dirty="0"/>
              <a:t>a. Half-duplex</a:t>
            </a:r>
          </a:p>
          <a:p>
            <a:pPr marL="0" indent="0">
              <a:buNone/>
            </a:pPr>
            <a:r>
              <a:rPr lang="en-US" sz="2800" dirty="0"/>
              <a:t>b. Dedicated</a:t>
            </a:r>
          </a:p>
          <a:p>
            <a:pPr marL="0" indent="0">
              <a:buNone/>
            </a:pPr>
            <a:r>
              <a:rPr lang="en-US" sz="2800" dirty="0"/>
              <a:t>c. Buffering</a:t>
            </a:r>
          </a:p>
          <a:p>
            <a:pPr marL="0" indent="0">
              <a:buNone/>
            </a:pPr>
            <a:r>
              <a:rPr lang="en-US" sz="2800" dirty="0"/>
              <a:t>d. Full-duplex</a:t>
            </a:r>
          </a:p>
        </p:txBody>
      </p:sp>
    </p:spTree>
    <p:extLst>
      <p:ext uri="{BB962C8B-B14F-4D97-AF65-F5344CB8AC3E}">
        <p14:creationId xmlns:p14="http://schemas.microsoft.com/office/powerpoint/2010/main" val="3683800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2-1: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1"/>
            <a:ext cx="11241915" cy="3613899"/>
          </a:xfrm>
        </p:spPr>
        <p:txBody>
          <a:bodyPr/>
          <a:lstStyle/>
          <a:p>
            <a:pPr marL="0" indent="0">
              <a:buNone/>
            </a:pPr>
            <a:r>
              <a:rPr lang="en-US" dirty="0"/>
              <a:t>What mode of operation allows a device to send and receive data simultaneously?</a:t>
            </a:r>
          </a:p>
          <a:p>
            <a:pPr marL="0" indent="0">
              <a:buNone/>
            </a:pPr>
            <a:r>
              <a:rPr lang="en-US" b="1" dirty="0"/>
              <a:t>Answer: d</a:t>
            </a:r>
            <a:r>
              <a:rPr lang="en-US" dirty="0"/>
              <a:t>. </a:t>
            </a:r>
            <a:r>
              <a:rPr lang="en-US" sz="3200" dirty="0"/>
              <a:t>Full-duplex</a:t>
            </a:r>
          </a:p>
          <a:p>
            <a:pPr marL="0" indent="0">
              <a:buNone/>
            </a:pPr>
            <a:r>
              <a:rPr lang="en-US" b="1" dirty="0"/>
              <a:t>Explanation:</a:t>
            </a:r>
            <a:r>
              <a:rPr lang="en-US" dirty="0"/>
              <a:t> A device that can send and receive data simultaneously is operating in full-duplex mode. In half-duplex mode, a device can send and receive data but not at the same time. Dedicated and buffering are not modes of operation.</a:t>
            </a:r>
          </a:p>
        </p:txBody>
      </p:sp>
    </p:spTree>
    <p:extLst>
      <p:ext uri="{BB962C8B-B14F-4D97-AF65-F5344CB8AC3E}">
        <p14:creationId xmlns:p14="http://schemas.microsoft.com/office/powerpoint/2010/main" val="388910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9F0B-5662-1624-A039-5E4F0FA8C6A4}"/>
              </a:ext>
            </a:extLst>
          </p:cNvPr>
          <p:cNvSpPr>
            <a:spLocks noGrp="1"/>
          </p:cNvSpPr>
          <p:nvPr>
            <p:ph type="title"/>
          </p:nvPr>
        </p:nvSpPr>
        <p:spPr/>
        <p:txBody>
          <a:bodyPr/>
          <a:lstStyle/>
          <a:p>
            <a:r>
              <a:rPr lang="en-US" dirty="0"/>
              <a:t>Wireless Access Points (1 of 2)</a:t>
            </a:r>
          </a:p>
        </p:txBody>
      </p:sp>
      <p:sp>
        <p:nvSpPr>
          <p:cNvPr id="3" name="Content Placeholder 2">
            <a:extLst>
              <a:ext uri="{FF2B5EF4-FFF2-40B4-BE49-F238E27FC236}">
                <a16:creationId xmlns:a16="http://schemas.microsoft.com/office/drawing/2014/main" id="{34AA0314-1FE4-EEC4-498B-966FC42C720C}"/>
              </a:ext>
            </a:extLst>
          </p:cNvPr>
          <p:cNvSpPr>
            <a:spLocks noGrp="1"/>
          </p:cNvSpPr>
          <p:nvPr>
            <p:ph idx="1"/>
          </p:nvPr>
        </p:nvSpPr>
        <p:spPr>
          <a:xfrm>
            <a:off x="476843" y="1299411"/>
            <a:ext cx="11241915" cy="4877552"/>
          </a:xfrm>
        </p:spPr>
        <p:txBody>
          <a:bodyPr/>
          <a:lstStyle/>
          <a:p>
            <a:r>
              <a:rPr lang="en-US" dirty="0"/>
              <a:t>The </a:t>
            </a:r>
            <a:r>
              <a:rPr lang="en-US" b="1" dirty="0"/>
              <a:t>heart of a wireless network </a:t>
            </a:r>
            <a:r>
              <a:rPr lang="en-US" dirty="0"/>
              <a:t>is the wireless </a:t>
            </a:r>
            <a:r>
              <a:rPr lang="en-US" b="1" dirty="0"/>
              <a:t>access point </a:t>
            </a:r>
            <a:r>
              <a:rPr lang="en-US" dirty="0"/>
              <a:t>(</a:t>
            </a:r>
            <a:r>
              <a:rPr lang="en-US" b="1" dirty="0"/>
              <a:t>AP</a:t>
            </a:r>
            <a:r>
              <a:rPr lang="en-US" dirty="0"/>
              <a:t>)</a:t>
            </a:r>
          </a:p>
          <a:p>
            <a:pPr lvl="1"/>
            <a:r>
              <a:rPr lang="en-US" sz="2200" dirty="0"/>
              <a:t>APs operate </a:t>
            </a:r>
            <a:r>
              <a:rPr lang="en-US" sz="2200" b="1" dirty="0"/>
              <a:t>similarly to a hub </a:t>
            </a:r>
            <a:r>
              <a:rPr lang="en-US" sz="2200" dirty="0"/>
              <a:t>without wires</a:t>
            </a:r>
          </a:p>
          <a:p>
            <a:pPr lvl="1"/>
            <a:r>
              <a:rPr lang="en-US" sz="2200" dirty="0"/>
              <a:t>All communication passes through the AP</a:t>
            </a:r>
          </a:p>
          <a:p>
            <a:r>
              <a:rPr lang="en-US" dirty="0"/>
              <a:t>Most small business and home networks use a device typically called a </a:t>
            </a:r>
            <a:r>
              <a:rPr lang="en-US" b="1" dirty="0"/>
              <a:t>wireless router </a:t>
            </a:r>
            <a:r>
              <a:rPr lang="en-US" dirty="0"/>
              <a:t>that </a:t>
            </a:r>
            <a:r>
              <a:rPr lang="en-US" b="1" dirty="0"/>
              <a:t>combines the functions of an AP, a switch, and a router</a:t>
            </a:r>
          </a:p>
          <a:p>
            <a:r>
              <a:rPr lang="en-US" dirty="0"/>
              <a:t>Wireless networks are </a:t>
            </a:r>
            <a:r>
              <a:rPr lang="en-US" b="1" dirty="0"/>
              <a:t>usually attached to wired networks</a:t>
            </a:r>
          </a:p>
          <a:p>
            <a:pPr lvl="1"/>
            <a:r>
              <a:rPr lang="en-US" sz="2200" dirty="0"/>
              <a:t>APs typically have one or more connectors for connecting to a wired Ethernet network</a:t>
            </a:r>
          </a:p>
          <a:p>
            <a:endParaRPr lang="en-US" dirty="0"/>
          </a:p>
        </p:txBody>
      </p:sp>
    </p:spTree>
    <p:extLst>
      <p:ext uri="{BB962C8B-B14F-4D97-AF65-F5344CB8AC3E}">
        <p14:creationId xmlns:p14="http://schemas.microsoft.com/office/powerpoint/2010/main" val="860364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Wireless Access Points (2 of 2)</a:t>
            </a:r>
          </a:p>
        </p:txBody>
      </p:sp>
      <p:sp>
        <p:nvSpPr>
          <p:cNvPr id="5" name="TextBox 4">
            <a:extLst>
              <a:ext uri="{FF2B5EF4-FFF2-40B4-BE49-F238E27FC236}">
                <a16:creationId xmlns:a16="http://schemas.microsoft.com/office/drawing/2014/main" id="{7CB0BE92-E73F-42E9-B249-3B271B6E8AA4}"/>
              </a:ext>
            </a:extLst>
          </p:cNvPr>
          <p:cNvSpPr txBox="1"/>
          <p:nvPr/>
        </p:nvSpPr>
        <p:spPr>
          <a:xfrm>
            <a:off x="4807623" y="4048847"/>
            <a:ext cx="4294598" cy="1569660"/>
          </a:xfrm>
          <a:prstGeom prst="rect">
            <a:avLst/>
          </a:prstGeom>
          <a:noFill/>
        </p:spPr>
        <p:txBody>
          <a:bodyPr wrap="square" rtlCol="0">
            <a:spAutoFit/>
          </a:bodyPr>
          <a:lstStyle/>
          <a:p>
            <a:r>
              <a:rPr lang="en-US" sz="2400" b="1" dirty="0">
                <a:latin typeface="Work Sans" pitchFamily="2" charset="0"/>
              </a:rPr>
              <a:t>Figure 2-9  </a:t>
            </a:r>
            <a:r>
              <a:rPr lang="en-US" sz="2400" dirty="0">
                <a:latin typeface="Work Sans" pitchFamily="2" charset="0"/>
              </a:rPr>
              <a:t>A wireless router combines an access point, a switch, and a router</a:t>
            </a:r>
          </a:p>
        </p:txBody>
      </p:sp>
      <p:pic>
        <p:nvPicPr>
          <p:cNvPr id="4" name="Picture 3" descr="A wireless router device. A wireless router combines the features of an access point, a switch, and a router.&#10;">
            <a:extLst>
              <a:ext uri="{FF2B5EF4-FFF2-40B4-BE49-F238E27FC236}">
                <a16:creationId xmlns:a16="http://schemas.microsoft.com/office/drawing/2014/main" id="{C95E205F-4196-E966-6F39-7DA65FEAB23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7364" y="2323078"/>
            <a:ext cx="3620477" cy="2717910"/>
          </a:xfrm>
          <a:prstGeom prst="rect">
            <a:avLst/>
          </a:prstGeom>
        </p:spPr>
      </p:pic>
      <p:pic>
        <p:nvPicPr>
          <p:cNvPr id="3074" name="Picture 2" descr="Wireless Access Points">
            <a:extLst>
              <a:ext uri="{FF2B5EF4-FFF2-40B4-BE49-F238E27FC236}">
                <a16:creationId xmlns:a16="http://schemas.microsoft.com/office/drawing/2014/main" id="{EBCB84FA-9534-F617-F13F-870B488AA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1728" y="1134940"/>
            <a:ext cx="2733430" cy="27334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ireless Access Points">
            <a:extLst>
              <a:ext uri="{FF2B5EF4-FFF2-40B4-BE49-F238E27FC236}">
                <a16:creationId xmlns:a16="http://schemas.microsoft.com/office/drawing/2014/main" id="{B1AFC159-CB54-1CA1-1FF5-78DF09B768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1818" y="1134940"/>
            <a:ext cx="2733430" cy="2733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630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4E46-1880-B7A0-AFE4-8A1ABA21897F}"/>
              </a:ext>
            </a:extLst>
          </p:cNvPr>
          <p:cNvSpPr>
            <a:spLocks noGrp="1"/>
          </p:cNvSpPr>
          <p:nvPr>
            <p:ph type="title"/>
          </p:nvPr>
        </p:nvSpPr>
        <p:spPr/>
        <p:txBody>
          <a:bodyPr/>
          <a:lstStyle/>
          <a:p>
            <a:r>
              <a:rPr lang="en-US" dirty="0"/>
              <a:t>Basic AP Operation (1 of 2)</a:t>
            </a:r>
          </a:p>
        </p:txBody>
      </p:sp>
      <p:sp>
        <p:nvSpPr>
          <p:cNvPr id="3" name="Content Placeholder 2">
            <a:extLst>
              <a:ext uri="{FF2B5EF4-FFF2-40B4-BE49-F238E27FC236}">
                <a16:creationId xmlns:a16="http://schemas.microsoft.com/office/drawing/2014/main" id="{6A8052AB-F8D1-F359-934B-C3C7CA16BF39}"/>
              </a:ext>
            </a:extLst>
          </p:cNvPr>
          <p:cNvSpPr>
            <a:spLocks noGrp="1"/>
          </p:cNvSpPr>
          <p:nvPr>
            <p:ph idx="1"/>
          </p:nvPr>
        </p:nvSpPr>
        <p:spPr>
          <a:xfrm>
            <a:off x="476843" y="1491916"/>
            <a:ext cx="11241915" cy="4685047"/>
          </a:xfrm>
        </p:spPr>
        <p:txBody>
          <a:bodyPr/>
          <a:lstStyle/>
          <a:p>
            <a:r>
              <a:rPr lang="en-US" altLang="zh-CN" dirty="0">
                <a:cs typeface="Arial" panose="020B0604020202020204" pitchFamily="34" charset="0"/>
              </a:rPr>
              <a:t>With an AP, </a:t>
            </a:r>
            <a:r>
              <a:rPr lang="en-US" altLang="zh-CN" b="1" dirty="0">
                <a:cs typeface="Arial" panose="020B0604020202020204" pitchFamily="34" charset="0"/>
              </a:rPr>
              <a:t>all stations </a:t>
            </a:r>
            <a:r>
              <a:rPr lang="en-US" altLang="zh-CN" dirty="0">
                <a:cs typeface="Arial" panose="020B0604020202020204" pitchFamily="34" charset="0"/>
              </a:rPr>
              <a:t>hear all network data being transmitted</a:t>
            </a:r>
          </a:p>
          <a:p>
            <a:r>
              <a:rPr lang="en-US" altLang="zh-CN" dirty="0">
                <a:cs typeface="Arial" panose="020B0604020202020204" pitchFamily="34" charset="0"/>
              </a:rPr>
              <a:t>The following is an extra step that is required:</a:t>
            </a:r>
          </a:p>
          <a:p>
            <a:pPr lvl="1"/>
            <a:r>
              <a:rPr lang="en-US" altLang="zh-CN" sz="2200" dirty="0">
                <a:cs typeface="Arial" panose="020B0604020202020204" pitchFamily="34" charset="0"/>
              </a:rPr>
              <a:t>The </a:t>
            </a:r>
            <a:r>
              <a:rPr lang="en-US" altLang="zh-CN" sz="2200" b="1" dirty="0">
                <a:cs typeface="Arial" panose="020B0604020202020204" pitchFamily="34" charset="0"/>
              </a:rPr>
              <a:t>receiving device sends </a:t>
            </a:r>
            <a:r>
              <a:rPr lang="en-US" altLang="zh-CN" sz="2200" dirty="0">
                <a:cs typeface="Arial" panose="020B0604020202020204" pitchFamily="34" charset="0"/>
              </a:rPr>
              <a:t>an acknowledgement back to the sending device to indicate successful reception</a:t>
            </a:r>
          </a:p>
          <a:p>
            <a:r>
              <a:rPr lang="en-US" altLang="zh-CN" dirty="0">
                <a:cs typeface="Arial" panose="020B0604020202020204" pitchFamily="34" charset="0"/>
              </a:rPr>
              <a:t>Some configurations require additional handshaking: </a:t>
            </a:r>
          </a:p>
          <a:p>
            <a:pPr lvl="1"/>
            <a:r>
              <a:rPr lang="en-US" altLang="zh-CN" sz="2200" dirty="0">
                <a:cs typeface="Arial" panose="020B0604020202020204" pitchFamily="34" charset="0"/>
              </a:rPr>
              <a:t>The sending station must send a </a:t>
            </a:r>
            <a:r>
              <a:rPr lang="en-US" altLang="zh-CN" sz="2200" b="1" dirty="0">
                <a:cs typeface="Arial" panose="020B0604020202020204" pitchFamily="34" charset="0"/>
              </a:rPr>
              <a:t>request to send (RTS) </a:t>
            </a:r>
            <a:r>
              <a:rPr lang="en-US" altLang="zh-CN" sz="2200" dirty="0">
                <a:cs typeface="Arial" panose="020B0604020202020204" pitchFamily="34" charset="0"/>
              </a:rPr>
              <a:t>message and receive a </a:t>
            </a:r>
            <a:r>
              <a:rPr lang="en-US" altLang="zh-CN" sz="2200" b="1" dirty="0">
                <a:cs typeface="Arial" panose="020B0604020202020204" pitchFamily="34" charset="0"/>
              </a:rPr>
              <a:t>clear to send (CTS) </a:t>
            </a:r>
            <a:r>
              <a:rPr lang="en-US" altLang="zh-CN" sz="2200" dirty="0">
                <a:cs typeface="Arial" panose="020B0604020202020204" pitchFamily="34" charset="0"/>
              </a:rPr>
              <a:t>message before transmitting</a:t>
            </a:r>
          </a:p>
          <a:p>
            <a:pPr lvl="1"/>
            <a:r>
              <a:rPr lang="en-US" altLang="zh-CN" sz="2200" dirty="0">
                <a:cs typeface="Arial" panose="020B0604020202020204" pitchFamily="34" charset="0"/>
              </a:rPr>
              <a:t>The RTS/CTS ‘handshake’ lets all other stations know that another station is about to transmit</a:t>
            </a:r>
          </a:p>
          <a:p>
            <a:endParaRPr lang="en-US" dirty="0"/>
          </a:p>
        </p:txBody>
      </p:sp>
    </p:spTree>
    <p:extLst>
      <p:ext uri="{BB962C8B-B14F-4D97-AF65-F5344CB8AC3E}">
        <p14:creationId xmlns:p14="http://schemas.microsoft.com/office/powerpoint/2010/main" val="2331388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EA96B-3116-65F7-D402-ED0FE762B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7E009-2EFA-B62D-BE40-50DE2857C402}"/>
              </a:ext>
            </a:extLst>
          </p:cNvPr>
          <p:cNvSpPr>
            <a:spLocks noGrp="1"/>
          </p:cNvSpPr>
          <p:nvPr>
            <p:ph type="title"/>
          </p:nvPr>
        </p:nvSpPr>
        <p:spPr/>
        <p:txBody>
          <a:bodyPr/>
          <a:lstStyle/>
          <a:p>
            <a:r>
              <a:rPr lang="en-US" dirty="0"/>
              <a:t>Basic AP Operation (2 of 2)</a:t>
            </a:r>
          </a:p>
        </p:txBody>
      </p:sp>
      <p:sp>
        <p:nvSpPr>
          <p:cNvPr id="3" name="Content Placeholder 2">
            <a:extLst>
              <a:ext uri="{FF2B5EF4-FFF2-40B4-BE49-F238E27FC236}">
                <a16:creationId xmlns:a16="http://schemas.microsoft.com/office/drawing/2014/main" id="{CE1447F1-F54C-32CF-49D6-CD70B2730836}"/>
              </a:ext>
            </a:extLst>
          </p:cNvPr>
          <p:cNvSpPr>
            <a:spLocks noGrp="1"/>
          </p:cNvSpPr>
          <p:nvPr>
            <p:ph idx="1"/>
          </p:nvPr>
        </p:nvSpPr>
        <p:spPr>
          <a:xfrm>
            <a:off x="476843" y="1347537"/>
            <a:ext cx="11241915" cy="4829426"/>
          </a:xfrm>
        </p:spPr>
        <p:txBody>
          <a:bodyPr/>
          <a:lstStyle/>
          <a:p>
            <a:r>
              <a:rPr lang="en-US" altLang="zh-CN" dirty="0">
                <a:cs typeface="Arial" panose="020B0604020202020204" pitchFamily="34" charset="0"/>
              </a:rPr>
              <a:t>All the extra chatter required to send data in a wireless network </a:t>
            </a:r>
            <a:r>
              <a:rPr lang="en-US" altLang="zh-CN" b="1" dirty="0">
                <a:cs typeface="Arial" panose="020B0604020202020204" pitchFamily="34" charset="0"/>
              </a:rPr>
              <a:t>slows communication</a:t>
            </a:r>
            <a:r>
              <a:rPr lang="en-US" altLang="zh-CN" dirty="0">
                <a:cs typeface="Arial" panose="020B0604020202020204" pitchFamily="34" charset="0"/>
              </a:rPr>
              <a:t> </a:t>
            </a:r>
          </a:p>
          <a:p>
            <a:pPr lvl="1"/>
            <a:r>
              <a:rPr lang="en-US" altLang="zh-CN" sz="2200" dirty="0">
                <a:cs typeface="Arial" panose="020B0604020202020204" pitchFamily="34" charset="0"/>
              </a:rPr>
              <a:t>The effective bandwidth is about </a:t>
            </a:r>
            <a:r>
              <a:rPr lang="en-US" altLang="zh-CN" sz="2200" b="1" dirty="0">
                <a:cs typeface="Arial" panose="020B0604020202020204" pitchFamily="34" charset="0"/>
              </a:rPr>
              <a:t>half the physical bandwidth</a:t>
            </a:r>
          </a:p>
          <a:p>
            <a:r>
              <a:rPr lang="en-US" altLang="zh-CN" dirty="0">
                <a:cs typeface="Arial" panose="020B0604020202020204" pitchFamily="34" charset="0"/>
              </a:rPr>
              <a:t>Most APs operate from 11Mbps to several Gbps</a:t>
            </a:r>
          </a:p>
          <a:p>
            <a:pPr lvl="1"/>
            <a:r>
              <a:rPr lang="en-US" altLang="zh-CN" sz="2200" dirty="0">
                <a:cs typeface="Arial" panose="020B0604020202020204" pitchFamily="34" charset="0"/>
              </a:rPr>
              <a:t>A common operating speed is </a:t>
            </a:r>
            <a:r>
              <a:rPr lang="en-US" altLang="zh-CN" sz="2200" b="1" dirty="0">
                <a:cs typeface="Arial" panose="020B0604020202020204" pitchFamily="34" charset="0"/>
              </a:rPr>
              <a:t>200 Mbps</a:t>
            </a:r>
          </a:p>
          <a:p>
            <a:r>
              <a:rPr lang="en-US" altLang="zh-CN" dirty="0">
                <a:cs typeface="Arial" panose="020B0604020202020204" pitchFamily="34" charset="0"/>
              </a:rPr>
              <a:t>A wireless AP operating at 200 Mbps shares this with all computers in the wireless network</a:t>
            </a:r>
          </a:p>
          <a:p>
            <a:pPr lvl="1"/>
            <a:r>
              <a:rPr lang="en-US" altLang="zh-CN" sz="2200" dirty="0">
                <a:cs typeface="Arial" panose="020B0604020202020204" pitchFamily="34" charset="0"/>
              </a:rPr>
              <a:t>If 10 stations are connected to a 200 Mbps wireless network, each station has 20 Mbps of </a:t>
            </a:r>
            <a:r>
              <a:rPr lang="en-US" altLang="zh-CN" sz="2200" b="1" dirty="0">
                <a:cs typeface="Arial" panose="020B0604020202020204" pitchFamily="34" charset="0"/>
              </a:rPr>
              <a:t>effective bandwidth</a:t>
            </a:r>
            <a:endParaRPr lang="en-US" b="1" dirty="0"/>
          </a:p>
        </p:txBody>
      </p:sp>
    </p:spTree>
    <p:extLst>
      <p:ext uri="{BB962C8B-B14F-4D97-AF65-F5344CB8AC3E}">
        <p14:creationId xmlns:p14="http://schemas.microsoft.com/office/powerpoint/2010/main" val="231300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7B2DC-D3C2-E59A-9094-498E9F0CCCE1}"/>
              </a:ext>
            </a:extLst>
          </p:cNvPr>
          <p:cNvSpPr>
            <a:spLocks noGrp="1"/>
          </p:cNvSpPr>
          <p:nvPr>
            <p:ph type="title"/>
          </p:nvPr>
        </p:nvSpPr>
        <p:spPr/>
        <p:txBody>
          <a:bodyPr/>
          <a:lstStyle/>
          <a:p>
            <a:r>
              <a:rPr lang="en-US" dirty="0"/>
              <a:t>NIC Basics (1 of 6)</a:t>
            </a:r>
          </a:p>
        </p:txBody>
      </p:sp>
      <p:sp>
        <p:nvSpPr>
          <p:cNvPr id="3" name="Content Placeholder 2">
            <a:extLst>
              <a:ext uri="{FF2B5EF4-FFF2-40B4-BE49-F238E27FC236}">
                <a16:creationId xmlns:a16="http://schemas.microsoft.com/office/drawing/2014/main" id="{069E1751-33BA-4F97-9E82-90FABA312165}"/>
              </a:ext>
            </a:extLst>
          </p:cNvPr>
          <p:cNvSpPr>
            <a:spLocks noGrp="1"/>
          </p:cNvSpPr>
          <p:nvPr>
            <p:ph idx="1"/>
          </p:nvPr>
        </p:nvSpPr>
        <p:spPr>
          <a:xfrm>
            <a:off x="476843" y="1455821"/>
            <a:ext cx="11241915" cy="4721142"/>
          </a:xfrm>
        </p:spPr>
        <p:txBody>
          <a:bodyPr/>
          <a:lstStyle/>
          <a:p>
            <a:r>
              <a:rPr lang="en-US" dirty="0"/>
              <a:t>Most NICs are built into a computer’s motherboard</a:t>
            </a:r>
          </a:p>
          <a:p>
            <a:pPr lvl="1"/>
            <a:r>
              <a:rPr lang="en-US" sz="2200" dirty="0"/>
              <a:t>They occasionally fail or additional NICs are needed for an application</a:t>
            </a:r>
          </a:p>
          <a:p>
            <a:pPr lvl="1"/>
            <a:r>
              <a:rPr lang="en-US" sz="2200" dirty="0"/>
              <a:t>It is important to know how to install a new NIC</a:t>
            </a:r>
          </a:p>
          <a:p>
            <a:r>
              <a:rPr lang="en-US" dirty="0"/>
              <a:t>Attaching a computer to a network requires a </a:t>
            </a:r>
            <a:r>
              <a:rPr lang="en-US" b="1" dirty="0"/>
              <a:t>network interface card </a:t>
            </a:r>
            <a:r>
              <a:rPr lang="en-US" dirty="0"/>
              <a:t>(</a:t>
            </a:r>
            <a:r>
              <a:rPr lang="en-US" b="1" dirty="0"/>
              <a:t>NIC</a:t>
            </a:r>
            <a:r>
              <a:rPr lang="en-US" dirty="0"/>
              <a:t>) to create and mediate the connection between a computer and the networking medium</a:t>
            </a:r>
          </a:p>
          <a:p>
            <a:pPr lvl="1"/>
            <a:r>
              <a:rPr lang="en-US" sz="2200" dirty="0"/>
              <a:t>Networking medium might be copper wire, fiber-optic cable, or airwaves</a:t>
            </a:r>
          </a:p>
          <a:p>
            <a:r>
              <a:rPr lang="en-US" dirty="0"/>
              <a:t>Data is represented as bit signals that the NIC transmits or receives</a:t>
            </a:r>
          </a:p>
          <a:p>
            <a:endParaRPr lang="en-US" dirty="0"/>
          </a:p>
        </p:txBody>
      </p:sp>
    </p:spTree>
    <p:extLst>
      <p:ext uri="{BB962C8B-B14F-4D97-AF65-F5344CB8AC3E}">
        <p14:creationId xmlns:p14="http://schemas.microsoft.com/office/powerpoint/2010/main" val="4029914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0B6E8-36B2-74E8-0C76-1E57D01D6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E22F8-8CB9-D896-E86D-3823B89C4629}"/>
              </a:ext>
            </a:extLst>
          </p:cNvPr>
          <p:cNvSpPr>
            <a:spLocks noGrp="1"/>
          </p:cNvSpPr>
          <p:nvPr>
            <p:ph type="title"/>
          </p:nvPr>
        </p:nvSpPr>
        <p:spPr/>
        <p:txBody>
          <a:bodyPr/>
          <a:lstStyle/>
          <a:p>
            <a:r>
              <a:rPr lang="en-US" dirty="0"/>
              <a:t>NIC Basics (2 of 6)</a:t>
            </a:r>
          </a:p>
        </p:txBody>
      </p:sp>
      <p:sp>
        <p:nvSpPr>
          <p:cNvPr id="3" name="Content Placeholder 2">
            <a:extLst>
              <a:ext uri="{FF2B5EF4-FFF2-40B4-BE49-F238E27FC236}">
                <a16:creationId xmlns:a16="http://schemas.microsoft.com/office/drawing/2014/main" id="{D81928C4-A315-8F03-EDBD-3164A99D565A}"/>
              </a:ext>
            </a:extLst>
          </p:cNvPr>
          <p:cNvSpPr>
            <a:spLocks noGrp="1"/>
          </p:cNvSpPr>
          <p:nvPr>
            <p:ph idx="1"/>
          </p:nvPr>
        </p:nvSpPr>
        <p:spPr>
          <a:xfrm>
            <a:off x="476843" y="1476531"/>
            <a:ext cx="11241915" cy="4700432"/>
          </a:xfrm>
        </p:spPr>
        <p:txBody>
          <a:bodyPr/>
          <a:lstStyle/>
          <a:p>
            <a:r>
              <a:rPr lang="en-US" dirty="0"/>
              <a:t>The tasks a </a:t>
            </a:r>
            <a:r>
              <a:rPr lang="en-US" b="1" dirty="0"/>
              <a:t>NIC and its driver </a:t>
            </a:r>
            <a:r>
              <a:rPr lang="en-US" dirty="0"/>
              <a:t>perform include the following:</a:t>
            </a:r>
          </a:p>
          <a:p>
            <a:pPr lvl="1"/>
            <a:r>
              <a:rPr lang="en-US" sz="2200" b="1" dirty="0"/>
              <a:t>Provide a connection </a:t>
            </a:r>
            <a:r>
              <a:rPr lang="en-US" sz="2200" dirty="0"/>
              <a:t>from the computer to network medium</a:t>
            </a:r>
          </a:p>
          <a:p>
            <a:pPr lvl="1"/>
            <a:r>
              <a:rPr lang="en-US" sz="2200" dirty="0"/>
              <a:t>For </a:t>
            </a:r>
            <a:r>
              <a:rPr lang="en-US" sz="2200" b="1" dirty="0"/>
              <a:t>incoming messages</a:t>
            </a:r>
            <a:r>
              <a:rPr lang="en-US" sz="2200" dirty="0"/>
              <a:t>, receive bit signals and assemble them into frames, verify the destination address and the error-checking code, remove frame header and trailer, and send the resulting packet to the network protocol</a:t>
            </a:r>
          </a:p>
          <a:p>
            <a:pPr lvl="1"/>
            <a:r>
              <a:rPr lang="en-US" sz="2200" dirty="0"/>
              <a:t>For </a:t>
            </a:r>
            <a:r>
              <a:rPr lang="en-US" sz="2200" b="1" dirty="0"/>
              <a:t>outgoing messages</a:t>
            </a:r>
            <a:r>
              <a:rPr lang="en-US" sz="2200" dirty="0"/>
              <a:t>, receive packets from network protocol and create frames by </a:t>
            </a:r>
            <a:r>
              <a:rPr lang="en-US" sz="2200" b="1" dirty="0"/>
              <a:t>adding MAC addresses </a:t>
            </a:r>
            <a:r>
              <a:rPr lang="en-US" sz="2200" dirty="0"/>
              <a:t>and the error-checking code</a:t>
            </a:r>
          </a:p>
          <a:p>
            <a:pPr lvl="1"/>
            <a:r>
              <a:rPr lang="en-US" sz="2200" b="1" dirty="0"/>
              <a:t>Convert </a:t>
            </a:r>
            <a:r>
              <a:rPr lang="en-US" sz="2200" dirty="0"/>
              <a:t>the frame into bit signals suitable for the medium and transmit them</a:t>
            </a:r>
          </a:p>
          <a:p>
            <a:endParaRPr lang="en-US" dirty="0"/>
          </a:p>
        </p:txBody>
      </p:sp>
    </p:spTree>
    <p:extLst>
      <p:ext uri="{BB962C8B-B14F-4D97-AF65-F5344CB8AC3E}">
        <p14:creationId xmlns:p14="http://schemas.microsoft.com/office/powerpoint/2010/main" val="4135342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6665-F86A-355E-E715-703763357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245FF-1BFD-5C7D-8DD8-3D218D346AF4}"/>
              </a:ext>
            </a:extLst>
          </p:cNvPr>
          <p:cNvSpPr>
            <a:spLocks noGrp="1"/>
          </p:cNvSpPr>
          <p:nvPr>
            <p:ph type="title"/>
          </p:nvPr>
        </p:nvSpPr>
        <p:spPr/>
        <p:txBody>
          <a:bodyPr/>
          <a:lstStyle/>
          <a:p>
            <a:r>
              <a:rPr lang="en-US" dirty="0"/>
              <a:t>NIC Basics (3 of 6)</a:t>
            </a:r>
          </a:p>
        </p:txBody>
      </p:sp>
      <p:sp>
        <p:nvSpPr>
          <p:cNvPr id="5" name="TextBox 4">
            <a:extLst>
              <a:ext uri="{FF2B5EF4-FFF2-40B4-BE49-F238E27FC236}">
                <a16:creationId xmlns:a16="http://schemas.microsoft.com/office/drawing/2014/main" id="{3750EE03-1646-A98E-D129-99939B678BC0}"/>
              </a:ext>
            </a:extLst>
          </p:cNvPr>
          <p:cNvSpPr txBox="1"/>
          <p:nvPr/>
        </p:nvSpPr>
        <p:spPr>
          <a:xfrm>
            <a:off x="7235317" y="2851156"/>
            <a:ext cx="4294598" cy="1200329"/>
          </a:xfrm>
          <a:prstGeom prst="rect">
            <a:avLst/>
          </a:prstGeom>
          <a:noFill/>
        </p:spPr>
        <p:txBody>
          <a:bodyPr wrap="square" rtlCol="0">
            <a:spAutoFit/>
          </a:bodyPr>
          <a:lstStyle/>
          <a:p>
            <a:r>
              <a:rPr lang="en-US" sz="2400" b="1" dirty="0">
                <a:latin typeface="Work Sans" pitchFamily="2" charset="0"/>
              </a:rPr>
              <a:t>Figure 2-10  </a:t>
            </a:r>
            <a:r>
              <a:rPr lang="en-US" sz="2400" dirty="0">
                <a:latin typeface="Work Sans" pitchFamily="2" charset="0"/>
              </a:rPr>
              <a:t>A NIC handles incoming data from the network medium</a:t>
            </a:r>
          </a:p>
        </p:txBody>
      </p:sp>
      <p:pic>
        <p:nvPicPr>
          <p:cNvPr id="4" name="Picture 3" descr="A depiction of a Network Interface Card handling incoming data. Bit signals from the network medium arrive at the Network Interface card. The Network Interface Card carries out the following functions. Converts bit signals to frame. Verifies MAC address. Removes frame header and trailer. Sends a packet to the network protocol. Verifies C R C. The data frame received by the Network Interface Card has the following information. Destination MAC: 0 0 colon D 0 colon B A colon 17 colon 34 colon A D. Source MAC: 0 0 colon 0 2 colon 17 colon 59 colon 82 colon 63. Destination I P: 192 dot 168 dot 10 dot 3. Source I P: 192 dot 168 dot 10 dot 1. Data: I C M P Echo Request. Error Check: C R C. The destination and Source MAC addresses together form the frame header. The Error check data forms the frame trailer. The Network Interface card removes the frame header and trailer and transfers a packet to the network protocol. This packet contains the destination and source I P addresses and data components alone.&#10;">
            <a:extLst>
              <a:ext uri="{FF2B5EF4-FFF2-40B4-BE49-F238E27FC236}">
                <a16:creationId xmlns:a16="http://schemas.microsoft.com/office/drawing/2014/main" id="{ACA70614-6091-65D9-EEBB-65B45427DB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72699" y="1712505"/>
            <a:ext cx="4616944" cy="3477630"/>
          </a:xfrm>
          <a:prstGeom prst="rect">
            <a:avLst/>
          </a:prstGeom>
        </p:spPr>
      </p:pic>
    </p:spTree>
    <p:extLst>
      <p:ext uri="{BB962C8B-B14F-4D97-AF65-F5344CB8AC3E}">
        <p14:creationId xmlns:p14="http://schemas.microsoft.com/office/powerpoint/2010/main" val="1145398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BACDD-05C2-B79A-EC8F-C46FA9A179DF}"/>
              </a:ext>
            </a:extLst>
          </p:cNvPr>
          <p:cNvSpPr>
            <a:spLocks noGrp="1"/>
          </p:cNvSpPr>
          <p:nvPr>
            <p:ph type="title"/>
          </p:nvPr>
        </p:nvSpPr>
        <p:spPr/>
        <p:txBody>
          <a:bodyPr/>
          <a:lstStyle/>
          <a:p>
            <a:r>
              <a:rPr lang="en-US" dirty="0"/>
              <a:t>NIC Basics (4 of 6)</a:t>
            </a:r>
          </a:p>
        </p:txBody>
      </p:sp>
      <p:sp>
        <p:nvSpPr>
          <p:cNvPr id="3" name="Content Placeholder 2">
            <a:extLst>
              <a:ext uri="{FF2B5EF4-FFF2-40B4-BE49-F238E27FC236}">
                <a16:creationId xmlns:a16="http://schemas.microsoft.com/office/drawing/2014/main" id="{2C9E54D6-B374-F031-84F7-104525ABABEE}"/>
              </a:ext>
            </a:extLst>
          </p:cNvPr>
          <p:cNvSpPr>
            <a:spLocks noGrp="1"/>
          </p:cNvSpPr>
          <p:nvPr>
            <p:ph idx="1"/>
          </p:nvPr>
        </p:nvSpPr>
        <p:spPr>
          <a:xfrm>
            <a:off x="476843" y="1506511"/>
            <a:ext cx="11241915" cy="4670452"/>
          </a:xfrm>
        </p:spPr>
        <p:txBody>
          <a:bodyPr/>
          <a:lstStyle/>
          <a:p>
            <a:r>
              <a:rPr lang="en-US" b="1" dirty="0"/>
              <a:t>NIC manufacturers </a:t>
            </a:r>
            <a:r>
              <a:rPr lang="en-US" dirty="0"/>
              <a:t>ensure that every NIC produced has a unique address </a:t>
            </a:r>
          </a:p>
          <a:p>
            <a:pPr lvl="1"/>
            <a:r>
              <a:rPr lang="en-US" sz="2200" dirty="0"/>
              <a:t>Networks won’t function correctly if duplicate MAC addresses exist</a:t>
            </a:r>
          </a:p>
          <a:p>
            <a:pPr lvl="1"/>
            <a:r>
              <a:rPr lang="en-US" sz="2200" dirty="0"/>
              <a:t>A MAC address is stored in </a:t>
            </a:r>
            <a:r>
              <a:rPr lang="en-US" sz="2200" b="1" dirty="0"/>
              <a:t>nonvolatile memory </a:t>
            </a:r>
            <a:r>
              <a:rPr lang="en-US" sz="2200" dirty="0"/>
              <a:t>on the NIC</a:t>
            </a:r>
          </a:p>
          <a:p>
            <a:r>
              <a:rPr lang="en-US" dirty="0"/>
              <a:t>The MAC address is composed of two </a:t>
            </a:r>
            <a:r>
              <a:rPr lang="en-US" b="1" dirty="0"/>
              <a:t>24-bit</a:t>
            </a:r>
            <a:r>
              <a:rPr lang="en-US" dirty="0"/>
              <a:t> hexadecimal numbers:</a:t>
            </a:r>
          </a:p>
          <a:p>
            <a:pPr lvl="1"/>
            <a:r>
              <a:rPr lang="en-US" sz="2200" dirty="0"/>
              <a:t>24-bit manufacturer ID called an organizationally unique identifier (OUI)</a:t>
            </a:r>
          </a:p>
          <a:p>
            <a:pPr lvl="1"/>
            <a:r>
              <a:rPr lang="en-US" sz="2200" dirty="0"/>
              <a:t>24-bit serial number assigned by the manufacturer</a:t>
            </a:r>
          </a:p>
          <a:p>
            <a:r>
              <a:rPr lang="en-US" dirty="0"/>
              <a:t>The 48-bit address is expressed in 12 hexadecimal digits, such as 04-40-31-5B-1A-C4</a:t>
            </a:r>
          </a:p>
          <a:p>
            <a:endParaRPr lang="en-US" dirty="0"/>
          </a:p>
        </p:txBody>
      </p:sp>
    </p:spTree>
    <p:extLst>
      <p:ext uri="{BB962C8B-B14F-4D97-AF65-F5344CB8AC3E}">
        <p14:creationId xmlns:p14="http://schemas.microsoft.com/office/powerpoint/2010/main" val="3648852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005D8-CE8B-09A4-0F46-CF529E9D6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BB06E-20D0-D68E-EB6D-568AA12BFD0B}"/>
              </a:ext>
            </a:extLst>
          </p:cNvPr>
          <p:cNvSpPr>
            <a:spLocks noGrp="1"/>
          </p:cNvSpPr>
          <p:nvPr>
            <p:ph type="title"/>
          </p:nvPr>
        </p:nvSpPr>
        <p:spPr/>
        <p:txBody>
          <a:bodyPr/>
          <a:lstStyle/>
          <a:p>
            <a:r>
              <a:rPr lang="en-US" dirty="0"/>
              <a:t>NIC Basics (5 of 6)</a:t>
            </a:r>
          </a:p>
        </p:txBody>
      </p:sp>
      <p:sp>
        <p:nvSpPr>
          <p:cNvPr id="3" name="Content Placeholder 2">
            <a:extLst>
              <a:ext uri="{FF2B5EF4-FFF2-40B4-BE49-F238E27FC236}">
                <a16:creationId xmlns:a16="http://schemas.microsoft.com/office/drawing/2014/main" id="{2E1587D1-F667-DBE7-B945-7118A95AE17A}"/>
              </a:ext>
            </a:extLst>
          </p:cNvPr>
          <p:cNvSpPr>
            <a:spLocks noGrp="1"/>
          </p:cNvSpPr>
          <p:nvPr>
            <p:ph idx="1"/>
          </p:nvPr>
        </p:nvSpPr>
        <p:spPr>
          <a:xfrm>
            <a:off x="476843" y="1409075"/>
            <a:ext cx="11241915" cy="4767888"/>
          </a:xfrm>
        </p:spPr>
        <p:txBody>
          <a:bodyPr/>
          <a:lstStyle/>
          <a:p>
            <a:r>
              <a:rPr lang="en-US" dirty="0"/>
              <a:t>When a </a:t>
            </a:r>
            <a:r>
              <a:rPr lang="en-US" b="1" dirty="0"/>
              <a:t>frame arrives at a NIC</a:t>
            </a:r>
            <a:r>
              <a:rPr lang="en-US" dirty="0"/>
              <a:t>, the NIC checks the frame’s destination MAC address to see whether it matches it’s built-in MAC address</a:t>
            </a:r>
          </a:p>
          <a:p>
            <a:r>
              <a:rPr lang="en-US" dirty="0"/>
              <a:t>The </a:t>
            </a:r>
            <a:r>
              <a:rPr lang="en-US" b="1" dirty="0"/>
              <a:t>NIC only permits inbound </a:t>
            </a:r>
            <a:r>
              <a:rPr lang="en-US" dirty="0"/>
              <a:t>communications if:</a:t>
            </a:r>
          </a:p>
          <a:p>
            <a:pPr lvl="1"/>
            <a:r>
              <a:rPr lang="en-US" sz="2200" dirty="0"/>
              <a:t>The destination MAC matches the NICs built-in address</a:t>
            </a:r>
          </a:p>
          <a:p>
            <a:pPr lvl="1"/>
            <a:r>
              <a:rPr lang="en-US" sz="2200" dirty="0"/>
              <a:t>The destination MAC is a broadcast address (FF-FF-FF-FF-FF-FF)</a:t>
            </a:r>
          </a:p>
          <a:p>
            <a:pPr lvl="1"/>
            <a:r>
              <a:rPr lang="en-US" sz="2200" dirty="0"/>
              <a:t>The NIC is in a special mode called promiscuous</a:t>
            </a:r>
          </a:p>
          <a:p>
            <a:r>
              <a:rPr lang="en-US" dirty="0"/>
              <a:t>A frame with a destination MAC address composed of all binary 1s or FF-FF-FF-FF-FF-FF in hexadecimal is a </a:t>
            </a:r>
            <a:r>
              <a:rPr lang="en-US" b="1" dirty="0"/>
              <a:t>broadcast frame</a:t>
            </a:r>
          </a:p>
          <a:p>
            <a:endParaRPr lang="en-US" dirty="0"/>
          </a:p>
        </p:txBody>
      </p:sp>
    </p:spTree>
    <p:extLst>
      <p:ext uri="{BB962C8B-B14F-4D97-AF65-F5344CB8AC3E}">
        <p14:creationId xmlns:p14="http://schemas.microsoft.com/office/powerpoint/2010/main" val="720603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6C412-56C0-4344-C1E0-6D3D55533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504C7-B22B-012E-BE05-A0FF76DCD724}"/>
              </a:ext>
            </a:extLst>
          </p:cNvPr>
          <p:cNvSpPr>
            <a:spLocks noGrp="1"/>
          </p:cNvSpPr>
          <p:nvPr>
            <p:ph type="title"/>
          </p:nvPr>
        </p:nvSpPr>
        <p:spPr/>
        <p:txBody>
          <a:bodyPr/>
          <a:lstStyle/>
          <a:p>
            <a:r>
              <a:rPr lang="en-US" dirty="0"/>
              <a:t>NIC Basics (6 of 6)</a:t>
            </a:r>
          </a:p>
        </p:txBody>
      </p:sp>
      <p:sp>
        <p:nvSpPr>
          <p:cNvPr id="3" name="Content Placeholder 2">
            <a:extLst>
              <a:ext uri="{FF2B5EF4-FFF2-40B4-BE49-F238E27FC236}">
                <a16:creationId xmlns:a16="http://schemas.microsoft.com/office/drawing/2014/main" id="{7CB6B006-B938-8C80-D84D-3D0A3F08C548}"/>
              </a:ext>
            </a:extLst>
          </p:cNvPr>
          <p:cNvSpPr>
            <a:spLocks noGrp="1"/>
          </p:cNvSpPr>
          <p:nvPr>
            <p:ph idx="1"/>
          </p:nvPr>
        </p:nvSpPr>
        <p:spPr>
          <a:xfrm>
            <a:off x="476843" y="1499016"/>
            <a:ext cx="11241915" cy="4677947"/>
          </a:xfrm>
        </p:spPr>
        <p:txBody>
          <a:bodyPr/>
          <a:lstStyle/>
          <a:p>
            <a:r>
              <a:rPr lang="en-US" dirty="0"/>
              <a:t>Destination MAC addresses intended for a single computer are called </a:t>
            </a:r>
            <a:r>
              <a:rPr lang="en-US" b="1" dirty="0"/>
              <a:t>unicast frames</a:t>
            </a:r>
          </a:p>
          <a:p>
            <a:r>
              <a:rPr lang="en-US" dirty="0"/>
              <a:t>Most NICs can operate in </a:t>
            </a:r>
            <a:r>
              <a:rPr lang="en-US" b="1" dirty="0"/>
              <a:t>promiscuous mode</a:t>
            </a:r>
          </a:p>
          <a:p>
            <a:pPr lvl="1"/>
            <a:r>
              <a:rPr lang="en-US" sz="2200" dirty="0"/>
              <a:t>This mode </a:t>
            </a:r>
            <a:r>
              <a:rPr lang="en-US" sz="2200" b="1" dirty="0"/>
              <a:t>turns off the gatekeeper functions </a:t>
            </a:r>
            <a:r>
              <a:rPr lang="en-US" sz="2200" dirty="0"/>
              <a:t>and enables the NIC to process all frames it sees</a:t>
            </a:r>
          </a:p>
          <a:p>
            <a:r>
              <a:rPr lang="en-US" dirty="0"/>
              <a:t>NICs have </a:t>
            </a:r>
            <a:r>
              <a:rPr lang="en-US" b="1" dirty="0"/>
              <a:t>indicator lights </a:t>
            </a:r>
            <a:r>
              <a:rPr lang="en-US" dirty="0"/>
              <a:t>to show status information</a:t>
            </a:r>
          </a:p>
          <a:p>
            <a:pPr lvl="1"/>
            <a:r>
              <a:rPr lang="en-US" sz="2200" dirty="0"/>
              <a:t>Usually a link status indicator and an activity indicator</a:t>
            </a:r>
          </a:p>
          <a:p>
            <a:r>
              <a:rPr lang="en-US" dirty="0"/>
              <a:t>The link light is usually green when the NIC has a valid connection to the network medium</a:t>
            </a:r>
          </a:p>
        </p:txBody>
      </p:sp>
    </p:spTree>
    <p:extLst>
      <p:ext uri="{BB962C8B-B14F-4D97-AF65-F5344CB8AC3E}">
        <p14:creationId xmlns:p14="http://schemas.microsoft.com/office/powerpoint/2010/main" val="3100890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8D7B1-C9D5-4B2A-14A3-050A1377025A}"/>
              </a:ext>
            </a:extLst>
          </p:cNvPr>
          <p:cNvSpPr>
            <a:spLocks noGrp="1"/>
          </p:cNvSpPr>
          <p:nvPr>
            <p:ph type="title"/>
          </p:nvPr>
        </p:nvSpPr>
        <p:spPr/>
        <p:txBody>
          <a:bodyPr/>
          <a:lstStyle/>
          <a:p>
            <a:r>
              <a:rPr lang="en-US" dirty="0"/>
              <a:t>Selecting a NIC</a:t>
            </a:r>
          </a:p>
        </p:txBody>
      </p:sp>
      <p:sp>
        <p:nvSpPr>
          <p:cNvPr id="3" name="Content Placeholder 2">
            <a:extLst>
              <a:ext uri="{FF2B5EF4-FFF2-40B4-BE49-F238E27FC236}">
                <a16:creationId xmlns:a16="http://schemas.microsoft.com/office/drawing/2014/main" id="{683A9137-3A31-3407-C819-2B2FFF5D285F}"/>
              </a:ext>
            </a:extLst>
          </p:cNvPr>
          <p:cNvSpPr>
            <a:spLocks noGrp="1"/>
          </p:cNvSpPr>
          <p:nvPr>
            <p:ph idx="1"/>
          </p:nvPr>
        </p:nvSpPr>
        <p:spPr>
          <a:xfrm>
            <a:off x="476843" y="1543987"/>
            <a:ext cx="11241915" cy="4632976"/>
          </a:xfrm>
        </p:spPr>
        <p:txBody>
          <a:bodyPr/>
          <a:lstStyle/>
          <a:p>
            <a:r>
              <a:rPr lang="en-US" dirty="0"/>
              <a:t>NICs are often </a:t>
            </a:r>
            <a:r>
              <a:rPr lang="en-US" b="1" dirty="0"/>
              <a:t>built into motherboard</a:t>
            </a:r>
          </a:p>
          <a:p>
            <a:pPr lvl="1"/>
            <a:r>
              <a:rPr lang="en-US" sz="2200" dirty="0"/>
              <a:t>However, an additional NIC or a faster NIC may need to be installed</a:t>
            </a:r>
          </a:p>
          <a:p>
            <a:r>
              <a:rPr lang="en-US" dirty="0"/>
              <a:t>When selecting a NIC you need to select </a:t>
            </a:r>
            <a:r>
              <a:rPr lang="en-US" b="1" dirty="0"/>
              <a:t>correct bus interface</a:t>
            </a:r>
          </a:p>
          <a:p>
            <a:pPr lvl="1"/>
            <a:r>
              <a:rPr lang="en-US" sz="2200" dirty="0"/>
              <a:t>The </a:t>
            </a:r>
            <a:r>
              <a:rPr lang="en-US" sz="2200" b="1" dirty="0"/>
              <a:t>connection</a:t>
            </a:r>
            <a:r>
              <a:rPr lang="en-US" sz="2200" dirty="0"/>
              <a:t> the NIC makes to the motherboard is the </a:t>
            </a:r>
            <a:r>
              <a:rPr lang="en-US" sz="2200" b="1" dirty="0"/>
              <a:t>bus connection</a:t>
            </a:r>
          </a:p>
          <a:p>
            <a:r>
              <a:rPr lang="en-US" dirty="0"/>
              <a:t>The NIC driver (</a:t>
            </a:r>
            <a:r>
              <a:rPr lang="en-US" b="1" dirty="0"/>
              <a:t>software</a:t>
            </a:r>
            <a:r>
              <a:rPr lang="en-US" dirty="0"/>
              <a:t>) must be available for your OS</a:t>
            </a:r>
          </a:p>
          <a:p>
            <a:r>
              <a:rPr lang="en-US" dirty="0"/>
              <a:t>For desktops, a standard NIC is good enough</a:t>
            </a:r>
          </a:p>
          <a:p>
            <a:r>
              <a:rPr lang="en-US" dirty="0"/>
              <a:t>For servers, consider a NIC that has onboard memory, multiple ports and connects at </a:t>
            </a:r>
            <a:r>
              <a:rPr lang="en-US" b="1" dirty="0"/>
              <a:t>10 Gbps </a:t>
            </a:r>
            <a:r>
              <a:rPr lang="en-US" dirty="0"/>
              <a:t>and supports advanced features</a:t>
            </a:r>
          </a:p>
          <a:p>
            <a:endParaRPr lang="en-US" dirty="0"/>
          </a:p>
        </p:txBody>
      </p:sp>
    </p:spTree>
    <p:extLst>
      <p:ext uri="{BB962C8B-B14F-4D97-AF65-F5344CB8AC3E}">
        <p14:creationId xmlns:p14="http://schemas.microsoft.com/office/powerpoint/2010/main" val="814869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10F8-3134-3A90-C83B-562A1A4059AE}"/>
              </a:ext>
            </a:extLst>
          </p:cNvPr>
          <p:cNvSpPr>
            <a:spLocks noGrp="1"/>
          </p:cNvSpPr>
          <p:nvPr>
            <p:ph type="title"/>
          </p:nvPr>
        </p:nvSpPr>
        <p:spPr/>
        <p:txBody>
          <a:bodyPr/>
          <a:lstStyle/>
          <a:p>
            <a:r>
              <a:rPr lang="en-US" dirty="0"/>
              <a:t>NIC Drivers (1 of 2)</a:t>
            </a:r>
          </a:p>
        </p:txBody>
      </p:sp>
      <p:sp>
        <p:nvSpPr>
          <p:cNvPr id="3" name="Content Placeholder 2">
            <a:extLst>
              <a:ext uri="{FF2B5EF4-FFF2-40B4-BE49-F238E27FC236}">
                <a16:creationId xmlns:a16="http://schemas.microsoft.com/office/drawing/2014/main" id="{616D826D-5675-1859-E584-6094E55AF343}"/>
              </a:ext>
            </a:extLst>
          </p:cNvPr>
          <p:cNvSpPr>
            <a:spLocks noGrp="1"/>
          </p:cNvSpPr>
          <p:nvPr>
            <p:ph idx="1"/>
          </p:nvPr>
        </p:nvSpPr>
        <p:spPr>
          <a:xfrm>
            <a:off x="476843" y="1514007"/>
            <a:ext cx="11241915" cy="4662956"/>
          </a:xfrm>
        </p:spPr>
        <p:txBody>
          <a:bodyPr/>
          <a:lstStyle/>
          <a:p>
            <a:r>
              <a:rPr lang="en-US" dirty="0"/>
              <a:t>Most OSs ship with drivers for a wide range of NICs</a:t>
            </a:r>
          </a:p>
          <a:p>
            <a:pPr lvl="1"/>
            <a:r>
              <a:rPr lang="en-US" sz="2200" dirty="0"/>
              <a:t>Most NICs include drivers for the most common OSs</a:t>
            </a:r>
          </a:p>
          <a:p>
            <a:pPr lvl="1"/>
            <a:r>
              <a:rPr lang="en-US" sz="2200" dirty="0"/>
              <a:t>In most cases you only need to install the NIC and restart your computer</a:t>
            </a:r>
          </a:p>
          <a:p>
            <a:pPr lvl="1"/>
            <a:r>
              <a:rPr lang="en-US" sz="2200" dirty="0"/>
              <a:t>If the OS has a suitable driver available, it is installed automatically</a:t>
            </a:r>
          </a:p>
          <a:p>
            <a:r>
              <a:rPr lang="en-US" dirty="0"/>
              <a:t>After installation, the NIC is usually ready to function without further configuration</a:t>
            </a:r>
          </a:p>
          <a:p>
            <a:r>
              <a:rPr lang="en-US" dirty="0"/>
              <a:t>In Windows 11, you can verify that the NIC is installed in the Network &amp; internet settings window</a:t>
            </a:r>
          </a:p>
        </p:txBody>
      </p:sp>
    </p:spTree>
    <p:extLst>
      <p:ext uri="{BB962C8B-B14F-4D97-AF65-F5344CB8AC3E}">
        <p14:creationId xmlns:p14="http://schemas.microsoft.com/office/powerpoint/2010/main" val="4267075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NIC Drivers (2 of 2)</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2-12  </a:t>
            </a:r>
            <a:r>
              <a:rPr lang="en-US" sz="2400" dirty="0">
                <a:latin typeface="Work Sans" pitchFamily="2" charset="0"/>
              </a:rPr>
              <a:t>The Network &amp; internet settings in Windows 11</a:t>
            </a:r>
          </a:p>
        </p:txBody>
      </p:sp>
      <p:pic>
        <p:nvPicPr>
          <p:cNvPr id="4" name="Picture 3" descr="The Network and internet settings page in Windows 11. Ethernet, V P N, Proxy, Dial-up, and Advanced Sharing Settings are visible in the page. The properties of the network and data usage in the past 30 days are also displayed.&#10;">
            <a:extLst>
              <a:ext uri="{FF2B5EF4-FFF2-40B4-BE49-F238E27FC236}">
                <a16:creationId xmlns:a16="http://schemas.microsoft.com/office/drawing/2014/main" id="{4599B205-8B1F-319E-E1AB-8757885FBC8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79292" y="1069521"/>
            <a:ext cx="5891134" cy="4430769"/>
          </a:xfrm>
          <a:prstGeom prst="rect">
            <a:avLst/>
          </a:prstGeom>
        </p:spPr>
      </p:pic>
    </p:spTree>
    <p:extLst>
      <p:ext uri="{BB962C8B-B14F-4D97-AF65-F5344CB8AC3E}">
        <p14:creationId xmlns:p14="http://schemas.microsoft.com/office/powerpoint/2010/main" val="3289532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810F8-9C3D-94C2-C623-3E111224B7A1}"/>
              </a:ext>
            </a:extLst>
          </p:cNvPr>
          <p:cNvSpPr>
            <a:spLocks noGrp="1"/>
          </p:cNvSpPr>
          <p:nvPr>
            <p:ph type="title"/>
          </p:nvPr>
        </p:nvSpPr>
        <p:spPr/>
        <p:txBody>
          <a:bodyPr/>
          <a:lstStyle/>
          <a:p>
            <a:r>
              <a:rPr lang="en-US" dirty="0"/>
              <a:t>Wireless NICs</a:t>
            </a:r>
          </a:p>
        </p:txBody>
      </p:sp>
      <p:sp>
        <p:nvSpPr>
          <p:cNvPr id="3" name="Content Placeholder 2">
            <a:extLst>
              <a:ext uri="{FF2B5EF4-FFF2-40B4-BE49-F238E27FC236}">
                <a16:creationId xmlns:a16="http://schemas.microsoft.com/office/drawing/2014/main" id="{4570F652-E442-9819-162A-385333FBC352}"/>
              </a:ext>
            </a:extLst>
          </p:cNvPr>
          <p:cNvSpPr>
            <a:spLocks noGrp="1"/>
          </p:cNvSpPr>
          <p:nvPr>
            <p:ph idx="1"/>
          </p:nvPr>
        </p:nvSpPr>
        <p:spPr>
          <a:xfrm>
            <a:off x="476843" y="1409075"/>
            <a:ext cx="11241915" cy="4767888"/>
          </a:xfrm>
        </p:spPr>
        <p:txBody>
          <a:bodyPr/>
          <a:lstStyle/>
          <a:p>
            <a:r>
              <a:rPr lang="en-US" altLang="zh-CN" b="1" dirty="0">
                <a:cs typeface="Arial" panose="020B0604020202020204" pitchFamily="34" charset="0"/>
              </a:rPr>
              <a:t>Wireless NICs </a:t>
            </a:r>
            <a:r>
              <a:rPr lang="en-US" altLang="zh-CN" dirty="0">
                <a:cs typeface="Arial" panose="020B0604020202020204" pitchFamily="34" charset="0"/>
              </a:rPr>
              <a:t>must be chosen </a:t>
            </a:r>
            <a:r>
              <a:rPr lang="en-US" altLang="zh-CN" b="1" dirty="0">
                <a:cs typeface="Arial" panose="020B0604020202020204" pitchFamily="34" charset="0"/>
              </a:rPr>
              <a:t>according to type </a:t>
            </a:r>
            <a:r>
              <a:rPr lang="en-US" altLang="zh-CN" dirty="0">
                <a:cs typeface="Arial" panose="020B0604020202020204" pitchFamily="34" charset="0"/>
              </a:rPr>
              <a:t>of wireless AP being used</a:t>
            </a:r>
          </a:p>
          <a:p>
            <a:r>
              <a:rPr lang="en-US" altLang="zh-CN" dirty="0">
                <a:cs typeface="Arial" panose="020B0604020202020204" pitchFamily="34" charset="0"/>
              </a:rPr>
              <a:t>Typical are Wireless-n, 802.11ac or 802.11ax</a:t>
            </a:r>
          </a:p>
          <a:p>
            <a:pPr lvl="1"/>
            <a:r>
              <a:rPr lang="en-US" altLang="zh-CN" sz="2200" dirty="0">
                <a:cs typeface="Arial" panose="020B0604020202020204" pitchFamily="34" charset="0"/>
              </a:rPr>
              <a:t>The </a:t>
            </a:r>
            <a:r>
              <a:rPr lang="en-US" altLang="zh-CN" sz="2200" b="1" dirty="0">
                <a:cs typeface="Arial" panose="020B0604020202020204" pitchFamily="34" charset="0"/>
              </a:rPr>
              <a:t>letters after 802.11 </a:t>
            </a:r>
            <a:r>
              <a:rPr lang="en-US" altLang="zh-CN" sz="2200" dirty="0">
                <a:cs typeface="Arial" panose="020B0604020202020204" pitchFamily="34" charset="0"/>
              </a:rPr>
              <a:t>refer to the wireless networking standard the device supports</a:t>
            </a:r>
          </a:p>
          <a:p>
            <a:r>
              <a:rPr lang="en-US" altLang="zh-CN" dirty="0">
                <a:cs typeface="Arial" panose="020B0604020202020204" pitchFamily="34" charset="0"/>
              </a:rPr>
              <a:t>Wireless NICs connect to a network using </a:t>
            </a:r>
            <a:r>
              <a:rPr lang="en-US" altLang="zh-CN" b="1" dirty="0">
                <a:cs typeface="Arial" panose="020B0604020202020204" pitchFamily="34" charset="0"/>
              </a:rPr>
              <a:t>service set identifier (SSID)</a:t>
            </a:r>
          </a:p>
          <a:p>
            <a:pPr lvl="1"/>
            <a:r>
              <a:rPr lang="en-US" altLang="zh-CN" sz="2200" b="1" dirty="0">
                <a:cs typeface="Arial" panose="020B0604020202020204" pitchFamily="34" charset="0"/>
              </a:rPr>
              <a:t>SSID</a:t>
            </a:r>
            <a:r>
              <a:rPr lang="en-US" altLang="zh-CN" sz="2200" dirty="0">
                <a:cs typeface="Arial" panose="020B0604020202020204" pitchFamily="34" charset="0"/>
              </a:rPr>
              <a:t> is the name assigned to the wireless network</a:t>
            </a:r>
          </a:p>
          <a:p>
            <a:r>
              <a:rPr lang="en-US" altLang="zh-CN" dirty="0">
                <a:cs typeface="Arial" panose="020B0604020202020204" pitchFamily="34" charset="0"/>
              </a:rPr>
              <a:t>You may also need to enter a security key or a username and password, depending on the network’s security configuration</a:t>
            </a:r>
            <a:endParaRPr lang="en-US" dirty="0"/>
          </a:p>
        </p:txBody>
      </p:sp>
    </p:spTree>
    <p:extLst>
      <p:ext uri="{BB962C8B-B14F-4D97-AF65-F5344CB8AC3E}">
        <p14:creationId xmlns:p14="http://schemas.microsoft.com/office/powerpoint/2010/main" val="63216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61C9-920B-9B61-35FD-5E9D6DB49F9F}"/>
              </a:ext>
            </a:extLst>
          </p:cNvPr>
          <p:cNvSpPr>
            <a:spLocks noGrp="1"/>
          </p:cNvSpPr>
          <p:nvPr>
            <p:ph type="title"/>
          </p:nvPr>
        </p:nvSpPr>
        <p:spPr/>
        <p:txBody>
          <a:bodyPr/>
          <a:lstStyle/>
          <a:p>
            <a:r>
              <a:rPr lang="en-US" dirty="0"/>
              <a:t>Routers (1 of 3)</a:t>
            </a:r>
          </a:p>
        </p:txBody>
      </p:sp>
      <p:sp>
        <p:nvSpPr>
          <p:cNvPr id="3" name="Content Placeholder 2">
            <a:extLst>
              <a:ext uri="{FF2B5EF4-FFF2-40B4-BE49-F238E27FC236}">
                <a16:creationId xmlns:a16="http://schemas.microsoft.com/office/drawing/2014/main" id="{61290824-28C7-6C04-4DEE-AB801B639DEE}"/>
              </a:ext>
            </a:extLst>
          </p:cNvPr>
          <p:cNvSpPr>
            <a:spLocks noGrp="1"/>
          </p:cNvSpPr>
          <p:nvPr>
            <p:ph idx="1"/>
          </p:nvPr>
        </p:nvSpPr>
        <p:spPr>
          <a:xfrm>
            <a:off x="476843" y="1690692"/>
            <a:ext cx="11241915" cy="4486271"/>
          </a:xfrm>
        </p:spPr>
        <p:txBody>
          <a:bodyPr/>
          <a:lstStyle/>
          <a:p>
            <a:r>
              <a:rPr lang="en-US" b="1" dirty="0"/>
              <a:t>Routers</a:t>
            </a:r>
            <a:r>
              <a:rPr lang="en-US" dirty="0"/>
              <a:t> are the </a:t>
            </a:r>
            <a:r>
              <a:rPr lang="en-US" b="1" dirty="0"/>
              <a:t>most complex devices </a:t>
            </a:r>
            <a:r>
              <a:rPr lang="en-US" dirty="0"/>
              <a:t>in this chapter</a:t>
            </a:r>
          </a:p>
          <a:p>
            <a:r>
              <a:rPr lang="en-US" dirty="0"/>
              <a:t>Routers </a:t>
            </a:r>
            <a:r>
              <a:rPr lang="en-US" b="1" dirty="0"/>
              <a:t>connect LANs </a:t>
            </a:r>
            <a:r>
              <a:rPr lang="en-US" dirty="0"/>
              <a:t>together to create an </a:t>
            </a:r>
            <a:r>
              <a:rPr lang="en-US" b="1" dirty="0"/>
              <a:t>internet</a:t>
            </a:r>
            <a:r>
              <a:rPr lang="en-US" dirty="0"/>
              <a:t>work</a:t>
            </a:r>
          </a:p>
          <a:p>
            <a:r>
              <a:rPr lang="en-US" dirty="0"/>
              <a:t>They typically have </a:t>
            </a:r>
            <a:r>
              <a:rPr lang="en-US" b="1" dirty="0"/>
              <a:t>two or more network ports </a:t>
            </a:r>
            <a:r>
              <a:rPr lang="en-US" dirty="0"/>
              <a:t>to which switches or hubs are connected</a:t>
            </a:r>
          </a:p>
          <a:p>
            <a:r>
              <a:rPr lang="en-US" b="1" dirty="0"/>
              <a:t>Routers</a:t>
            </a:r>
            <a:r>
              <a:rPr lang="en-US" dirty="0"/>
              <a:t> are devices that </a:t>
            </a:r>
            <a:r>
              <a:rPr lang="en-US" b="1" dirty="0"/>
              <a:t>enable multiple LANs </a:t>
            </a:r>
            <a:r>
              <a:rPr lang="en-US" dirty="0"/>
              <a:t>to communicate with one another by forwarding packets from one LAN to another</a:t>
            </a:r>
          </a:p>
          <a:p>
            <a:endParaRPr lang="en-US" dirty="0"/>
          </a:p>
        </p:txBody>
      </p:sp>
    </p:spTree>
    <p:extLst>
      <p:ext uri="{BB962C8B-B14F-4D97-AF65-F5344CB8AC3E}">
        <p14:creationId xmlns:p14="http://schemas.microsoft.com/office/powerpoint/2010/main" val="2117018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E81D4-3CCB-50F9-D6EF-2E3F3C6B8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363CE-3B14-6BF6-01EA-6D9AA9B3CDDB}"/>
              </a:ext>
            </a:extLst>
          </p:cNvPr>
          <p:cNvSpPr>
            <a:spLocks noGrp="1"/>
          </p:cNvSpPr>
          <p:nvPr>
            <p:ph type="title"/>
          </p:nvPr>
        </p:nvSpPr>
        <p:spPr/>
        <p:txBody>
          <a:bodyPr/>
          <a:lstStyle/>
          <a:p>
            <a:r>
              <a:rPr lang="en-US" dirty="0"/>
              <a:t>Routers (2 of 3)</a:t>
            </a:r>
          </a:p>
        </p:txBody>
      </p:sp>
      <p:sp>
        <p:nvSpPr>
          <p:cNvPr id="5" name="TextBox 4">
            <a:extLst>
              <a:ext uri="{FF2B5EF4-FFF2-40B4-BE49-F238E27FC236}">
                <a16:creationId xmlns:a16="http://schemas.microsoft.com/office/drawing/2014/main" id="{F3FFD25F-490F-953F-4CED-1AE1CEA4086E}"/>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2-16  </a:t>
            </a:r>
            <a:r>
              <a:rPr lang="en-US" sz="2400" dirty="0">
                <a:latin typeface="Work Sans" pitchFamily="2" charset="0"/>
              </a:rPr>
              <a:t>Routers interconnect LANs to form the Internet</a:t>
            </a:r>
          </a:p>
        </p:txBody>
      </p:sp>
      <p:pic>
        <p:nvPicPr>
          <p:cNvPr id="4" name="Picture 3" descr="The Internet is made of routers that interconnect LANs. A small business network is connected an Internet Service Provider. The I S P is connected to several Internet routers. One of the routers is connected to a Web server that hosts the cengage.com website.">
            <a:extLst>
              <a:ext uri="{FF2B5EF4-FFF2-40B4-BE49-F238E27FC236}">
                <a16:creationId xmlns:a16="http://schemas.microsoft.com/office/drawing/2014/main" id="{76AD9B9D-FD03-DD4A-8989-046DC5CD1BB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93741" y="1484027"/>
            <a:ext cx="5128063" cy="3856856"/>
          </a:xfrm>
          <a:prstGeom prst="rect">
            <a:avLst/>
          </a:prstGeom>
        </p:spPr>
      </p:pic>
    </p:spTree>
    <p:extLst>
      <p:ext uri="{BB962C8B-B14F-4D97-AF65-F5344CB8AC3E}">
        <p14:creationId xmlns:p14="http://schemas.microsoft.com/office/powerpoint/2010/main" val="3701695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8623C-781E-E0DB-2048-131EB758C511}"/>
              </a:ext>
            </a:extLst>
          </p:cNvPr>
          <p:cNvSpPr>
            <a:spLocks noGrp="1"/>
          </p:cNvSpPr>
          <p:nvPr>
            <p:ph type="title"/>
          </p:nvPr>
        </p:nvSpPr>
        <p:spPr/>
        <p:txBody>
          <a:bodyPr/>
          <a:lstStyle/>
          <a:p>
            <a:r>
              <a:rPr lang="en-US" dirty="0"/>
              <a:t>Routers (3 of 3)</a:t>
            </a:r>
          </a:p>
        </p:txBody>
      </p:sp>
      <p:sp>
        <p:nvSpPr>
          <p:cNvPr id="3" name="Content Placeholder 2">
            <a:extLst>
              <a:ext uri="{FF2B5EF4-FFF2-40B4-BE49-F238E27FC236}">
                <a16:creationId xmlns:a16="http://schemas.microsoft.com/office/drawing/2014/main" id="{D6DECB8A-E997-8B8B-429A-45499C873683}"/>
              </a:ext>
            </a:extLst>
          </p:cNvPr>
          <p:cNvSpPr>
            <a:spLocks noGrp="1"/>
          </p:cNvSpPr>
          <p:nvPr>
            <p:ph idx="1"/>
          </p:nvPr>
        </p:nvSpPr>
        <p:spPr>
          <a:xfrm>
            <a:off x="476843" y="1431561"/>
            <a:ext cx="11241915" cy="4745402"/>
          </a:xfrm>
        </p:spPr>
        <p:txBody>
          <a:bodyPr/>
          <a:lstStyle/>
          <a:p>
            <a:r>
              <a:rPr lang="en-US" dirty="0"/>
              <a:t>The following are the </a:t>
            </a:r>
            <a:r>
              <a:rPr lang="en-US" b="1" dirty="0"/>
              <a:t>differences between routers and switches</a:t>
            </a:r>
            <a:r>
              <a:rPr lang="en-US" dirty="0"/>
              <a:t>:</a:t>
            </a:r>
          </a:p>
          <a:p>
            <a:pPr lvl="1"/>
            <a:r>
              <a:rPr lang="en-US" sz="2200" b="1" dirty="0"/>
              <a:t>Routers</a:t>
            </a:r>
            <a:r>
              <a:rPr lang="en-US" sz="2200" dirty="0"/>
              <a:t> connect LANs, switches connect computers</a:t>
            </a:r>
          </a:p>
          <a:p>
            <a:pPr lvl="1"/>
            <a:r>
              <a:rPr lang="en-US" sz="2200" b="1" dirty="0"/>
              <a:t>Routers</a:t>
            </a:r>
            <a:r>
              <a:rPr lang="en-US" sz="2200" dirty="0"/>
              <a:t> work with logical (IP) addresses, switches work with physical (MAC) addresses</a:t>
            </a:r>
          </a:p>
          <a:p>
            <a:pPr lvl="1"/>
            <a:r>
              <a:rPr lang="en-US" sz="2200" dirty="0"/>
              <a:t>Routers </a:t>
            </a:r>
            <a:r>
              <a:rPr lang="en-US" sz="2200" b="1" dirty="0"/>
              <a:t>work with packets</a:t>
            </a:r>
            <a:r>
              <a:rPr lang="en-US" sz="2200" dirty="0"/>
              <a:t>; switches work with frames</a:t>
            </a:r>
          </a:p>
          <a:p>
            <a:pPr lvl="1"/>
            <a:r>
              <a:rPr lang="en-US" sz="2200" dirty="0"/>
              <a:t>Routers </a:t>
            </a:r>
            <a:r>
              <a:rPr lang="en-US" sz="2200" b="1" dirty="0"/>
              <a:t>don’t forward broadcasts</a:t>
            </a:r>
            <a:r>
              <a:rPr lang="en-US" sz="2200" dirty="0"/>
              <a:t>, switches do</a:t>
            </a:r>
          </a:p>
          <a:p>
            <a:pPr lvl="1"/>
            <a:r>
              <a:rPr lang="en-US" sz="2200" dirty="0"/>
              <a:t>Routers </a:t>
            </a:r>
            <a:r>
              <a:rPr lang="en-US" sz="2200" b="1" dirty="0"/>
              <a:t>use routing tables </a:t>
            </a:r>
            <a:r>
              <a:rPr lang="en-US" sz="2200" dirty="0"/>
              <a:t>populated with IP addresses, switches use switching tables populated with MAC addresses</a:t>
            </a:r>
          </a:p>
          <a:p>
            <a:endParaRPr lang="en-US" dirty="0"/>
          </a:p>
        </p:txBody>
      </p:sp>
    </p:spTree>
    <p:extLst>
      <p:ext uri="{BB962C8B-B14F-4D97-AF65-F5344CB8AC3E}">
        <p14:creationId xmlns:p14="http://schemas.microsoft.com/office/powerpoint/2010/main" val="1377393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76825-F5DC-E8D7-546F-E5BCD98A75E6}"/>
              </a:ext>
            </a:extLst>
          </p:cNvPr>
          <p:cNvSpPr>
            <a:spLocks noGrp="1"/>
          </p:cNvSpPr>
          <p:nvPr>
            <p:ph type="title"/>
          </p:nvPr>
        </p:nvSpPr>
        <p:spPr/>
        <p:txBody>
          <a:bodyPr/>
          <a:lstStyle/>
          <a:p>
            <a:r>
              <a:rPr lang="en-US" dirty="0"/>
              <a:t>Routers Connect LANs (1 of 2)</a:t>
            </a:r>
          </a:p>
        </p:txBody>
      </p:sp>
      <p:sp>
        <p:nvSpPr>
          <p:cNvPr id="3" name="Content Placeholder 2">
            <a:extLst>
              <a:ext uri="{FF2B5EF4-FFF2-40B4-BE49-F238E27FC236}">
                <a16:creationId xmlns:a16="http://schemas.microsoft.com/office/drawing/2014/main" id="{7A4AFFD1-8CA9-275B-0F6D-F6E4034CA3C1}"/>
              </a:ext>
            </a:extLst>
          </p:cNvPr>
          <p:cNvSpPr>
            <a:spLocks noGrp="1"/>
          </p:cNvSpPr>
          <p:nvPr>
            <p:ph idx="1"/>
          </p:nvPr>
        </p:nvSpPr>
        <p:spPr>
          <a:xfrm>
            <a:off x="476843" y="1484026"/>
            <a:ext cx="11241915" cy="4692937"/>
          </a:xfrm>
        </p:spPr>
        <p:txBody>
          <a:bodyPr/>
          <a:lstStyle/>
          <a:p>
            <a:r>
              <a:rPr lang="en-US" dirty="0"/>
              <a:t>As computers are added to a LAN, effective communication can suffer</a:t>
            </a:r>
          </a:p>
          <a:p>
            <a:pPr lvl="1"/>
            <a:r>
              <a:rPr lang="en-US" sz="2200" b="1" dirty="0"/>
              <a:t>Broadcast traffic </a:t>
            </a:r>
            <a:r>
              <a:rPr lang="en-US" sz="2200" dirty="0"/>
              <a:t>is forwarded to all members of a LAN and can cause a network to become congested</a:t>
            </a:r>
          </a:p>
          <a:p>
            <a:r>
              <a:rPr lang="en-US" dirty="0"/>
              <a:t>The pictures on the next two slides shows 3 different user groups and 3 different servers</a:t>
            </a:r>
          </a:p>
          <a:p>
            <a:pPr lvl="1"/>
            <a:r>
              <a:rPr lang="en-US" sz="2200" dirty="0"/>
              <a:t>The first picture shows all devices connected by switches, so all broadcast traffic will be heard by all devices</a:t>
            </a:r>
          </a:p>
          <a:p>
            <a:pPr lvl="1"/>
            <a:r>
              <a:rPr lang="en-US" sz="2200" dirty="0"/>
              <a:t>The second picture shows three smaller LANs connected by a router, creating three different </a:t>
            </a:r>
            <a:r>
              <a:rPr lang="en-US" sz="2200" b="1" dirty="0"/>
              <a:t>broadcast domains </a:t>
            </a:r>
          </a:p>
        </p:txBody>
      </p:sp>
    </p:spTree>
    <p:extLst>
      <p:ext uri="{BB962C8B-B14F-4D97-AF65-F5344CB8AC3E}">
        <p14:creationId xmlns:p14="http://schemas.microsoft.com/office/powerpoint/2010/main" val="361463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FA73-775F-FDA2-2FF2-686B4D7CB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9FA3C1-B48E-2198-FF0E-0AB94A36E940}"/>
              </a:ext>
            </a:extLst>
          </p:cNvPr>
          <p:cNvSpPr>
            <a:spLocks noGrp="1"/>
          </p:cNvSpPr>
          <p:nvPr>
            <p:ph type="title"/>
          </p:nvPr>
        </p:nvSpPr>
        <p:spPr/>
        <p:txBody>
          <a:bodyPr/>
          <a:lstStyle/>
          <a:p>
            <a:r>
              <a:rPr lang="en-US" dirty="0"/>
              <a:t>Routers Connect LANs (2 of 2)</a:t>
            </a:r>
          </a:p>
        </p:txBody>
      </p:sp>
      <p:sp>
        <p:nvSpPr>
          <p:cNvPr id="5" name="TextBox 4">
            <a:extLst>
              <a:ext uri="{FF2B5EF4-FFF2-40B4-BE49-F238E27FC236}">
                <a16:creationId xmlns:a16="http://schemas.microsoft.com/office/drawing/2014/main" id="{BF80965F-F252-FE98-6384-A54D28135851}"/>
              </a:ext>
            </a:extLst>
          </p:cNvPr>
          <p:cNvSpPr txBox="1"/>
          <p:nvPr/>
        </p:nvSpPr>
        <p:spPr>
          <a:xfrm>
            <a:off x="7315200" y="3013501"/>
            <a:ext cx="4294598" cy="830997"/>
          </a:xfrm>
          <a:prstGeom prst="rect">
            <a:avLst/>
          </a:prstGeom>
          <a:noFill/>
        </p:spPr>
        <p:txBody>
          <a:bodyPr wrap="square" rtlCol="0">
            <a:spAutoFit/>
          </a:bodyPr>
          <a:lstStyle/>
          <a:p>
            <a:r>
              <a:rPr lang="en-US" sz="2400" b="1" dirty="0">
                <a:latin typeface="Work Sans" pitchFamily="2" charset="0"/>
              </a:rPr>
              <a:t>Figure 2-17  </a:t>
            </a:r>
            <a:r>
              <a:rPr lang="en-US" sz="2400" dirty="0">
                <a:latin typeface="Work Sans" pitchFamily="2" charset="0"/>
              </a:rPr>
              <a:t>A large LAN connected by switches</a:t>
            </a:r>
          </a:p>
        </p:txBody>
      </p:sp>
      <p:pic>
        <p:nvPicPr>
          <p:cNvPr id="4" name="Picture 3" descr="A large LAN is shown with workstations and servers connected via switches.&#10;">
            <a:extLst>
              <a:ext uri="{FF2B5EF4-FFF2-40B4-BE49-F238E27FC236}">
                <a16:creationId xmlns:a16="http://schemas.microsoft.com/office/drawing/2014/main" id="{D2DD0975-7215-4972-CFB9-905032375B3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71403" y="1542946"/>
            <a:ext cx="4654059" cy="3501651"/>
          </a:xfrm>
          <a:prstGeom prst="rect">
            <a:avLst/>
          </a:prstGeom>
        </p:spPr>
      </p:pic>
    </p:spTree>
    <p:extLst>
      <p:ext uri="{BB962C8B-B14F-4D97-AF65-F5344CB8AC3E}">
        <p14:creationId xmlns:p14="http://schemas.microsoft.com/office/powerpoint/2010/main" val="1562090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2097-91E6-11FC-D2FD-941414C36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F1301-0C98-26ED-8E3E-6FD4F3093608}"/>
              </a:ext>
            </a:extLst>
          </p:cNvPr>
          <p:cNvSpPr>
            <a:spLocks noGrp="1"/>
          </p:cNvSpPr>
          <p:nvPr>
            <p:ph type="title"/>
          </p:nvPr>
        </p:nvSpPr>
        <p:spPr/>
        <p:txBody>
          <a:bodyPr/>
          <a:lstStyle/>
          <a:p>
            <a:r>
              <a:rPr lang="en-US" dirty="0"/>
              <a:t>Routers Create Broadcast Domains</a:t>
            </a:r>
          </a:p>
        </p:txBody>
      </p:sp>
      <p:sp>
        <p:nvSpPr>
          <p:cNvPr id="5" name="TextBox 4">
            <a:extLst>
              <a:ext uri="{FF2B5EF4-FFF2-40B4-BE49-F238E27FC236}">
                <a16:creationId xmlns:a16="http://schemas.microsoft.com/office/drawing/2014/main" id="{15F48E09-58EA-A843-130B-6AF39EEF7D0B}"/>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2-19  </a:t>
            </a:r>
            <a:r>
              <a:rPr lang="en-US" sz="2400" dirty="0">
                <a:latin typeface="Work Sans" pitchFamily="2" charset="0"/>
              </a:rPr>
              <a:t>Each router creates a broadcast domain</a:t>
            </a:r>
          </a:p>
        </p:txBody>
      </p:sp>
      <p:pic>
        <p:nvPicPr>
          <p:cNvPr id="4" name="Picture 3" descr="An enterprise network in which the LANs are segregated according to departments and connected using a router. The network has the following LANs. A development LAN with workstations and a development server connected to a switch. A Management LAN with workstations and a management server connected to a switch. A Marketing LAN with workstations and a marketing server connected to a switch. The switches in the department LANs are connected to a router. The marketing LAN connected to the router forms broadcast domain 1. The development LAN connected to the router forms broadcast domain 2. The management LAN connected to the router forms broadcast domain 3.&#10;">
            <a:extLst>
              <a:ext uri="{FF2B5EF4-FFF2-40B4-BE49-F238E27FC236}">
                <a16:creationId xmlns:a16="http://schemas.microsoft.com/office/drawing/2014/main" id="{788BBBFF-6F16-6111-AA93-5A00B176965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53565" y="1386840"/>
            <a:ext cx="5428488" cy="4084320"/>
          </a:xfrm>
          <a:prstGeom prst="rect">
            <a:avLst/>
          </a:prstGeom>
        </p:spPr>
      </p:pic>
    </p:spTree>
    <p:extLst>
      <p:ext uri="{BB962C8B-B14F-4D97-AF65-F5344CB8AC3E}">
        <p14:creationId xmlns:p14="http://schemas.microsoft.com/office/powerpoint/2010/main" val="381807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BA058-6447-0308-79F6-F19B85022ABE}"/>
              </a:ext>
            </a:extLst>
          </p:cNvPr>
          <p:cNvSpPr>
            <a:spLocks noGrp="1"/>
          </p:cNvSpPr>
          <p:nvPr>
            <p:ph type="title"/>
          </p:nvPr>
        </p:nvSpPr>
        <p:spPr/>
        <p:txBody>
          <a:bodyPr/>
          <a:lstStyle/>
          <a:p>
            <a:r>
              <a:rPr lang="en-US" dirty="0"/>
              <a:t>Routers Work with IP Addresses and Routing Tables </a:t>
            </a:r>
            <a:r>
              <a:rPr lang="en-US" sz="2800" dirty="0"/>
              <a:t>(1 of 4)</a:t>
            </a:r>
          </a:p>
        </p:txBody>
      </p:sp>
      <p:sp>
        <p:nvSpPr>
          <p:cNvPr id="3" name="Content Placeholder 2">
            <a:extLst>
              <a:ext uri="{FF2B5EF4-FFF2-40B4-BE49-F238E27FC236}">
                <a16:creationId xmlns:a16="http://schemas.microsoft.com/office/drawing/2014/main" id="{A996E45C-A589-A9ED-255C-2DE126029CD6}"/>
              </a:ext>
            </a:extLst>
          </p:cNvPr>
          <p:cNvSpPr>
            <a:spLocks noGrp="1"/>
          </p:cNvSpPr>
          <p:nvPr>
            <p:ph idx="1"/>
          </p:nvPr>
        </p:nvSpPr>
        <p:spPr>
          <a:xfrm>
            <a:off x="476843" y="1690692"/>
            <a:ext cx="11241915" cy="4486271"/>
          </a:xfrm>
        </p:spPr>
        <p:txBody>
          <a:bodyPr/>
          <a:lstStyle/>
          <a:p>
            <a:r>
              <a:rPr lang="en-US" b="1" dirty="0"/>
              <a:t>Routers</a:t>
            </a:r>
            <a:r>
              <a:rPr lang="en-US" dirty="0"/>
              <a:t> maintain </a:t>
            </a:r>
            <a:r>
              <a:rPr lang="en-US" b="1" dirty="0"/>
              <a:t>routing tables</a:t>
            </a:r>
            <a:r>
              <a:rPr lang="en-US" dirty="0"/>
              <a:t> composed of IP network addresses and interface pairs to determine where to forward packets on an internetwork</a:t>
            </a:r>
          </a:p>
          <a:p>
            <a:r>
              <a:rPr lang="en-US" dirty="0"/>
              <a:t>When a router </a:t>
            </a:r>
            <a:r>
              <a:rPr lang="en-US" b="1" dirty="0"/>
              <a:t>receives a packet </a:t>
            </a:r>
            <a:r>
              <a:rPr lang="en-US" dirty="0"/>
              <a:t>on one interface, it looks at the destination IP address in the packet to determine to which network the packet is addressed</a:t>
            </a:r>
          </a:p>
          <a:p>
            <a:pPr lvl="1"/>
            <a:r>
              <a:rPr lang="en-US" sz="2200" dirty="0"/>
              <a:t>It </a:t>
            </a:r>
            <a:r>
              <a:rPr lang="en-US" sz="2200" b="1" dirty="0"/>
              <a:t>then forwards the packet </a:t>
            </a:r>
            <a:r>
              <a:rPr lang="en-US" sz="2200" dirty="0"/>
              <a:t>out of the interface that its routing table indicates is the best path to get to the destination</a:t>
            </a:r>
          </a:p>
          <a:p>
            <a:r>
              <a:rPr lang="en-US" dirty="0"/>
              <a:t>If the packet must be sent to </a:t>
            </a:r>
            <a:r>
              <a:rPr lang="en-US" b="1" dirty="0"/>
              <a:t>another router on another network</a:t>
            </a:r>
            <a:r>
              <a:rPr lang="en-US" dirty="0"/>
              <a:t>, that network is known as a </a:t>
            </a:r>
            <a:r>
              <a:rPr lang="en-US" b="1" dirty="0"/>
              <a:t>remote network</a:t>
            </a:r>
          </a:p>
        </p:txBody>
      </p:sp>
    </p:spTree>
    <p:extLst>
      <p:ext uri="{BB962C8B-B14F-4D97-AF65-F5344CB8AC3E}">
        <p14:creationId xmlns:p14="http://schemas.microsoft.com/office/powerpoint/2010/main" val="2902652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99D7D-CC6E-7A3B-F124-0188FA2159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E51C2-2B0D-CDB5-6E39-0FF2D96EA6B3}"/>
              </a:ext>
            </a:extLst>
          </p:cNvPr>
          <p:cNvSpPr>
            <a:spLocks noGrp="1"/>
          </p:cNvSpPr>
          <p:nvPr>
            <p:ph type="title"/>
          </p:nvPr>
        </p:nvSpPr>
        <p:spPr/>
        <p:txBody>
          <a:bodyPr/>
          <a:lstStyle/>
          <a:p>
            <a:r>
              <a:rPr lang="en-US" dirty="0"/>
              <a:t>Routers Work with IP Addresses and Routing Tables </a:t>
            </a:r>
            <a:r>
              <a:rPr lang="en-US" sz="2800" dirty="0"/>
              <a:t>(2 of 4)</a:t>
            </a:r>
          </a:p>
        </p:txBody>
      </p:sp>
      <p:sp>
        <p:nvSpPr>
          <p:cNvPr id="5" name="TextBox 4">
            <a:extLst>
              <a:ext uri="{FF2B5EF4-FFF2-40B4-BE49-F238E27FC236}">
                <a16:creationId xmlns:a16="http://schemas.microsoft.com/office/drawing/2014/main" id="{CDBA0CD2-8D87-3DEC-2E93-975EABAA73D0}"/>
              </a:ext>
            </a:extLst>
          </p:cNvPr>
          <p:cNvSpPr txBox="1"/>
          <p:nvPr/>
        </p:nvSpPr>
        <p:spPr>
          <a:xfrm>
            <a:off x="7105338" y="3013501"/>
            <a:ext cx="4504460" cy="1200329"/>
          </a:xfrm>
          <a:prstGeom prst="rect">
            <a:avLst/>
          </a:prstGeom>
          <a:noFill/>
        </p:spPr>
        <p:txBody>
          <a:bodyPr wrap="square" rtlCol="0">
            <a:spAutoFit/>
          </a:bodyPr>
          <a:lstStyle/>
          <a:p>
            <a:r>
              <a:rPr lang="en-US" sz="2400" b="1" dirty="0">
                <a:latin typeface="Work Sans" pitchFamily="2" charset="0"/>
              </a:rPr>
              <a:t>Figure 2-20  </a:t>
            </a:r>
            <a:r>
              <a:rPr lang="en-US" sz="2400" dirty="0">
                <a:latin typeface="Work Sans" pitchFamily="2" charset="0"/>
              </a:rPr>
              <a:t>An </a:t>
            </a:r>
            <a:r>
              <a:rPr lang="en-US" sz="2400" b="1" dirty="0">
                <a:latin typeface="Work Sans" pitchFamily="2" charset="0"/>
              </a:rPr>
              <a:t>internetwork</a:t>
            </a:r>
            <a:r>
              <a:rPr lang="en-US" sz="2400" dirty="0">
                <a:latin typeface="Work Sans" pitchFamily="2" charset="0"/>
              </a:rPr>
              <a:t> with a routing table</a:t>
            </a:r>
          </a:p>
        </p:txBody>
      </p:sp>
      <p:pic>
        <p:nvPicPr>
          <p:cNvPr id="4" name="Picture 3" descr="An internetwork that connects department LANs with a router. Marketing LAN with workstations and marketing server connected to a switch is designated network 1.0. This switch is connected to the router on interface E t h A. Development LAN with workstations and development server connected to a switch is designated network 2.0. This switch is connected to the router on interface E t h B. Management LAN with workstations and management server connected to a switch is designated network 3.0. This switch is connected to the router on interface E t h C. The router maintains a routing table with the following entries. Row 1: Network, 1.0; Interface, E t h A. Row 2: Network, 2.0; Interface, E t h B. Row 3: Network, 3.0; Interface, E t h C.&#10;">
            <a:extLst>
              <a:ext uri="{FF2B5EF4-FFF2-40B4-BE49-F238E27FC236}">
                <a16:creationId xmlns:a16="http://schemas.microsoft.com/office/drawing/2014/main" id="{15BB8A8C-89A4-353B-3D1B-7F7E1D2DCA9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49286" y="1826942"/>
            <a:ext cx="4959627" cy="3743484"/>
          </a:xfrm>
          <a:prstGeom prst="rect">
            <a:avLst/>
          </a:prstGeom>
        </p:spPr>
      </p:pic>
    </p:spTree>
    <p:extLst>
      <p:ext uri="{BB962C8B-B14F-4D97-AF65-F5344CB8AC3E}">
        <p14:creationId xmlns:p14="http://schemas.microsoft.com/office/powerpoint/2010/main" val="4106100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772B2-15A4-5FB8-A8EB-7D6FF658C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29BA9-6466-F8A7-2675-FBED6F957FE6}"/>
              </a:ext>
            </a:extLst>
          </p:cNvPr>
          <p:cNvSpPr>
            <a:spLocks noGrp="1"/>
          </p:cNvSpPr>
          <p:nvPr>
            <p:ph type="title"/>
          </p:nvPr>
        </p:nvSpPr>
        <p:spPr/>
        <p:txBody>
          <a:bodyPr/>
          <a:lstStyle/>
          <a:p>
            <a:r>
              <a:rPr lang="en-US" dirty="0"/>
              <a:t>Routers Work with IP Addresses and Routing Tables </a:t>
            </a:r>
            <a:r>
              <a:rPr lang="en-US" sz="2800" dirty="0"/>
              <a:t>(3 of 4)</a:t>
            </a:r>
          </a:p>
        </p:txBody>
      </p:sp>
      <p:sp>
        <p:nvSpPr>
          <p:cNvPr id="5" name="TextBox 4">
            <a:extLst>
              <a:ext uri="{FF2B5EF4-FFF2-40B4-BE49-F238E27FC236}">
                <a16:creationId xmlns:a16="http://schemas.microsoft.com/office/drawing/2014/main" id="{197B4AE8-2832-93B6-1896-B79E152B3815}"/>
              </a:ext>
            </a:extLst>
          </p:cNvPr>
          <p:cNvSpPr txBox="1"/>
          <p:nvPr/>
        </p:nvSpPr>
        <p:spPr>
          <a:xfrm>
            <a:off x="7037882" y="3013501"/>
            <a:ext cx="4822664" cy="1200329"/>
          </a:xfrm>
          <a:prstGeom prst="rect">
            <a:avLst/>
          </a:prstGeom>
          <a:noFill/>
        </p:spPr>
        <p:txBody>
          <a:bodyPr wrap="square" rtlCol="0">
            <a:spAutoFit/>
          </a:bodyPr>
          <a:lstStyle/>
          <a:p>
            <a:r>
              <a:rPr lang="en-US" sz="2400" b="1" dirty="0">
                <a:latin typeface="Work Sans" pitchFamily="2" charset="0"/>
              </a:rPr>
              <a:t>Figure 2-21  </a:t>
            </a:r>
            <a:r>
              <a:rPr lang="en-US" sz="2400" dirty="0">
                <a:latin typeface="Work Sans" pitchFamily="2" charset="0"/>
              </a:rPr>
              <a:t>Packets are forwarded through multiple routers</a:t>
            </a:r>
          </a:p>
        </p:txBody>
      </p:sp>
      <p:pic>
        <p:nvPicPr>
          <p:cNvPr id="4" name="Picture 3" descr="Packets get forwarded through multiple routers. A network diagram shows a WAN with 3 routers connected to LANs. Network 1.0 is a LAN connected to switch. This switch is connected to router R 1 through interface E t h A. Network 3.0 is a LAN connected to switch. This switch is connected to router R 2 through interface E t h A. Network 5.0 is a LAN connected to switch. This switch is connected to router R 1 through interface E t h A. Router R 1 uses interface WAN A to connect to router R 2 on interface WAN A. Router R 2 uses interface WAN B to connect to router R 3 on interface WAN A. Router R 1 has the following routing table. Row 1: Network, 1.0; Interface, E t h A. Row 2: Network, 3.0; Interface, WAN A. Row 3: Network, 5.0; Interface, WAN A. Router R 2 has the following routing table. Row 1: Network, 1.0; Interface, WAN A. Row 2: Network, 3.0; Interface, E t h A. Row 3: Network, 5.0; Interface, WAN B. Router R 3 has the following routing table. Row 1: Network, 1.0; Interface, WAN A. Row 2: Network, 3.0; Interface, WAN A. Row 3: Network, 5.0; Interface, E t h A.&#10;">
            <a:extLst>
              <a:ext uri="{FF2B5EF4-FFF2-40B4-BE49-F238E27FC236}">
                <a16:creationId xmlns:a16="http://schemas.microsoft.com/office/drawing/2014/main" id="{CF013D5E-427E-1391-DDE6-B3DEC8DDB78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59670" y="1977090"/>
            <a:ext cx="4545347" cy="3419857"/>
          </a:xfrm>
          <a:prstGeom prst="rect">
            <a:avLst/>
          </a:prstGeom>
        </p:spPr>
      </p:pic>
    </p:spTree>
    <p:extLst>
      <p:ext uri="{BB962C8B-B14F-4D97-AF65-F5344CB8AC3E}">
        <p14:creationId xmlns:p14="http://schemas.microsoft.com/office/powerpoint/2010/main" val="2395925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EFF54-9AAC-76BD-3B89-F56AD4628C59}"/>
              </a:ext>
            </a:extLst>
          </p:cNvPr>
          <p:cNvSpPr>
            <a:spLocks noGrp="1"/>
          </p:cNvSpPr>
          <p:nvPr>
            <p:ph type="title"/>
          </p:nvPr>
        </p:nvSpPr>
        <p:spPr/>
        <p:txBody>
          <a:bodyPr/>
          <a:lstStyle/>
          <a:p>
            <a:r>
              <a:rPr lang="en-US" dirty="0"/>
              <a:t>Routers Work with IP Addresses and Routing Tables </a:t>
            </a:r>
            <a:r>
              <a:rPr lang="en-US" sz="2800" dirty="0"/>
              <a:t>(4 of 4)</a:t>
            </a:r>
          </a:p>
        </p:txBody>
      </p:sp>
      <p:sp>
        <p:nvSpPr>
          <p:cNvPr id="3" name="Content Placeholder 2">
            <a:extLst>
              <a:ext uri="{FF2B5EF4-FFF2-40B4-BE49-F238E27FC236}">
                <a16:creationId xmlns:a16="http://schemas.microsoft.com/office/drawing/2014/main" id="{D83ED387-9FB7-51E0-9D09-3A5E7F4339C4}"/>
              </a:ext>
            </a:extLst>
          </p:cNvPr>
          <p:cNvSpPr>
            <a:spLocks noGrp="1"/>
          </p:cNvSpPr>
          <p:nvPr>
            <p:ph idx="1"/>
          </p:nvPr>
        </p:nvSpPr>
        <p:spPr/>
        <p:txBody>
          <a:bodyPr/>
          <a:lstStyle/>
          <a:p>
            <a:r>
              <a:rPr lang="en-US" dirty="0"/>
              <a:t>A </a:t>
            </a:r>
            <a:r>
              <a:rPr lang="en-US" b="1" dirty="0"/>
              <a:t>default route </a:t>
            </a:r>
            <a:r>
              <a:rPr lang="en-US" dirty="0"/>
              <a:t>tells the router where to send a packet when the router doesn’t have an entry in its routing table</a:t>
            </a:r>
          </a:p>
          <a:p>
            <a:r>
              <a:rPr lang="en-US" dirty="0"/>
              <a:t>Network unreachable is a message a router might send to the sending station when the network can’t be found </a:t>
            </a:r>
          </a:p>
          <a:p>
            <a:r>
              <a:rPr lang="en-US" b="1" dirty="0"/>
              <a:t>Default gateway </a:t>
            </a:r>
            <a:r>
              <a:rPr lang="en-US" dirty="0"/>
              <a:t>in a computer’s IP address configuration must be set to the address of a router to which the computer can send all packets destined for other networks</a:t>
            </a:r>
          </a:p>
          <a:p>
            <a:endParaRPr lang="en-US" dirty="0"/>
          </a:p>
        </p:txBody>
      </p:sp>
    </p:spTree>
    <p:extLst>
      <p:ext uri="{BB962C8B-B14F-4D97-AF65-F5344CB8AC3E}">
        <p14:creationId xmlns:p14="http://schemas.microsoft.com/office/powerpoint/2010/main" val="510067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2-2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of the following is true about routers?</a:t>
            </a:r>
          </a:p>
          <a:p>
            <a:pPr marL="0" indent="0">
              <a:buNone/>
            </a:pPr>
            <a:r>
              <a:rPr lang="en-US" dirty="0"/>
              <a:t>a. They work with MAC addresses.</a:t>
            </a:r>
          </a:p>
          <a:p>
            <a:pPr marL="0" indent="0">
              <a:buNone/>
            </a:pPr>
            <a:r>
              <a:rPr lang="en-US" dirty="0"/>
              <a:t>b. They maintain a switching table.</a:t>
            </a:r>
          </a:p>
          <a:p>
            <a:pPr marL="0" indent="0">
              <a:buNone/>
            </a:pPr>
            <a:r>
              <a:rPr lang="en-US" dirty="0"/>
              <a:t>c. They don’t forward broadcasts.</a:t>
            </a:r>
          </a:p>
          <a:p>
            <a:pPr marL="0" indent="0">
              <a:buNone/>
            </a:pPr>
            <a:r>
              <a:rPr lang="en-US" dirty="0"/>
              <a:t>d. They flood a packet with an unknown destination address.</a:t>
            </a:r>
          </a:p>
        </p:txBody>
      </p:sp>
    </p:spTree>
    <p:extLst>
      <p:ext uri="{BB962C8B-B14F-4D97-AF65-F5344CB8AC3E}">
        <p14:creationId xmlns:p14="http://schemas.microsoft.com/office/powerpoint/2010/main" val="12251530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2-2: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of the following is true about routers?</a:t>
            </a:r>
          </a:p>
          <a:p>
            <a:pPr marL="0" indent="0">
              <a:buNone/>
            </a:pPr>
            <a:r>
              <a:rPr lang="en-US" b="1" dirty="0"/>
              <a:t>Answer: c</a:t>
            </a:r>
            <a:r>
              <a:rPr lang="en-US" dirty="0"/>
              <a:t>. They don’t forward broadcasts.</a:t>
            </a:r>
          </a:p>
          <a:p>
            <a:pPr marL="0" indent="0">
              <a:buNone/>
            </a:pPr>
            <a:r>
              <a:rPr lang="en-US" b="1" dirty="0"/>
              <a:t>Explanation:</a:t>
            </a:r>
            <a:r>
              <a:rPr lang="en-US" dirty="0"/>
              <a:t> Routers work with IP addresses while switches work with MAC addresses. Routers maintain a routing table while switches maintain a switching table. Routers discard a packet with an unknown destination address or forward the packet to the default route. Routers do not forward broadcast packets, whereas switches do forward broadcasts.</a:t>
            </a:r>
          </a:p>
        </p:txBody>
      </p:sp>
    </p:spTree>
    <p:extLst>
      <p:ext uri="{BB962C8B-B14F-4D97-AF65-F5344CB8AC3E}">
        <p14:creationId xmlns:p14="http://schemas.microsoft.com/office/powerpoint/2010/main" val="1997762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Name the differences between switches and routers.</a:t>
            </a:r>
          </a:p>
          <a:p>
            <a:pPr marL="0" indent="0">
              <a:buNone/>
            </a:pPr>
            <a:endParaRPr lang="en-US" dirty="0"/>
          </a:p>
          <a:p>
            <a:pPr marL="0" indent="0">
              <a:buNone/>
            </a:pPr>
            <a:r>
              <a:rPr lang="en-US" dirty="0"/>
              <a:t>You currently have 15 switches with an average of 20 stations connected to each switch. The switches are connected to one another so that all 300 computers can communicate with one another in a single LAN. You have been detecting a high percentage of broadcast frames on this LAN. You think the number of broadcasts might be having an impact on network performance. What should you do?</a:t>
            </a:r>
          </a:p>
        </p:txBody>
      </p:sp>
    </p:spTree>
    <p:extLst>
      <p:ext uri="{BB962C8B-B14F-4D97-AF65-F5344CB8AC3E}">
        <p14:creationId xmlns:p14="http://schemas.microsoft.com/office/powerpoint/2010/main" val="623742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Describe the basic operation of network repeaters and hubs</a:t>
            </a:r>
          </a:p>
          <a:p>
            <a:pPr marL="457200" indent="-457200">
              <a:buFont typeface="+mj-lt"/>
              <a:buAutoNum type="arabicPeriod"/>
            </a:pPr>
            <a:r>
              <a:rPr lang="en-US" altLang="zh-CN" dirty="0"/>
              <a:t>Explain the operation of network switches</a:t>
            </a:r>
          </a:p>
          <a:p>
            <a:pPr marL="457200" indent="-457200">
              <a:buFont typeface="+mj-lt"/>
              <a:buAutoNum type="arabicPeriod"/>
            </a:pPr>
            <a:r>
              <a:rPr lang="en-US" altLang="zh-CN" dirty="0"/>
              <a:t>Explain how wireless access points work</a:t>
            </a:r>
          </a:p>
          <a:p>
            <a:pPr marL="457200" indent="-457200">
              <a:buFont typeface="+mj-lt"/>
              <a:buAutoNum type="arabicPeriod"/>
            </a:pPr>
            <a:r>
              <a:rPr lang="en-US" altLang="zh-CN" dirty="0"/>
              <a:t>Describe the operation of network interface cards</a:t>
            </a:r>
          </a:p>
          <a:p>
            <a:pPr marL="457200" indent="-457200">
              <a:buFont typeface="+mj-lt"/>
              <a:buAutoNum type="arabicPeriod"/>
            </a:pPr>
            <a:r>
              <a:rPr lang="en-US" altLang="zh-CN" dirty="0"/>
              <a:t>Explain the function of routers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Props1.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BA9BA192-EF86-48DF-982C-2C526A268392}">
  <ds:schemaRefs>
    <ds:schemaRef ds:uri="http://purl.org/dc/elements/1.1/"/>
    <ds:schemaRef ds:uri="http://schemas.microsoft.com/office/2006/documentManagement/types"/>
    <ds:schemaRef ds:uri="http://schemas.microsoft.com/office/2006/metadata/properties"/>
    <ds:schemaRef ds:uri="http://purl.org/dc/dcmitype/"/>
    <ds:schemaRef ds:uri="http://www.w3.org/XML/1998/namespace"/>
    <ds:schemaRef ds:uri="http://schemas.microsoft.com/office/infopath/2007/PartnerControls"/>
    <ds:schemaRef ds:uri="http://schemas.openxmlformats.org/package/2006/metadata/core-properties"/>
    <ds:schemaRef ds:uri="cc1e726a-7c3b-4654-9122-87de3e28a51c"/>
    <ds:schemaRef ds:uri="c8ecdccd-e3b0-4392-94c4-49d90f16d1d5"/>
    <ds:schemaRef ds:uri="http://purl.org/dc/te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14221</TotalTime>
  <Words>2818</Words>
  <Application>Microsoft Office PowerPoint</Application>
  <PresentationFormat>Widescreen</PresentationFormat>
  <Paragraphs>234</Paragraphs>
  <Slides>45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Network Repeaters and Hubs (1 of 2)</vt:lpstr>
      <vt:lpstr>Network Repeaters and Hubs (2 of 2)</vt:lpstr>
      <vt:lpstr>Multiport Repeaters and Hubs (1 of 5)</vt:lpstr>
      <vt:lpstr>Multiport Repeaters and Hubs (2 of 5)</vt:lpstr>
      <vt:lpstr>Multiport Repeaters and Hubs (3 of 5)</vt:lpstr>
      <vt:lpstr>Multiport Repeaters and Hubs (4 of 5)</vt:lpstr>
      <vt:lpstr>Multiport Repeaters and Hubs (5 of 5)</vt:lpstr>
      <vt:lpstr>Network Switches</vt:lpstr>
      <vt:lpstr>Basic Switch Operation (1 of 5)</vt:lpstr>
      <vt:lpstr>Basic Switch Operation (2 of 5)</vt:lpstr>
      <vt:lpstr>Basic Switch Operation (3 of 5)</vt:lpstr>
      <vt:lpstr>Basic Switch Operation (4 of 5)</vt:lpstr>
      <vt:lpstr>Basic Switch Operation (5 of 5)</vt:lpstr>
      <vt:lpstr>Knowledge Check Activity 2-1</vt:lpstr>
      <vt:lpstr>Knowledge Check Activity 2-1: Answer</vt:lpstr>
      <vt:lpstr>Wireless Access Points (1 of 2)</vt:lpstr>
      <vt:lpstr>Wireless Access Points (2 of 2)</vt:lpstr>
      <vt:lpstr>Basic AP Operation (1 of 2)</vt:lpstr>
      <vt:lpstr>Basic AP Operation (2 of 2)</vt:lpstr>
      <vt:lpstr>NIC Basics (1 of 6)</vt:lpstr>
      <vt:lpstr>NIC Basics (2 of 6)</vt:lpstr>
      <vt:lpstr>NIC Basics (3 of 6)</vt:lpstr>
      <vt:lpstr>NIC Basics (4 of 6)</vt:lpstr>
      <vt:lpstr>NIC Basics (5 of 6)</vt:lpstr>
      <vt:lpstr>NIC Basics (6 of 6)</vt:lpstr>
      <vt:lpstr>Selecting a NIC</vt:lpstr>
      <vt:lpstr>NIC Drivers (1 of 2)</vt:lpstr>
      <vt:lpstr>NIC Drivers (2 of 2)</vt:lpstr>
      <vt:lpstr>Wireless NICs</vt:lpstr>
      <vt:lpstr>Routers (1 of 3)</vt:lpstr>
      <vt:lpstr>Routers (2 of 3)</vt:lpstr>
      <vt:lpstr>Routers (3 of 3)</vt:lpstr>
      <vt:lpstr>Routers Connect LANs (1 of 2)</vt:lpstr>
      <vt:lpstr>Routers Connect LANs (2 of 2)</vt:lpstr>
      <vt:lpstr>Routers Create Broadcast Domains</vt:lpstr>
      <vt:lpstr>Routers Work with IP Addresses and Routing Tables (1 of 4)</vt:lpstr>
      <vt:lpstr>Routers Work with IP Addresses and Routing Tables (2 of 4)</vt:lpstr>
      <vt:lpstr>Routers Work with IP Addresses and Routing Tables (3 of 4)</vt:lpstr>
      <vt:lpstr>Routers Work with IP Addresses and Routing Tables (4 of 4)</vt:lpstr>
      <vt:lpstr>Knowledge Check Activity 2-2</vt:lpstr>
      <vt:lpstr>Knowledge Check Activity 2-2: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Anthony Pacheco</cp:lastModifiedBy>
  <cp:revision>179</cp:revision>
  <cp:lastPrinted>2016-10-03T15:29:39Z</cp:lastPrinted>
  <dcterms:created xsi:type="dcterms:W3CDTF">2021-12-10T16:21:02Z</dcterms:created>
  <dcterms:modified xsi:type="dcterms:W3CDTF">2026-01-29T16:41:23Z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