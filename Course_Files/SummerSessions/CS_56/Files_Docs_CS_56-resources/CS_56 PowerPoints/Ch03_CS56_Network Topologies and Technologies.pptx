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4"/>
  </p:sldMasterIdLst>
  <p:notesMasterIdLst>
    <p:notesMasterId r:id="rId64"/>
  </p:notesMasterIdLst>
  <p:handoutMasterIdLst>
    <p:handoutMasterId r:id="rId65"/>
  </p:handoutMasterIdLst>
  <p:sldIdLst>
    <p:sldId id="257" r:id="rId5"/>
    <p:sldId id="259" r:id="rId6"/>
    <p:sldId id="368" r:id="rId7"/>
    <p:sldId id="369" r:id="rId8"/>
    <p:sldId id="268" r:id="rId9"/>
    <p:sldId id="370" r:id="rId10"/>
    <p:sldId id="371" r:id="rId11"/>
    <p:sldId id="283" r:id="rId12"/>
    <p:sldId id="372" r:id="rId13"/>
    <p:sldId id="344" r:id="rId14"/>
    <p:sldId id="373" r:id="rId15"/>
    <p:sldId id="374" r:id="rId16"/>
    <p:sldId id="375" r:id="rId17"/>
    <p:sldId id="376" r:id="rId18"/>
    <p:sldId id="377" r:id="rId19"/>
    <p:sldId id="378" r:id="rId20"/>
    <p:sldId id="379" r:id="rId21"/>
    <p:sldId id="380" r:id="rId22"/>
    <p:sldId id="381" r:id="rId23"/>
    <p:sldId id="382" r:id="rId24"/>
    <p:sldId id="383" r:id="rId25"/>
    <p:sldId id="262" r:id="rId26"/>
    <p:sldId id="263" r:id="rId27"/>
    <p:sldId id="384" r:id="rId28"/>
    <p:sldId id="385" r:id="rId29"/>
    <p:sldId id="386" r:id="rId30"/>
    <p:sldId id="387" r:id="rId31"/>
    <p:sldId id="388" r:id="rId32"/>
    <p:sldId id="389" r:id="rId33"/>
    <p:sldId id="295" r:id="rId34"/>
    <p:sldId id="390" r:id="rId35"/>
    <p:sldId id="336" r:id="rId36"/>
    <p:sldId id="391" r:id="rId37"/>
    <p:sldId id="392" r:id="rId38"/>
    <p:sldId id="393" r:id="rId39"/>
    <p:sldId id="394" r:id="rId40"/>
    <p:sldId id="395" r:id="rId41"/>
    <p:sldId id="396" r:id="rId42"/>
    <p:sldId id="397" r:id="rId43"/>
    <p:sldId id="398" r:id="rId44"/>
    <p:sldId id="399" r:id="rId45"/>
    <p:sldId id="400" r:id="rId46"/>
    <p:sldId id="401" r:id="rId47"/>
    <p:sldId id="402" r:id="rId48"/>
    <p:sldId id="303" r:id="rId49"/>
    <p:sldId id="403" r:id="rId50"/>
    <p:sldId id="404" r:id="rId51"/>
    <p:sldId id="405" r:id="rId52"/>
    <p:sldId id="406" r:id="rId53"/>
    <p:sldId id="407" r:id="rId54"/>
    <p:sldId id="408" r:id="rId55"/>
    <p:sldId id="409" r:id="rId56"/>
    <p:sldId id="410" r:id="rId57"/>
    <p:sldId id="411" r:id="rId58"/>
    <p:sldId id="412" r:id="rId59"/>
    <p:sldId id="313" r:id="rId60"/>
    <p:sldId id="314" r:id="rId61"/>
    <p:sldId id="269" r:id="rId62"/>
    <p:sldId id="270" r:id="rId63"/>
  </p:sldIdLst>
  <p:sldSz cx="12192000" cy="6858000"/>
  <p:notesSz cx="6858000" cy="9144000"/>
  <p:custDataLst>
    <p:tags r:id="rId6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iola, Courtney A" initials="TCA" lastIdx="1" clrIdx="0">
    <p:extLst>
      <p:ext uri="{19B8F6BF-5375-455C-9EA6-DF929625EA0E}">
        <p15:presenceInfo xmlns:p15="http://schemas.microsoft.com/office/powerpoint/2012/main" userId="S-1-5-21-4027829005-1107895287-290554039-156439" providerId="AD"/>
      </p:ext>
    </p:extLst>
  </p:cmAuthor>
  <p:cmAuthor id="2" name="N Williams" initials="NW" lastIdx="1" clrIdx="1">
    <p:extLst>
      <p:ext uri="{19B8F6BF-5375-455C-9EA6-DF929625EA0E}">
        <p15:presenceInfo xmlns:p15="http://schemas.microsoft.com/office/powerpoint/2012/main" userId="N William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F7C"/>
    <a:srgbClr val="F2F2F2"/>
    <a:srgbClr val="0098D4"/>
    <a:srgbClr val="003865"/>
    <a:srgbClr val="000000"/>
    <a:srgbClr val="004A78"/>
    <a:srgbClr val="006298"/>
    <a:srgbClr val="FF6300"/>
    <a:srgbClr val="E9255F"/>
    <a:srgbClr val="00B8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91041" autoAdjust="0"/>
  </p:normalViewPr>
  <p:slideViewPr>
    <p:cSldViewPr snapToGrid="0" snapToObjects="1">
      <p:cViewPr varScale="1">
        <p:scale>
          <a:sx n="98" d="100"/>
          <a:sy n="98" d="100"/>
        </p:scale>
        <p:origin x="254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2" d="100"/>
          <a:sy n="52" d="100"/>
        </p:scale>
        <p:origin x="208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gs" Target="tags/tag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Pacheco" userId="fdf46b62-f4f9-461f-bfbc-c3446c220a65" providerId="ADAL" clId="{EF8FAC85-C724-4935-B7B9-D9B74E506739}"/>
    <pc:docChg chg="modSld">
      <pc:chgData name="Anthony Pacheco" userId="fdf46b62-f4f9-461f-bfbc-c3446c220a65" providerId="ADAL" clId="{EF8FAC85-C724-4935-B7B9-D9B74E506739}" dt="2026-02-05T15:38:32.618" v="22" actId="113"/>
      <pc:docMkLst>
        <pc:docMk/>
      </pc:docMkLst>
      <pc:sldChg chg="modSp mod">
        <pc:chgData name="Anthony Pacheco" userId="fdf46b62-f4f9-461f-bfbc-c3446c220a65" providerId="ADAL" clId="{EF8FAC85-C724-4935-B7B9-D9B74E506739}" dt="2026-02-05T15:33:19.085" v="4" actId="113"/>
        <pc:sldMkLst>
          <pc:docMk/>
          <pc:sldMk cId="670490916" sldId="394"/>
        </pc:sldMkLst>
        <pc:spChg chg="mod">
          <ac:chgData name="Anthony Pacheco" userId="fdf46b62-f4f9-461f-bfbc-c3446c220a65" providerId="ADAL" clId="{EF8FAC85-C724-4935-B7B9-D9B74E506739}" dt="2026-02-05T15:33:19.085" v="4" actId="113"/>
          <ac:spMkLst>
            <pc:docMk/>
            <pc:sldMk cId="670490916" sldId="394"/>
            <ac:spMk id="3" creationId="{C73C8F4A-AEE5-7283-E129-FAFA2FD72210}"/>
          </ac:spMkLst>
        </pc:spChg>
      </pc:sldChg>
      <pc:sldChg chg="modSp mod">
        <pc:chgData name="Anthony Pacheco" userId="fdf46b62-f4f9-461f-bfbc-c3446c220a65" providerId="ADAL" clId="{EF8FAC85-C724-4935-B7B9-D9B74E506739}" dt="2026-02-05T15:34:10.479" v="9" actId="113"/>
        <pc:sldMkLst>
          <pc:docMk/>
          <pc:sldMk cId="3278790108" sldId="395"/>
        </pc:sldMkLst>
        <pc:spChg chg="mod">
          <ac:chgData name="Anthony Pacheco" userId="fdf46b62-f4f9-461f-bfbc-c3446c220a65" providerId="ADAL" clId="{EF8FAC85-C724-4935-B7B9-D9B74E506739}" dt="2026-02-05T15:34:10.479" v="9" actId="113"/>
          <ac:spMkLst>
            <pc:docMk/>
            <pc:sldMk cId="3278790108" sldId="395"/>
            <ac:spMk id="3" creationId="{AD64F2EE-764A-9B1B-D866-50F411462A99}"/>
          </ac:spMkLst>
        </pc:spChg>
      </pc:sldChg>
      <pc:sldChg chg="modSp mod">
        <pc:chgData name="Anthony Pacheco" userId="fdf46b62-f4f9-461f-bfbc-c3446c220a65" providerId="ADAL" clId="{EF8FAC85-C724-4935-B7B9-D9B74E506739}" dt="2026-02-05T15:34:54.228" v="16" actId="113"/>
        <pc:sldMkLst>
          <pc:docMk/>
          <pc:sldMk cId="886644264" sldId="396"/>
        </pc:sldMkLst>
        <pc:spChg chg="mod">
          <ac:chgData name="Anthony Pacheco" userId="fdf46b62-f4f9-461f-bfbc-c3446c220a65" providerId="ADAL" clId="{EF8FAC85-C724-4935-B7B9-D9B74E506739}" dt="2026-02-05T15:34:54.228" v="16" actId="113"/>
          <ac:spMkLst>
            <pc:docMk/>
            <pc:sldMk cId="886644264" sldId="396"/>
            <ac:spMk id="3" creationId="{59AA3771-D458-A5D8-811D-46767EE6B750}"/>
          </ac:spMkLst>
        </pc:spChg>
      </pc:sldChg>
      <pc:sldChg chg="modSp mod">
        <pc:chgData name="Anthony Pacheco" userId="fdf46b62-f4f9-461f-bfbc-c3446c220a65" providerId="ADAL" clId="{EF8FAC85-C724-4935-B7B9-D9B74E506739}" dt="2026-02-05T15:38:32.618" v="22" actId="113"/>
        <pc:sldMkLst>
          <pc:docMk/>
          <pc:sldMk cId="1573636507" sldId="397"/>
        </pc:sldMkLst>
        <pc:spChg chg="mod">
          <ac:chgData name="Anthony Pacheco" userId="fdf46b62-f4f9-461f-bfbc-c3446c220a65" providerId="ADAL" clId="{EF8FAC85-C724-4935-B7B9-D9B74E506739}" dt="2026-02-05T15:38:32.618" v="22" actId="113"/>
          <ac:spMkLst>
            <pc:docMk/>
            <pc:sldMk cId="1573636507" sldId="397"/>
            <ac:spMk id="3" creationId="{A8AC2320-5D6A-4165-43CC-02C8E34B3399}"/>
          </ac:spMkLst>
        </pc:spChg>
      </pc:sldChg>
    </pc:docChg>
  </pc:docChgLst>
  <pc:docChgLst>
    <pc:chgData name="Anthony Pacheco" userId="fdf46b62-f4f9-461f-bfbc-c3446c220a65" providerId="ADAL" clId="{46C61306-57F8-4F30-B63F-8877BEB9A9E1}"/>
    <pc:docChg chg="custSel modSld modMainMaster">
      <pc:chgData name="Anthony Pacheco" userId="fdf46b62-f4f9-461f-bfbc-c3446c220a65" providerId="ADAL" clId="{46C61306-57F8-4F30-B63F-8877BEB9A9E1}" dt="2026-02-05T06:39:25.829" v="301" actId="113"/>
      <pc:docMkLst>
        <pc:docMk/>
      </pc:docMkLst>
      <pc:sldChg chg="modSp mod">
        <pc:chgData name="Anthony Pacheco" userId="fdf46b62-f4f9-461f-bfbc-c3446c220a65" providerId="ADAL" clId="{46C61306-57F8-4F30-B63F-8877BEB9A9E1}" dt="2026-02-03T04:07:10.780" v="7" actId="20577"/>
        <pc:sldMkLst>
          <pc:docMk/>
          <pc:sldMk cId="2293288057" sldId="257"/>
        </pc:sldMkLst>
        <pc:spChg chg="mod">
          <ac:chgData name="Anthony Pacheco" userId="fdf46b62-f4f9-461f-bfbc-c3446c220a65" providerId="ADAL" clId="{46C61306-57F8-4F30-B63F-8877BEB9A9E1}" dt="2026-02-03T04:04:20.724" v="1" actId="14100"/>
          <ac:spMkLst>
            <pc:docMk/>
            <pc:sldMk cId="2293288057" sldId="257"/>
            <ac:spMk id="3" creationId="{21966DE8-7575-4696-B84F-B4DD0C822D6A}"/>
          </ac:spMkLst>
        </pc:spChg>
        <pc:spChg chg="mod">
          <ac:chgData name="Anthony Pacheco" userId="fdf46b62-f4f9-461f-bfbc-c3446c220a65" providerId="ADAL" clId="{46C61306-57F8-4F30-B63F-8877BEB9A9E1}" dt="2026-02-03T04:04:27.770" v="3" actId="113"/>
          <ac:spMkLst>
            <pc:docMk/>
            <pc:sldMk cId="2293288057" sldId="257"/>
            <ac:spMk id="4" creationId="{81DDBEBE-99BA-45B9-B4E5-D18D90F7A983}"/>
          </ac:spMkLst>
        </pc:spChg>
        <pc:spChg chg="mod">
          <ac:chgData name="Anthony Pacheco" userId="fdf46b62-f4f9-461f-bfbc-c3446c220a65" providerId="ADAL" clId="{46C61306-57F8-4F30-B63F-8877BEB9A9E1}" dt="2026-02-03T04:07:10.780" v="7" actId="20577"/>
          <ac:spMkLst>
            <pc:docMk/>
            <pc:sldMk cId="2293288057" sldId="257"/>
            <ac:spMk id="6" creationId="{8CA6B67B-9490-477D-A112-06C22B6F8640}"/>
          </ac:spMkLst>
        </pc:spChg>
      </pc:sldChg>
      <pc:sldChg chg="modSp mod">
        <pc:chgData name="Anthony Pacheco" userId="fdf46b62-f4f9-461f-bfbc-c3446c220a65" providerId="ADAL" clId="{46C61306-57F8-4F30-B63F-8877BEB9A9E1}" dt="2026-02-03T04:07:48.617" v="14" actId="113"/>
        <pc:sldMkLst>
          <pc:docMk/>
          <pc:sldMk cId="3724899739" sldId="259"/>
        </pc:sldMkLst>
        <pc:spChg chg="mod">
          <ac:chgData name="Anthony Pacheco" userId="fdf46b62-f4f9-461f-bfbc-c3446c220a65" providerId="ADAL" clId="{46C61306-57F8-4F30-B63F-8877BEB9A9E1}" dt="2026-02-03T04:07:48.617" v="14" actId="113"/>
          <ac:spMkLst>
            <pc:docMk/>
            <pc:sldMk cId="3724899739" sldId="259"/>
            <ac:spMk id="3" creationId="{5654B1CF-B9D3-4962-AD19-D9C1AB18881D}"/>
          </ac:spMkLst>
        </pc:spChg>
      </pc:sldChg>
      <pc:sldChg chg="modSp mod">
        <pc:chgData name="Anthony Pacheco" userId="fdf46b62-f4f9-461f-bfbc-c3446c220a65" providerId="ADAL" clId="{46C61306-57F8-4F30-B63F-8877BEB9A9E1}" dt="2026-02-03T04:29:16.178" v="111" actId="255"/>
        <pc:sldMkLst>
          <pc:docMk/>
          <pc:sldMk cId="3683800090" sldId="262"/>
        </pc:sldMkLst>
        <pc:spChg chg="mod">
          <ac:chgData name="Anthony Pacheco" userId="fdf46b62-f4f9-461f-bfbc-c3446c220a65" providerId="ADAL" clId="{46C61306-57F8-4F30-B63F-8877BEB9A9E1}" dt="2026-02-03T04:29:16.178" v="111" actId="255"/>
          <ac:spMkLst>
            <pc:docMk/>
            <pc:sldMk cId="3683800090" sldId="262"/>
            <ac:spMk id="15" creationId="{5464F008-21F9-FCFB-BF06-39C357DBA52E}"/>
          </ac:spMkLst>
        </pc:spChg>
      </pc:sldChg>
      <pc:sldChg chg="modSp mod">
        <pc:chgData name="Anthony Pacheco" userId="fdf46b62-f4f9-461f-bfbc-c3446c220a65" providerId="ADAL" clId="{46C61306-57F8-4F30-B63F-8877BEB9A9E1}" dt="2026-02-03T04:30:16.708" v="114" actId="255"/>
        <pc:sldMkLst>
          <pc:docMk/>
          <pc:sldMk cId="3889104735" sldId="263"/>
        </pc:sldMkLst>
        <pc:spChg chg="mod">
          <ac:chgData name="Anthony Pacheco" userId="fdf46b62-f4f9-461f-bfbc-c3446c220a65" providerId="ADAL" clId="{46C61306-57F8-4F30-B63F-8877BEB9A9E1}" dt="2026-02-03T04:30:16.708" v="114" actId="255"/>
          <ac:spMkLst>
            <pc:docMk/>
            <pc:sldMk cId="3889104735" sldId="263"/>
            <ac:spMk id="12" creationId="{945F9FD1-AEB1-00C2-F6D0-11C11AF9B426}"/>
          </ac:spMkLst>
        </pc:spChg>
      </pc:sldChg>
      <pc:sldChg chg="modSp mod">
        <pc:chgData name="Anthony Pacheco" userId="fdf46b62-f4f9-461f-bfbc-c3446c220a65" providerId="ADAL" clId="{46C61306-57F8-4F30-B63F-8877BEB9A9E1}" dt="2026-02-03T04:09:06.853" v="30" actId="14100"/>
        <pc:sldMkLst>
          <pc:docMk/>
          <pc:sldMk cId="1204174999" sldId="268"/>
        </pc:sldMkLst>
        <pc:picChg chg="mod">
          <ac:chgData name="Anthony Pacheco" userId="fdf46b62-f4f9-461f-bfbc-c3446c220a65" providerId="ADAL" clId="{46C61306-57F8-4F30-B63F-8877BEB9A9E1}" dt="2026-02-03T04:09:06.853" v="30" actId="14100"/>
          <ac:picMkLst>
            <pc:docMk/>
            <pc:sldMk cId="1204174999" sldId="268"/>
            <ac:picMk id="4" creationId="{3DF37E62-85C2-0E6E-5CA2-69A776402F3A}"/>
          </ac:picMkLst>
        </pc:picChg>
      </pc:sldChg>
      <pc:sldChg chg="modSp mod">
        <pc:chgData name="Anthony Pacheco" userId="fdf46b62-f4f9-461f-bfbc-c3446c220a65" providerId="ADAL" clId="{46C61306-57F8-4F30-B63F-8877BEB9A9E1}" dt="2026-02-05T06:29:41.446" v="205" actId="14100"/>
        <pc:sldMkLst>
          <pc:docMk/>
          <pc:sldMk cId="623742845" sldId="269"/>
        </pc:sldMkLst>
        <pc:spChg chg="mod">
          <ac:chgData name="Anthony Pacheco" userId="fdf46b62-f4f9-461f-bfbc-c3446c220a65" providerId="ADAL" clId="{46C61306-57F8-4F30-B63F-8877BEB9A9E1}" dt="2026-02-05T06:29:41.446" v="205" actId="14100"/>
          <ac:spMkLst>
            <pc:docMk/>
            <pc:sldMk cId="623742845" sldId="269"/>
            <ac:spMk id="3" creationId="{D90D28A5-F477-438F-8470-076D1B855E62}"/>
          </ac:spMkLst>
        </pc:spChg>
      </pc:sldChg>
      <pc:sldChg chg="modSp mod">
        <pc:chgData name="Anthony Pacheco" userId="fdf46b62-f4f9-461f-bfbc-c3446c220a65" providerId="ADAL" clId="{46C61306-57F8-4F30-B63F-8877BEB9A9E1}" dt="2026-02-05T06:29:28.543" v="203" actId="113"/>
        <pc:sldMkLst>
          <pc:docMk/>
          <pc:sldMk cId="2322370733" sldId="270"/>
        </pc:sldMkLst>
        <pc:spChg chg="mod">
          <ac:chgData name="Anthony Pacheco" userId="fdf46b62-f4f9-461f-bfbc-c3446c220a65" providerId="ADAL" clId="{46C61306-57F8-4F30-B63F-8877BEB9A9E1}" dt="2026-02-05T06:29:28.543" v="203" actId="113"/>
          <ac:spMkLst>
            <pc:docMk/>
            <pc:sldMk cId="2322370733" sldId="270"/>
            <ac:spMk id="3" creationId="{6C62FF5B-1A90-449C-9F51-BCC153EB61C0}"/>
          </ac:spMkLst>
        </pc:spChg>
      </pc:sldChg>
      <pc:sldChg chg="modSp mod">
        <pc:chgData name="Anthony Pacheco" userId="fdf46b62-f4f9-461f-bfbc-c3446c220a65" providerId="ADAL" clId="{46C61306-57F8-4F30-B63F-8877BEB9A9E1}" dt="2026-02-03T04:10:39.129" v="42" actId="14100"/>
        <pc:sldMkLst>
          <pc:docMk/>
          <pc:sldMk cId="1267325034" sldId="283"/>
        </pc:sldMkLst>
        <pc:picChg chg="mod">
          <ac:chgData name="Anthony Pacheco" userId="fdf46b62-f4f9-461f-bfbc-c3446c220a65" providerId="ADAL" clId="{46C61306-57F8-4F30-B63F-8877BEB9A9E1}" dt="2026-02-03T04:10:39.129" v="42" actId="14100"/>
          <ac:picMkLst>
            <pc:docMk/>
            <pc:sldMk cId="1267325034" sldId="283"/>
            <ac:picMk id="4" creationId="{F7CFE528-B55A-E157-DF68-225B2CA0FB71}"/>
          </ac:picMkLst>
        </pc:picChg>
      </pc:sldChg>
      <pc:sldChg chg="modSp mod">
        <pc:chgData name="Anthony Pacheco" userId="fdf46b62-f4f9-461f-bfbc-c3446c220a65" providerId="ADAL" clId="{46C61306-57F8-4F30-B63F-8877BEB9A9E1}" dt="2026-02-03T04:36:51.988" v="152" actId="14100"/>
        <pc:sldMkLst>
          <pc:docMk/>
          <pc:sldMk cId="3850630714" sldId="295"/>
        </pc:sldMkLst>
        <pc:picChg chg="mod">
          <ac:chgData name="Anthony Pacheco" userId="fdf46b62-f4f9-461f-bfbc-c3446c220a65" providerId="ADAL" clId="{46C61306-57F8-4F30-B63F-8877BEB9A9E1}" dt="2026-02-03T04:36:51.988" v="152" actId="14100"/>
          <ac:picMkLst>
            <pc:docMk/>
            <pc:sldMk cId="3850630714" sldId="295"/>
            <ac:picMk id="4" creationId="{7129D6DE-18FF-2EBA-D3A1-D5E04DF4AE7D}"/>
          </ac:picMkLst>
        </pc:picChg>
      </pc:sldChg>
      <pc:sldChg chg="modSp mod">
        <pc:chgData name="Anthony Pacheco" userId="fdf46b62-f4f9-461f-bfbc-c3446c220a65" providerId="ADAL" clId="{46C61306-57F8-4F30-B63F-8877BEB9A9E1}" dt="2026-02-05T06:36:01.845" v="270" actId="1076"/>
        <pc:sldMkLst>
          <pc:docMk/>
          <pc:sldMk cId="3289532461" sldId="303"/>
        </pc:sldMkLst>
        <pc:picChg chg="mod">
          <ac:chgData name="Anthony Pacheco" userId="fdf46b62-f4f9-461f-bfbc-c3446c220a65" providerId="ADAL" clId="{46C61306-57F8-4F30-B63F-8877BEB9A9E1}" dt="2026-02-05T06:36:01.845" v="270" actId="1076"/>
          <ac:picMkLst>
            <pc:docMk/>
            <pc:sldMk cId="3289532461" sldId="303"/>
            <ac:picMk id="4" creationId="{9868BB67-0D0D-6241-5920-6EC8440A8BF2}"/>
          </ac:picMkLst>
        </pc:picChg>
      </pc:sldChg>
      <pc:sldChg chg="modSp mod">
        <pc:chgData name="Anthony Pacheco" userId="fdf46b62-f4f9-461f-bfbc-c3446c220a65" providerId="ADAL" clId="{46C61306-57F8-4F30-B63F-8877BEB9A9E1}" dt="2026-02-05T06:30:01.055" v="207" actId="14100"/>
        <pc:sldMkLst>
          <pc:docMk/>
          <pc:sldMk cId="1225153072" sldId="313"/>
        </pc:sldMkLst>
        <pc:spChg chg="mod">
          <ac:chgData name="Anthony Pacheco" userId="fdf46b62-f4f9-461f-bfbc-c3446c220a65" providerId="ADAL" clId="{46C61306-57F8-4F30-B63F-8877BEB9A9E1}" dt="2026-02-05T06:30:01.055" v="207" actId="14100"/>
          <ac:spMkLst>
            <pc:docMk/>
            <pc:sldMk cId="1225153072" sldId="313"/>
            <ac:spMk id="15" creationId="{5464F008-21F9-FCFB-BF06-39C357DBA52E}"/>
          </ac:spMkLst>
        </pc:spChg>
      </pc:sldChg>
      <pc:sldChg chg="modSp mod">
        <pc:chgData name="Anthony Pacheco" userId="fdf46b62-f4f9-461f-bfbc-c3446c220a65" providerId="ADAL" clId="{46C61306-57F8-4F30-B63F-8877BEB9A9E1}" dt="2026-02-03T04:41:00.809" v="168" actId="1036"/>
        <pc:sldMkLst>
          <pc:docMk/>
          <pc:sldMk cId="1145398793" sldId="336"/>
        </pc:sldMkLst>
        <pc:picChg chg="mod">
          <ac:chgData name="Anthony Pacheco" userId="fdf46b62-f4f9-461f-bfbc-c3446c220a65" providerId="ADAL" clId="{46C61306-57F8-4F30-B63F-8877BEB9A9E1}" dt="2026-02-03T04:41:00.809" v="168" actId="1036"/>
          <ac:picMkLst>
            <pc:docMk/>
            <pc:sldMk cId="1145398793" sldId="336"/>
            <ac:picMk id="4" creationId="{3E4121E6-3BE0-EB13-4164-08079259BB07}"/>
          </ac:picMkLst>
        </pc:picChg>
      </pc:sldChg>
      <pc:sldChg chg="modSp mod">
        <pc:chgData name="Anthony Pacheco" userId="fdf46b62-f4f9-461f-bfbc-c3446c220a65" providerId="ADAL" clId="{46C61306-57F8-4F30-B63F-8877BEB9A9E1}" dt="2026-02-03T04:11:11.557" v="46" actId="14100"/>
        <pc:sldMkLst>
          <pc:docMk/>
          <pc:sldMk cId="1736086223" sldId="344"/>
        </pc:sldMkLst>
        <pc:picChg chg="mod">
          <ac:chgData name="Anthony Pacheco" userId="fdf46b62-f4f9-461f-bfbc-c3446c220a65" providerId="ADAL" clId="{46C61306-57F8-4F30-B63F-8877BEB9A9E1}" dt="2026-02-03T04:11:11.557" v="46" actId="14100"/>
          <ac:picMkLst>
            <pc:docMk/>
            <pc:sldMk cId="1736086223" sldId="344"/>
            <ac:picMk id="4" creationId="{3B2EA73F-EFB4-EAB1-95B3-3F69358C1DA5}"/>
          </ac:picMkLst>
        </pc:picChg>
      </pc:sldChg>
      <pc:sldChg chg="modSp mod">
        <pc:chgData name="Anthony Pacheco" userId="fdf46b62-f4f9-461f-bfbc-c3446c220a65" providerId="ADAL" clId="{46C61306-57F8-4F30-B63F-8877BEB9A9E1}" dt="2026-02-03T04:08:06.998" v="17" actId="113"/>
        <pc:sldMkLst>
          <pc:docMk/>
          <pc:sldMk cId="943594364" sldId="368"/>
        </pc:sldMkLst>
        <pc:spChg chg="mod">
          <ac:chgData name="Anthony Pacheco" userId="fdf46b62-f4f9-461f-bfbc-c3446c220a65" providerId="ADAL" clId="{46C61306-57F8-4F30-B63F-8877BEB9A9E1}" dt="2026-02-03T04:08:06.998" v="17" actId="113"/>
          <ac:spMkLst>
            <pc:docMk/>
            <pc:sldMk cId="943594364" sldId="368"/>
            <ac:spMk id="3" creationId="{1501F0BC-C9DC-D705-F253-7BA890142FC5}"/>
          </ac:spMkLst>
        </pc:spChg>
      </pc:sldChg>
      <pc:sldChg chg="modSp mod">
        <pc:chgData name="Anthony Pacheco" userId="fdf46b62-f4f9-461f-bfbc-c3446c220a65" providerId="ADAL" clId="{46C61306-57F8-4F30-B63F-8877BEB9A9E1}" dt="2026-02-03T04:09:01.515" v="29" actId="113"/>
        <pc:sldMkLst>
          <pc:docMk/>
          <pc:sldMk cId="1093108672" sldId="369"/>
        </pc:sldMkLst>
        <pc:spChg chg="mod">
          <ac:chgData name="Anthony Pacheco" userId="fdf46b62-f4f9-461f-bfbc-c3446c220a65" providerId="ADAL" clId="{46C61306-57F8-4F30-B63F-8877BEB9A9E1}" dt="2026-02-03T04:09:01.515" v="29" actId="113"/>
          <ac:spMkLst>
            <pc:docMk/>
            <pc:sldMk cId="1093108672" sldId="369"/>
            <ac:spMk id="3" creationId="{91278A2E-694E-EEA9-6243-A5ABDA0CEAD0}"/>
          </ac:spMkLst>
        </pc:spChg>
      </pc:sldChg>
      <pc:sldChg chg="modSp mod">
        <pc:chgData name="Anthony Pacheco" userId="fdf46b62-f4f9-461f-bfbc-c3446c220a65" providerId="ADAL" clId="{46C61306-57F8-4F30-B63F-8877BEB9A9E1}" dt="2026-02-03T04:09:51.452" v="35" actId="113"/>
        <pc:sldMkLst>
          <pc:docMk/>
          <pc:sldMk cId="403942065" sldId="370"/>
        </pc:sldMkLst>
        <pc:spChg chg="mod">
          <ac:chgData name="Anthony Pacheco" userId="fdf46b62-f4f9-461f-bfbc-c3446c220a65" providerId="ADAL" clId="{46C61306-57F8-4F30-B63F-8877BEB9A9E1}" dt="2026-02-03T04:09:51.452" v="35" actId="113"/>
          <ac:spMkLst>
            <pc:docMk/>
            <pc:sldMk cId="403942065" sldId="370"/>
            <ac:spMk id="3" creationId="{68517DE5-728F-FF86-E3AA-1E6D8553B46E}"/>
          </ac:spMkLst>
        </pc:spChg>
      </pc:sldChg>
      <pc:sldChg chg="modSp mod">
        <pc:chgData name="Anthony Pacheco" userId="fdf46b62-f4f9-461f-bfbc-c3446c220a65" providerId="ADAL" clId="{46C61306-57F8-4F30-B63F-8877BEB9A9E1}" dt="2026-02-03T04:10:26.005" v="41" actId="113"/>
        <pc:sldMkLst>
          <pc:docMk/>
          <pc:sldMk cId="163615433" sldId="371"/>
        </pc:sldMkLst>
        <pc:spChg chg="mod">
          <ac:chgData name="Anthony Pacheco" userId="fdf46b62-f4f9-461f-bfbc-c3446c220a65" providerId="ADAL" clId="{46C61306-57F8-4F30-B63F-8877BEB9A9E1}" dt="2026-02-03T04:10:26.005" v="41" actId="113"/>
          <ac:spMkLst>
            <pc:docMk/>
            <pc:sldMk cId="163615433" sldId="371"/>
            <ac:spMk id="3" creationId="{85EB7CE8-925C-86D9-C819-F809E5A80BFE}"/>
          </ac:spMkLst>
        </pc:spChg>
      </pc:sldChg>
      <pc:sldChg chg="modSp mod">
        <pc:chgData name="Anthony Pacheco" userId="fdf46b62-f4f9-461f-bfbc-c3446c220a65" providerId="ADAL" clId="{46C61306-57F8-4F30-B63F-8877BEB9A9E1}" dt="2026-02-03T04:10:55.932" v="45" actId="113"/>
        <pc:sldMkLst>
          <pc:docMk/>
          <pc:sldMk cId="597858356" sldId="372"/>
        </pc:sldMkLst>
        <pc:spChg chg="mod">
          <ac:chgData name="Anthony Pacheco" userId="fdf46b62-f4f9-461f-bfbc-c3446c220a65" providerId="ADAL" clId="{46C61306-57F8-4F30-B63F-8877BEB9A9E1}" dt="2026-02-03T04:10:55.932" v="45" actId="113"/>
          <ac:spMkLst>
            <pc:docMk/>
            <pc:sldMk cId="597858356" sldId="372"/>
            <ac:spMk id="3" creationId="{07743114-3342-6654-28E4-455A3BEE73F0}"/>
          </ac:spMkLst>
        </pc:spChg>
      </pc:sldChg>
      <pc:sldChg chg="modSp mod">
        <pc:chgData name="Anthony Pacheco" userId="fdf46b62-f4f9-461f-bfbc-c3446c220a65" providerId="ADAL" clId="{46C61306-57F8-4F30-B63F-8877BEB9A9E1}" dt="2026-02-03T04:15:08.897" v="72" actId="113"/>
        <pc:sldMkLst>
          <pc:docMk/>
          <pc:sldMk cId="2146198841" sldId="373"/>
        </pc:sldMkLst>
        <pc:spChg chg="mod">
          <ac:chgData name="Anthony Pacheco" userId="fdf46b62-f4f9-461f-bfbc-c3446c220a65" providerId="ADAL" clId="{46C61306-57F8-4F30-B63F-8877BEB9A9E1}" dt="2026-02-03T04:15:08.897" v="72" actId="113"/>
          <ac:spMkLst>
            <pc:docMk/>
            <pc:sldMk cId="2146198841" sldId="373"/>
            <ac:spMk id="3" creationId="{F21476DD-BB32-367B-8314-37D1CAF6F2D8}"/>
          </ac:spMkLst>
        </pc:spChg>
      </pc:sldChg>
      <pc:sldChg chg="modSp mod">
        <pc:chgData name="Anthony Pacheco" userId="fdf46b62-f4f9-461f-bfbc-c3446c220a65" providerId="ADAL" clId="{46C61306-57F8-4F30-B63F-8877BEB9A9E1}" dt="2026-02-03T04:15:48.274" v="76" actId="113"/>
        <pc:sldMkLst>
          <pc:docMk/>
          <pc:sldMk cId="3260862046" sldId="374"/>
        </pc:sldMkLst>
        <pc:spChg chg="mod">
          <ac:chgData name="Anthony Pacheco" userId="fdf46b62-f4f9-461f-bfbc-c3446c220a65" providerId="ADAL" clId="{46C61306-57F8-4F30-B63F-8877BEB9A9E1}" dt="2026-02-03T04:15:48.274" v="76" actId="113"/>
          <ac:spMkLst>
            <pc:docMk/>
            <pc:sldMk cId="3260862046" sldId="374"/>
            <ac:spMk id="3" creationId="{59573422-0061-DDEB-6A74-2BC42B37B69C}"/>
          </ac:spMkLst>
        </pc:spChg>
      </pc:sldChg>
      <pc:sldChg chg="modSp mod">
        <pc:chgData name="Anthony Pacheco" userId="fdf46b62-f4f9-461f-bfbc-c3446c220a65" providerId="ADAL" clId="{46C61306-57F8-4F30-B63F-8877BEB9A9E1}" dt="2026-02-03T04:16:11.045" v="78" actId="113"/>
        <pc:sldMkLst>
          <pc:docMk/>
          <pc:sldMk cId="4273022069" sldId="375"/>
        </pc:sldMkLst>
        <pc:spChg chg="mod">
          <ac:chgData name="Anthony Pacheco" userId="fdf46b62-f4f9-461f-bfbc-c3446c220a65" providerId="ADAL" clId="{46C61306-57F8-4F30-B63F-8877BEB9A9E1}" dt="2026-02-03T04:16:11.045" v="78" actId="113"/>
          <ac:spMkLst>
            <pc:docMk/>
            <pc:sldMk cId="4273022069" sldId="375"/>
            <ac:spMk id="5" creationId="{36AC2406-6EE4-26F2-B911-B59F82B5B9A4}"/>
          </ac:spMkLst>
        </pc:spChg>
        <pc:picChg chg="mod">
          <ac:chgData name="Anthony Pacheco" userId="fdf46b62-f4f9-461f-bfbc-c3446c220a65" providerId="ADAL" clId="{46C61306-57F8-4F30-B63F-8877BEB9A9E1}" dt="2026-02-03T04:16:03.463" v="77" actId="14100"/>
          <ac:picMkLst>
            <pc:docMk/>
            <pc:sldMk cId="4273022069" sldId="375"/>
            <ac:picMk id="4" creationId="{96780F1E-5BF6-083D-11E5-5A1CD28C65A0}"/>
          </ac:picMkLst>
        </pc:picChg>
      </pc:sldChg>
      <pc:sldChg chg="modSp mod">
        <pc:chgData name="Anthony Pacheco" userId="fdf46b62-f4f9-461f-bfbc-c3446c220a65" providerId="ADAL" clId="{46C61306-57F8-4F30-B63F-8877BEB9A9E1}" dt="2026-02-03T04:16:33.047" v="81" actId="113"/>
        <pc:sldMkLst>
          <pc:docMk/>
          <pc:sldMk cId="723140762" sldId="376"/>
        </pc:sldMkLst>
        <pc:spChg chg="mod">
          <ac:chgData name="Anthony Pacheco" userId="fdf46b62-f4f9-461f-bfbc-c3446c220a65" providerId="ADAL" clId="{46C61306-57F8-4F30-B63F-8877BEB9A9E1}" dt="2026-02-03T04:16:33.047" v="81" actId="113"/>
          <ac:spMkLst>
            <pc:docMk/>
            <pc:sldMk cId="723140762" sldId="376"/>
            <ac:spMk id="3" creationId="{9983DE5E-364C-9AA2-D1DF-DE30B1568D75}"/>
          </ac:spMkLst>
        </pc:spChg>
      </pc:sldChg>
      <pc:sldChg chg="modSp mod">
        <pc:chgData name="Anthony Pacheco" userId="fdf46b62-f4f9-461f-bfbc-c3446c220a65" providerId="ADAL" clId="{46C61306-57F8-4F30-B63F-8877BEB9A9E1}" dt="2026-02-03T04:19:07.790" v="86" actId="113"/>
        <pc:sldMkLst>
          <pc:docMk/>
          <pc:sldMk cId="791905133" sldId="377"/>
        </pc:sldMkLst>
        <pc:spChg chg="mod">
          <ac:chgData name="Anthony Pacheco" userId="fdf46b62-f4f9-461f-bfbc-c3446c220a65" providerId="ADAL" clId="{46C61306-57F8-4F30-B63F-8877BEB9A9E1}" dt="2026-02-03T04:19:07.790" v="86" actId="113"/>
          <ac:spMkLst>
            <pc:docMk/>
            <pc:sldMk cId="791905133" sldId="377"/>
            <ac:spMk id="3" creationId="{57027285-507E-134C-3B9F-B95C49120187}"/>
          </ac:spMkLst>
        </pc:spChg>
      </pc:sldChg>
      <pc:sldChg chg="modSp mod">
        <pc:chgData name="Anthony Pacheco" userId="fdf46b62-f4f9-461f-bfbc-c3446c220a65" providerId="ADAL" clId="{46C61306-57F8-4F30-B63F-8877BEB9A9E1}" dt="2026-02-03T04:19:14.818" v="88" actId="1076"/>
        <pc:sldMkLst>
          <pc:docMk/>
          <pc:sldMk cId="2214598424" sldId="378"/>
        </pc:sldMkLst>
        <pc:picChg chg="mod">
          <ac:chgData name="Anthony Pacheco" userId="fdf46b62-f4f9-461f-bfbc-c3446c220a65" providerId="ADAL" clId="{46C61306-57F8-4F30-B63F-8877BEB9A9E1}" dt="2026-02-03T04:19:14.818" v="88" actId="1076"/>
          <ac:picMkLst>
            <pc:docMk/>
            <pc:sldMk cId="2214598424" sldId="378"/>
            <ac:picMk id="4" creationId="{4C5513CF-1323-4CBF-805A-661F5EA994D5}"/>
          </ac:picMkLst>
        </pc:picChg>
      </pc:sldChg>
      <pc:sldChg chg="modSp mod">
        <pc:chgData name="Anthony Pacheco" userId="fdf46b62-f4f9-461f-bfbc-c3446c220a65" providerId="ADAL" clId="{46C61306-57F8-4F30-B63F-8877BEB9A9E1}" dt="2026-02-03T04:19:55.937" v="93" actId="113"/>
        <pc:sldMkLst>
          <pc:docMk/>
          <pc:sldMk cId="223043056" sldId="379"/>
        </pc:sldMkLst>
        <pc:spChg chg="mod">
          <ac:chgData name="Anthony Pacheco" userId="fdf46b62-f4f9-461f-bfbc-c3446c220a65" providerId="ADAL" clId="{46C61306-57F8-4F30-B63F-8877BEB9A9E1}" dt="2026-02-03T04:19:55.937" v="93" actId="113"/>
          <ac:spMkLst>
            <pc:docMk/>
            <pc:sldMk cId="223043056" sldId="379"/>
            <ac:spMk id="3" creationId="{2F9E82CA-F6C8-B6C9-3369-B7C6F2C86FD2}"/>
          </ac:spMkLst>
        </pc:spChg>
      </pc:sldChg>
      <pc:sldChg chg="modSp mod">
        <pc:chgData name="Anthony Pacheco" userId="fdf46b62-f4f9-461f-bfbc-c3446c220a65" providerId="ADAL" clId="{46C61306-57F8-4F30-B63F-8877BEB9A9E1}" dt="2026-02-03T04:20:08.646" v="95" actId="1076"/>
        <pc:sldMkLst>
          <pc:docMk/>
          <pc:sldMk cId="4227610298" sldId="380"/>
        </pc:sldMkLst>
        <pc:picChg chg="mod">
          <ac:chgData name="Anthony Pacheco" userId="fdf46b62-f4f9-461f-bfbc-c3446c220a65" providerId="ADAL" clId="{46C61306-57F8-4F30-B63F-8877BEB9A9E1}" dt="2026-02-03T04:20:08.646" v="95" actId="1076"/>
          <ac:picMkLst>
            <pc:docMk/>
            <pc:sldMk cId="4227610298" sldId="380"/>
            <ac:picMk id="4" creationId="{859754BE-34BE-9D6D-27D0-B72FB4C54044}"/>
          </ac:picMkLst>
        </pc:picChg>
      </pc:sldChg>
      <pc:sldChg chg="modSp mod">
        <pc:chgData name="Anthony Pacheco" userId="fdf46b62-f4f9-461f-bfbc-c3446c220a65" providerId="ADAL" clId="{46C61306-57F8-4F30-B63F-8877BEB9A9E1}" dt="2026-02-03T04:20:41.553" v="100" actId="113"/>
        <pc:sldMkLst>
          <pc:docMk/>
          <pc:sldMk cId="827595916" sldId="381"/>
        </pc:sldMkLst>
        <pc:spChg chg="mod">
          <ac:chgData name="Anthony Pacheco" userId="fdf46b62-f4f9-461f-bfbc-c3446c220a65" providerId="ADAL" clId="{46C61306-57F8-4F30-B63F-8877BEB9A9E1}" dt="2026-02-03T04:20:41.553" v="100" actId="113"/>
          <ac:spMkLst>
            <pc:docMk/>
            <pc:sldMk cId="827595916" sldId="381"/>
            <ac:spMk id="3" creationId="{534676AF-AD33-FF5D-D312-CCEF7ED753FC}"/>
          </ac:spMkLst>
        </pc:spChg>
      </pc:sldChg>
      <pc:sldChg chg="modSp mod">
        <pc:chgData name="Anthony Pacheco" userId="fdf46b62-f4f9-461f-bfbc-c3446c220a65" providerId="ADAL" clId="{46C61306-57F8-4F30-B63F-8877BEB9A9E1}" dt="2026-02-03T04:28:01.920" v="107" actId="14100"/>
        <pc:sldMkLst>
          <pc:docMk/>
          <pc:sldMk cId="196637175" sldId="382"/>
        </pc:sldMkLst>
        <pc:spChg chg="mod">
          <ac:chgData name="Anthony Pacheco" userId="fdf46b62-f4f9-461f-bfbc-c3446c220a65" providerId="ADAL" clId="{46C61306-57F8-4F30-B63F-8877BEB9A9E1}" dt="2026-02-03T04:27:56.159" v="105" actId="14100"/>
          <ac:spMkLst>
            <pc:docMk/>
            <pc:sldMk cId="196637175" sldId="382"/>
            <ac:spMk id="5" creationId="{ADA6C513-C155-7690-A4E6-889EDFE08D3F}"/>
          </ac:spMkLst>
        </pc:spChg>
        <pc:picChg chg="mod">
          <ac:chgData name="Anthony Pacheco" userId="fdf46b62-f4f9-461f-bfbc-c3446c220a65" providerId="ADAL" clId="{46C61306-57F8-4F30-B63F-8877BEB9A9E1}" dt="2026-02-03T04:27:41.435" v="102" actId="1076"/>
          <ac:picMkLst>
            <pc:docMk/>
            <pc:sldMk cId="196637175" sldId="382"/>
            <ac:picMk id="4" creationId="{2C36A083-227F-0B7C-6D8B-1547FA665B5C}"/>
          </ac:picMkLst>
        </pc:picChg>
        <pc:picChg chg="mod">
          <ac:chgData name="Anthony Pacheco" userId="fdf46b62-f4f9-461f-bfbc-c3446c220a65" providerId="ADAL" clId="{46C61306-57F8-4F30-B63F-8877BEB9A9E1}" dt="2026-02-03T04:28:01.920" v="107" actId="14100"/>
          <ac:picMkLst>
            <pc:docMk/>
            <pc:sldMk cId="196637175" sldId="382"/>
            <ac:picMk id="7" creationId="{B68B9514-44FA-8E9D-1B22-00383F5085BE}"/>
          </ac:picMkLst>
        </pc:picChg>
      </pc:sldChg>
      <pc:sldChg chg="modSp mod">
        <pc:chgData name="Anthony Pacheco" userId="fdf46b62-f4f9-461f-bfbc-c3446c220a65" providerId="ADAL" clId="{46C61306-57F8-4F30-B63F-8877BEB9A9E1}" dt="2026-02-03T04:28:59.687" v="109" actId="14100"/>
        <pc:sldMkLst>
          <pc:docMk/>
          <pc:sldMk cId="3724286269" sldId="383"/>
        </pc:sldMkLst>
        <pc:picChg chg="mod">
          <ac:chgData name="Anthony Pacheco" userId="fdf46b62-f4f9-461f-bfbc-c3446c220a65" providerId="ADAL" clId="{46C61306-57F8-4F30-B63F-8877BEB9A9E1}" dt="2026-02-03T04:28:59.687" v="109" actId="14100"/>
          <ac:picMkLst>
            <pc:docMk/>
            <pc:sldMk cId="3724286269" sldId="383"/>
            <ac:picMk id="4" creationId="{E490D3E8-132F-DF6D-0378-6CE72D4561B5}"/>
          </ac:picMkLst>
        </pc:picChg>
      </pc:sldChg>
      <pc:sldChg chg="modSp mod">
        <pc:chgData name="Anthony Pacheco" userId="fdf46b62-f4f9-461f-bfbc-c3446c220a65" providerId="ADAL" clId="{46C61306-57F8-4F30-B63F-8877BEB9A9E1}" dt="2026-02-03T04:31:50.249" v="120" actId="113"/>
        <pc:sldMkLst>
          <pc:docMk/>
          <pc:sldMk cId="948569468" sldId="384"/>
        </pc:sldMkLst>
        <pc:spChg chg="mod">
          <ac:chgData name="Anthony Pacheco" userId="fdf46b62-f4f9-461f-bfbc-c3446c220a65" providerId="ADAL" clId="{46C61306-57F8-4F30-B63F-8877BEB9A9E1}" dt="2026-02-03T04:31:50.249" v="120" actId="113"/>
          <ac:spMkLst>
            <pc:docMk/>
            <pc:sldMk cId="948569468" sldId="384"/>
            <ac:spMk id="3" creationId="{8FA2FB4C-C251-5E53-2B59-998E6EC6D025}"/>
          </ac:spMkLst>
        </pc:spChg>
      </pc:sldChg>
      <pc:sldChg chg="modSp mod">
        <pc:chgData name="Anthony Pacheco" userId="fdf46b62-f4f9-461f-bfbc-c3446c220a65" providerId="ADAL" clId="{46C61306-57F8-4F30-B63F-8877BEB9A9E1}" dt="2026-02-03T04:32:36.853" v="128" actId="113"/>
        <pc:sldMkLst>
          <pc:docMk/>
          <pc:sldMk cId="1472281975" sldId="385"/>
        </pc:sldMkLst>
        <pc:spChg chg="mod">
          <ac:chgData name="Anthony Pacheco" userId="fdf46b62-f4f9-461f-bfbc-c3446c220a65" providerId="ADAL" clId="{46C61306-57F8-4F30-B63F-8877BEB9A9E1}" dt="2026-02-03T04:32:36.853" v="128" actId="113"/>
          <ac:spMkLst>
            <pc:docMk/>
            <pc:sldMk cId="1472281975" sldId="385"/>
            <ac:spMk id="3" creationId="{E5DC6DD0-721C-4A00-537A-4363FF6C8FC3}"/>
          </ac:spMkLst>
        </pc:spChg>
      </pc:sldChg>
      <pc:sldChg chg="modSp mod">
        <pc:chgData name="Anthony Pacheco" userId="fdf46b62-f4f9-461f-bfbc-c3446c220a65" providerId="ADAL" clId="{46C61306-57F8-4F30-B63F-8877BEB9A9E1}" dt="2026-02-03T04:33:29.566" v="133" actId="113"/>
        <pc:sldMkLst>
          <pc:docMk/>
          <pc:sldMk cId="3365607696" sldId="386"/>
        </pc:sldMkLst>
        <pc:spChg chg="mod">
          <ac:chgData name="Anthony Pacheco" userId="fdf46b62-f4f9-461f-bfbc-c3446c220a65" providerId="ADAL" clId="{46C61306-57F8-4F30-B63F-8877BEB9A9E1}" dt="2026-02-03T04:33:29.566" v="133" actId="113"/>
          <ac:spMkLst>
            <pc:docMk/>
            <pc:sldMk cId="3365607696" sldId="386"/>
            <ac:spMk id="3" creationId="{D7C92245-356C-7CA5-6CF0-78EEBF109463}"/>
          </ac:spMkLst>
        </pc:spChg>
      </pc:sldChg>
      <pc:sldChg chg="modSp mod">
        <pc:chgData name="Anthony Pacheco" userId="fdf46b62-f4f9-461f-bfbc-c3446c220a65" providerId="ADAL" clId="{46C61306-57F8-4F30-B63F-8877BEB9A9E1}" dt="2026-02-03T04:34:51.248" v="138" actId="113"/>
        <pc:sldMkLst>
          <pc:docMk/>
          <pc:sldMk cId="976736188" sldId="387"/>
        </pc:sldMkLst>
        <pc:spChg chg="mod">
          <ac:chgData name="Anthony Pacheco" userId="fdf46b62-f4f9-461f-bfbc-c3446c220a65" providerId="ADAL" clId="{46C61306-57F8-4F30-B63F-8877BEB9A9E1}" dt="2026-02-03T04:34:51.248" v="138" actId="113"/>
          <ac:spMkLst>
            <pc:docMk/>
            <pc:sldMk cId="976736188" sldId="387"/>
            <ac:spMk id="3" creationId="{7A2BB8D0-EE01-7873-1DC4-FA6B532A5AB1}"/>
          </ac:spMkLst>
        </pc:spChg>
      </pc:sldChg>
      <pc:sldChg chg="modSp mod">
        <pc:chgData name="Anthony Pacheco" userId="fdf46b62-f4f9-461f-bfbc-c3446c220a65" providerId="ADAL" clId="{46C61306-57F8-4F30-B63F-8877BEB9A9E1}" dt="2026-02-03T04:35:23.756" v="144" actId="113"/>
        <pc:sldMkLst>
          <pc:docMk/>
          <pc:sldMk cId="4188682096" sldId="388"/>
        </pc:sldMkLst>
        <pc:spChg chg="mod">
          <ac:chgData name="Anthony Pacheco" userId="fdf46b62-f4f9-461f-bfbc-c3446c220a65" providerId="ADAL" clId="{46C61306-57F8-4F30-B63F-8877BEB9A9E1}" dt="2026-02-03T04:35:23.756" v="144" actId="113"/>
          <ac:spMkLst>
            <pc:docMk/>
            <pc:sldMk cId="4188682096" sldId="388"/>
            <ac:spMk id="3" creationId="{A8967BF5-9257-669B-C2BA-784081BA2BFA}"/>
          </ac:spMkLst>
        </pc:spChg>
      </pc:sldChg>
      <pc:sldChg chg="modSp mod">
        <pc:chgData name="Anthony Pacheco" userId="fdf46b62-f4f9-461f-bfbc-c3446c220a65" providerId="ADAL" clId="{46C61306-57F8-4F30-B63F-8877BEB9A9E1}" dt="2026-02-03T04:36:38.960" v="149" actId="113"/>
        <pc:sldMkLst>
          <pc:docMk/>
          <pc:sldMk cId="2015543378" sldId="389"/>
        </pc:sldMkLst>
        <pc:spChg chg="mod">
          <ac:chgData name="Anthony Pacheco" userId="fdf46b62-f4f9-461f-bfbc-c3446c220a65" providerId="ADAL" clId="{46C61306-57F8-4F30-B63F-8877BEB9A9E1}" dt="2026-02-03T04:36:38.960" v="149" actId="113"/>
          <ac:spMkLst>
            <pc:docMk/>
            <pc:sldMk cId="2015543378" sldId="389"/>
            <ac:spMk id="3" creationId="{968CE188-5600-77DD-E31C-DFA4895EB444}"/>
          </ac:spMkLst>
        </pc:spChg>
      </pc:sldChg>
      <pc:sldChg chg="modSp mod">
        <pc:chgData name="Anthony Pacheco" userId="fdf46b62-f4f9-461f-bfbc-c3446c220a65" providerId="ADAL" clId="{46C61306-57F8-4F30-B63F-8877BEB9A9E1}" dt="2026-02-03T04:40:49.902" v="158" actId="113"/>
        <pc:sldMkLst>
          <pc:docMk/>
          <pc:sldMk cId="2411479354" sldId="390"/>
        </pc:sldMkLst>
        <pc:spChg chg="mod">
          <ac:chgData name="Anthony Pacheco" userId="fdf46b62-f4f9-461f-bfbc-c3446c220a65" providerId="ADAL" clId="{46C61306-57F8-4F30-B63F-8877BEB9A9E1}" dt="2026-02-03T04:40:49.902" v="158" actId="113"/>
          <ac:spMkLst>
            <pc:docMk/>
            <pc:sldMk cId="2411479354" sldId="390"/>
            <ac:spMk id="3" creationId="{86D12F50-71FA-0499-A3DA-61AB2ACA4C32}"/>
          </ac:spMkLst>
        </pc:spChg>
      </pc:sldChg>
      <pc:sldChg chg="modSp mod">
        <pc:chgData name="Anthony Pacheco" userId="fdf46b62-f4f9-461f-bfbc-c3446c220a65" providerId="ADAL" clId="{46C61306-57F8-4F30-B63F-8877BEB9A9E1}" dt="2026-02-03T04:41:49.700" v="175" actId="113"/>
        <pc:sldMkLst>
          <pc:docMk/>
          <pc:sldMk cId="3206472581" sldId="391"/>
        </pc:sldMkLst>
        <pc:spChg chg="mod">
          <ac:chgData name="Anthony Pacheco" userId="fdf46b62-f4f9-461f-bfbc-c3446c220a65" providerId="ADAL" clId="{46C61306-57F8-4F30-B63F-8877BEB9A9E1}" dt="2026-02-03T04:41:49.700" v="175" actId="113"/>
          <ac:spMkLst>
            <pc:docMk/>
            <pc:sldMk cId="3206472581" sldId="391"/>
            <ac:spMk id="3" creationId="{E41520FC-98DC-84BF-6F48-6F181C8C7844}"/>
          </ac:spMkLst>
        </pc:spChg>
      </pc:sldChg>
      <pc:sldChg chg="modSp mod">
        <pc:chgData name="Anthony Pacheco" userId="fdf46b62-f4f9-461f-bfbc-c3446c220a65" providerId="ADAL" clId="{46C61306-57F8-4F30-B63F-8877BEB9A9E1}" dt="2026-02-03T05:00:07.415" v="184" actId="113"/>
        <pc:sldMkLst>
          <pc:docMk/>
          <pc:sldMk cId="1981265811" sldId="392"/>
        </pc:sldMkLst>
        <pc:spChg chg="mod">
          <ac:chgData name="Anthony Pacheco" userId="fdf46b62-f4f9-461f-bfbc-c3446c220a65" providerId="ADAL" clId="{46C61306-57F8-4F30-B63F-8877BEB9A9E1}" dt="2026-02-03T05:00:07.415" v="184" actId="113"/>
          <ac:spMkLst>
            <pc:docMk/>
            <pc:sldMk cId="1981265811" sldId="392"/>
            <ac:spMk id="3" creationId="{9D102105-2984-86CC-32C5-01E3C84E9E98}"/>
          </ac:spMkLst>
        </pc:spChg>
      </pc:sldChg>
      <pc:sldChg chg="addSp modSp mod">
        <pc:chgData name="Anthony Pacheco" userId="fdf46b62-f4f9-461f-bfbc-c3446c220a65" providerId="ADAL" clId="{46C61306-57F8-4F30-B63F-8877BEB9A9E1}" dt="2026-02-03T05:01:25.259" v="197" actId="113"/>
        <pc:sldMkLst>
          <pc:docMk/>
          <pc:sldMk cId="3192014729" sldId="393"/>
        </pc:sldMkLst>
        <pc:spChg chg="mod">
          <ac:chgData name="Anthony Pacheco" userId="fdf46b62-f4f9-461f-bfbc-c3446c220a65" providerId="ADAL" clId="{46C61306-57F8-4F30-B63F-8877BEB9A9E1}" dt="2026-02-03T05:00:32.583" v="186" actId="14100"/>
          <ac:spMkLst>
            <pc:docMk/>
            <pc:sldMk cId="3192014729" sldId="393"/>
            <ac:spMk id="2" creationId="{116A9E44-6321-3A8D-4CFD-5FBDD21DAE24}"/>
          </ac:spMkLst>
        </pc:spChg>
        <pc:spChg chg="mod">
          <ac:chgData name="Anthony Pacheco" userId="fdf46b62-f4f9-461f-bfbc-c3446c220a65" providerId="ADAL" clId="{46C61306-57F8-4F30-B63F-8877BEB9A9E1}" dt="2026-02-03T05:01:25.259" v="197" actId="113"/>
          <ac:spMkLst>
            <pc:docMk/>
            <pc:sldMk cId="3192014729" sldId="393"/>
            <ac:spMk id="3" creationId="{BAA16137-4D42-1B08-9541-CAA72DE58716}"/>
          </ac:spMkLst>
        </pc:spChg>
        <pc:spChg chg="add mod">
          <ac:chgData name="Anthony Pacheco" userId="fdf46b62-f4f9-461f-bfbc-c3446c220a65" providerId="ADAL" clId="{46C61306-57F8-4F30-B63F-8877BEB9A9E1}" dt="2026-02-03T05:01:00.879" v="195" actId="255"/>
          <ac:spMkLst>
            <pc:docMk/>
            <pc:sldMk cId="3192014729" sldId="393"/>
            <ac:spMk id="4" creationId="{3560293D-0FC6-ECB5-F86F-5BF4F09629AC}"/>
          </ac:spMkLst>
        </pc:spChg>
      </pc:sldChg>
      <pc:sldChg chg="modSp mod">
        <pc:chgData name="Anthony Pacheco" userId="fdf46b62-f4f9-461f-bfbc-c3446c220a65" providerId="ADAL" clId="{46C61306-57F8-4F30-B63F-8877BEB9A9E1}" dt="2026-02-03T05:01:34.572" v="198" actId="14100"/>
        <pc:sldMkLst>
          <pc:docMk/>
          <pc:sldMk cId="670490916" sldId="394"/>
        </pc:sldMkLst>
        <pc:spChg chg="mod">
          <ac:chgData name="Anthony Pacheco" userId="fdf46b62-f4f9-461f-bfbc-c3446c220a65" providerId="ADAL" clId="{46C61306-57F8-4F30-B63F-8877BEB9A9E1}" dt="2026-02-03T05:01:34.572" v="198" actId="14100"/>
          <ac:spMkLst>
            <pc:docMk/>
            <pc:sldMk cId="670490916" sldId="394"/>
            <ac:spMk id="3" creationId="{C73C8F4A-AEE5-7283-E129-FAFA2FD72210}"/>
          </ac:spMkLst>
        </pc:spChg>
      </pc:sldChg>
      <pc:sldChg chg="modSp mod">
        <pc:chgData name="Anthony Pacheco" userId="fdf46b62-f4f9-461f-bfbc-c3446c220a65" providerId="ADAL" clId="{46C61306-57F8-4F30-B63F-8877BEB9A9E1}" dt="2026-02-05T06:39:25.829" v="301" actId="113"/>
        <pc:sldMkLst>
          <pc:docMk/>
          <pc:sldMk cId="2244264465" sldId="398"/>
        </pc:sldMkLst>
        <pc:spChg chg="mod">
          <ac:chgData name="Anthony Pacheco" userId="fdf46b62-f4f9-461f-bfbc-c3446c220a65" providerId="ADAL" clId="{46C61306-57F8-4F30-B63F-8877BEB9A9E1}" dt="2026-02-05T06:39:25.829" v="301" actId="113"/>
          <ac:spMkLst>
            <pc:docMk/>
            <pc:sldMk cId="2244264465" sldId="398"/>
            <ac:spMk id="3" creationId="{967A1B46-86CA-2E00-42B5-C11F5C6F53E7}"/>
          </ac:spMkLst>
        </pc:spChg>
      </pc:sldChg>
      <pc:sldChg chg="modSp mod">
        <pc:chgData name="Anthony Pacheco" userId="fdf46b62-f4f9-461f-bfbc-c3446c220a65" providerId="ADAL" clId="{46C61306-57F8-4F30-B63F-8877BEB9A9E1}" dt="2026-02-05T06:38:49.689" v="295" actId="113"/>
        <pc:sldMkLst>
          <pc:docMk/>
          <pc:sldMk cId="3419999747" sldId="399"/>
        </pc:sldMkLst>
        <pc:spChg chg="mod">
          <ac:chgData name="Anthony Pacheco" userId="fdf46b62-f4f9-461f-bfbc-c3446c220a65" providerId="ADAL" clId="{46C61306-57F8-4F30-B63F-8877BEB9A9E1}" dt="2026-02-05T06:38:49.689" v="295" actId="113"/>
          <ac:spMkLst>
            <pc:docMk/>
            <pc:sldMk cId="3419999747" sldId="399"/>
            <ac:spMk id="3" creationId="{EED7017B-281D-7408-4D65-70CE012C1216}"/>
          </ac:spMkLst>
        </pc:spChg>
      </pc:sldChg>
      <pc:sldChg chg="modSp mod">
        <pc:chgData name="Anthony Pacheco" userId="fdf46b62-f4f9-461f-bfbc-c3446c220a65" providerId="ADAL" clId="{46C61306-57F8-4F30-B63F-8877BEB9A9E1}" dt="2026-02-05T06:37:43.577" v="286" actId="113"/>
        <pc:sldMkLst>
          <pc:docMk/>
          <pc:sldMk cId="1333264403" sldId="400"/>
        </pc:sldMkLst>
        <pc:spChg chg="mod">
          <ac:chgData name="Anthony Pacheco" userId="fdf46b62-f4f9-461f-bfbc-c3446c220a65" providerId="ADAL" clId="{46C61306-57F8-4F30-B63F-8877BEB9A9E1}" dt="2026-02-05T06:37:43.577" v="286" actId="113"/>
          <ac:spMkLst>
            <pc:docMk/>
            <pc:sldMk cId="1333264403" sldId="400"/>
            <ac:spMk id="3" creationId="{76C8D552-B6DC-5879-AC99-CAFEC7EB0897}"/>
          </ac:spMkLst>
        </pc:spChg>
      </pc:sldChg>
      <pc:sldChg chg="modSp mod">
        <pc:chgData name="Anthony Pacheco" userId="fdf46b62-f4f9-461f-bfbc-c3446c220a65" providerId="ADAL" clId="{46C61306-57F8-4F30-B63F-8877BEB9A9E1}" dt="2026-02-05T06:37:16.312" v="281" actId="113"/>
        <pc:sldMkLst>
          <pc:docMk/>
          <pc:sldMk cId="2264944395" sldId="401"/>
        </pc:sldMkLst>
        <pc:spChg chg="mod">
          <ac:chgData name="Anthony Pacheco" userId="fdf46b62-f4f9-461f-bfbc-c3446c220a65" providerId="ADAL" clId="{46C61306-57F8-4F30-B63F-8877BEB9A9E1}" dt="2026-02-05T06:37:16.312" v="281" actId="113"/>
          <ac:spMkLst>
            <pc:docMk/>
            <pc:sldMk cId="2264944395" sldId="401"/>
            <ac:spMk id="3" creationId="{E6ED34E2-CC7B-2B59-09BD-A13D6069D413}"/>
          </ac:spMkLst>
        </pc:spChg>
      </pc:sldChg>
      <pc:sldChg chg="modSp mod">
        <pc:chgData name="Anthony Pacheco" userId="fdf46b62-f4f9-461f-bfbc-c3446c220a65" providerId="ADAL" clId="{46C61306-57F8-4F30-B63F-8877BEB9A9E1}" dt="2026-02-05T06:36:32.500" v="275" actId="113"/>
        <pc:sldMkLst>
          <pc:docMk/>
          <pc:sldMk cId="1725435833" sldId="402"/>
        </pc:sldMkLst>
        <pc:spChg chg="mod">
          <ac:chgData name="Anthony Pacheco" userId="fdf46b62-f4f9-461f-bfbc-c3446c220a65" providerId="ADAL" clId="{46C61306-57F8-4F30-B63F-8877BEB9A9E1}" dt="2026-02-05T06:36:32.500" v="275" actId="113"/>
          <ac:spMkLst>
            <pc:docMk/>
            <pc:sldMk cId="1725435833" sldId="402"/>
            <ac:spMk id="3" creationId="{864CEB68-0226-FD6E-AFF2-FA4BF5AA10AD}"/>
          </ac:spMkLst>
        </pc:spChg>
      </pc:sldChg>
      <pc:sldChg chg="modSp mod">
        <pc:chgData name="Anthony Pacheco" userId="fdf46b62-f4f9-461f-bfbc-c3446c220a65" providerId="ADAL" clId="{46C61306-57F8-4F30-B63F-8877BEB9A9E1}" dt="2026-02-05T06:35:50.845" v="268" actId="113"/>
        <pc:sldMkLst>
          <pc:docMk/>
          <pc:sldMk cId="2609778793" sldId="403"/>
        </pc:sldMkLst>
        <pc:spChg chg="mod">
          <ac:chgData name="Anthony Pacheco" userId="fdf46b62-f4f9-461f-bfbc-c3446c220a65" providerId="ADAL" clId="{46C61306-57F8-4F30-B63F-8877BEB9A9E1}" dt="2026-02-05T06:35:50.845" v="268" actId="113"/>
          <ac:spMkLst>
            <pc:docMk/>
            <pc:sldMk cId="2609778793" sldId="403"/>
            <ac:spMk id="3" creationId="{995BD0DF-6DE3-1C94-5652-E88111F66BDD}"/>
          </ac:spMkLst>
        </pc:spChg>
      </pc:sldChg>
      <pc:sldChg chg="modSp mod">
        <pc:chgData name="Anthony Pacheco" userId="fdf46b62-f4f9-461f-bfbc-c3446c220a65" providerId="ADAL" clId="{46C61306-57F8-4F30-B63F-8877BEB9A9E1}" dt="2026-02-05T06:35:30.337" v="265" actId="113"/>
        <pc:sldMkLst>
          <pc:docMk/>
          <pc:sldMk cId="1230458554" sldId="404"/>
        </pc:sldMkLst>
        <pc:spChg chg="mod">
          <ac:chgData name="Anthony Pacheco" userId="fdf46b62-f4f9-461f-bfbc-c3446c220a65" providerId="ADAL" clId="{46C61306-57F8-4F30-B63F-8877BEB9A9E1}" dt="2026-02-05T06:35:30.337" v="265" actId="113"/>
          <ac:spMkLst>
            <pc:docMk/>
            <pc:sldMk cId="1230458554" sldId="404"/>
            <ac:spMk id="3" creationId="{2ADC5DF1-200D-DA53-05CB-4231889F8D03}"/>
          </ac:spMkLst>
        </pc:spChg>
      </pc:sldChg>
      <pc:sldChg chg="modSp mod">
        <pc:chgData name="Anthony Pacheco" userId="fdf46b62-f4f9-461f-bfbc-c3446c220a65" providerId="ADAL" clId="{46C61306-57F8-4F30-B63F-8877BEB9A9E1}" dt="2026-02-05T06:34:55.250" v="259" actId="113"/>
        <pc:sldMkLst>
          <pc:docMk/>
          <pc:sldMk cId="4048105008" sldId="405"/>
        </pc:sldMkLst>
        <pc:spChg chg="mod">
          <ac:chgData name="Anthony Pacheco" userId="fdf46b62-f4f9-461f-bfbc-c3446c220a65" providerId="ADAL" clId="{46C61306-57F8-4F30-B63F-8877BEB9A9E1}" dt="2026-02-05T06:34:55.250" v="259" actId="113"/>
          <ac:spMkLst>
            <pc:docMk/>
            <pc:sldMk cId="4048105008" sldId="405"/>
            <ac:spMk id="3" creationId="{5B4E0E1E-0F45-4F5A-A1A1-1FDA9F88C1D9}"/>
          </ac:spMkLst>
        </pc:spChg>
      </pc:sldChg>
      <pc:sldChg chg="modSp mod">
        <pc:chgData name="Anthony Pacheco" userId="fdf46b62-f4f9-461f-bfbc-c3446c220a65" providerId="ADAL" clId="{46C61306-57F8-4F30-B63F-8877BEB9A9E1}" dt="2026-02-05T06:34:12.506" v="241" actId="14100"/>
        <pc:sldMkLst>
          <pc:docMk/>
          <pc:sldMk cId="1136988395" sldId="406"/>
        </pc:sldMkLst>
        <pc:spChg chg="mod">
          <ac:chgData name="Anthony Pacheco" userId="fdf46b62-f4f9-461f-bfbc-c3446c220a65" providerId="ADAL" clId="{46C61306-57F8-4F30-B63F-8877BEB9A9E1}" dt="2026-02-05T06:34:12.506" v="241" actId="14100"/>
          <ac:spMkLst>
            <pc:docMk/>
            <pc:sldMk cId="1136988395" sldId="406"/>
            <ac:spMk id="3" creationId="{CDBA34B8-0480-BD23-9B76-C02D7668A176}"/>
          </ac:spMkLst>
        </pc:spChg>
      </pc:sldChg>
      <pc:sldChg chg="modSp mod">
        <pc:chgData name="Anthony Pacheco" userId="fdf46b62-f4f9-461f-bfbc-c3446c220a65" providerId="ADAL" clId="{46C61306-57F8-4F30-B63F-8877BEB9A9E1}" dt="2026-02-05T06:34:06.550" v="240" actId="113"/>
        <pc:sldMkLst>
          <pc:docMk/>
          <pc:sldMk cId="1466902659" sldId="407"/>
        </pc:sldMkLst>
        <pc:spChg chg="mod">
          <ac:chgData name="Anthony Pacheco" userId="fdf46b62-f4f9-461f-bfbc-c3446c220a65" providerId="ADAL" clId="{46C61306-57F8-4F30-B63F-8877BEB9A9E1}" dt="2026-02-05T06:34:06.550" v="240" actId="113"/>
          <ac:spMkLst>
            <pc:docMk/>
            <pc:sldMk cId="1466902659" sldId="407"/>
            <ac:spMk id="3" creationId="{E1C235A2-46C9-B647-DF2E-7E7B833E67B8}"/>
          </ac:spMkLst>
        </pc:spChg>
      </pc:sldChg>
      <pc:sldChg chg="modSp mod">
        <pc:chgData name="Anthony Pacheco" userId="fdf46b62-f4f9-461f-bfbc-c3446c220a65" providerId="ADAL" clId="{46C61306-57F8-4F30-B63F-8877BEB9A9E1}" dt="2026-02-05T06:33:30.871" v="234" actId="14100"/>
        <pc:sldMkLst>
          <pc:docMk/>
          <pc:sldMk cId="957758035" sldId="408"/>
        </pc:sldMkLst>
        <pc:spChg chg="mod">
          <ac:chgData name="Anthony Pacheco" userId="fdf46b62-f4f9-461f-bfbc-c3446c220a65" providerId="ADAL" clId="{46C61306-57F8-4F30-B63F-8877BEB9A9E1}" dt="2026-02-05T06:33:30.871" v="234" actId="14100"/>
          <ac:spMkLst>
            <pc:docMk/>
            <pc:sldMk cId="957758035" sldId="408"/>
            <ac:spMk id="3" creationId="{E86A5EA1-059F-CD43-297B-6815E904C883}"/>
          </ac:spMkLst>
        </pc:spChg>
      </pc:sldChg>
      <pc:sldChg chg="modSp mod">
        <pc:chgData name="Anthony Pacheco" userId="fdf46b62-f4f9-461f-bfbc-c3446c220a65" providerId="ADAL" clId="{46C61306-57F8-4F30-B63F-8877BEB9A9E1}" dt="2026-02-05T06:32:51.846" v="226" actId="113"/>
        <pc:sldMkLst>
          <pc:docMk/>
          <pc:sldMk cId="675064262" sldId="409"/>
        </pc:sldMkLst>
        <pc:spChg chg="mod">
          <ac:chgData name="Anthony Pacheco" userId="fdf46b62-f4f9-461f-bfbc-c3446c220a65" providerId="ADAL" clId="{46C61306-57F8-4F30-B63F-8877BEB9A9E1}" dt="2026-02-05T06:32:51.846" v="226" actId="113"/>
          <ac:spMkLst>
            <pc:docMk/>
            <pc:sldMk cId="675064262" sldId="409"/>
            <ac:spMk id="3" creationId="{5CCF8F54-AB37-5C1D-052E-832E6BC734C3}"/>
          </ac:spMkLst>
        </pc:spChg>
      </pc:sldChg>
      <pc:sldChg chg="modSp mod">
        <pc:chgData name="Anthony Pacheco" userId="fdf46b62-f4f9-461f-bfbc-c3446c220a65" providerId="ADAL" clId="{46C61306-57F8-4F30-B63F-8877BEB9A9E1}" dt="2026-02-05T06:32:07.263" v="220" actId="113"/>
        <pc:sldMkLst>
          <pc:docMk/>
          <pc:sldMk cId="1966240419" sldId="410"/>
        </pc:sldMkLst>
        <pc:spChg chg="mod">
          <ac:chgData name="Anthony Pacheco" userId="fdf46b62-f4f9-461f-bfbc-c3446c220a65" providerId="ADAL" clId="{46C61306-57F8-4F30-B63F-8877BEB9A9E1}" dt="2026-02-05T06:32:07.263" v="220" actId="113"/>
          <ac:spMkLst>
            <pc:docMk/>
            <pc:sldMk cId="1966240419" sldId="410"/>
            <ac:spMk id="3" creationId="{784495E4-99C9-F862-8212-9D99681DE361}"/>
          </ac:spMkLst>
        </pc:spChg>
      </pc:sldChg>
      <pc:sldChg chg="modSp mod">
        <pc:chgData name="Anthony Pacheco" userId="fdf46b62-f4f9-461f-bfbc-c3446c220a65" providerId="ADAL" clId="{46C61306-57F8-4F30-B63F-8877BEB9A9E1}" dt="2026-02-05T06:31:37.974" v="217" actId="113"/>
        <pc:sldMkLst>
          <pc:docMk/>
          <pc:sldMk cId="3425124652" sldId="411"/>
        </pc:sldMkLst>
        <pc:spChg chg="mod">
          <ac:chgData name="Anthony Pacheco" userId="fdf46b62-f4f9-461f-bfbc-c3446c220a65" providerId="ADAL" clId="{46C61306-57F8-4F30-B63F-8877BEB9A9E1}" dt="2026-02-05T06:31:37.974" v="217" actId="113"/>
          <ac:spMkLst>
            <pc:docMk/>
            <pc:sldMk cId="3425124652" sldId="411"/>
            <ac:spMk id="3" creationId="{CBE294C2-0B6F-77A2-3995-DF4D70593FCA}"/>
          </ac:spMkLst>
        </pc:spChg>
      </pc:sldChg>
      <pc:sldChg chg="modSp mod">
        <pc:chgData name="Anthony Pacheco" userId="fdf46b62-f4f9-461f-bfbc-c3446c220a65" providerId="ADAL" clId="{46C61306-57F8-4F30-B63F-8877BEB9A9E1}" dt="2026-02-05T06:30:28.417" v="211" actId="20577"/>
        <pc:sldMkLst>
          <pc:docMk/>
          <pc:sldMk cId="2879437056" sldId="412"/>
        </pc:sldMkLst>
        <pc:spChg chg="mod">
          <ac:chgData name="Anthony Pacheco" userId="fdf46b62-f4f9-461f-bfbc-c3446c220a65" providerId="ADAL" clId="{46C61306-57F8-4F30-B63F-8877BEB9A9E1}" dt="2026-02-05T06:30:28.417" v="211" actId="20577"/>
          <ac:spMkLst>
            <pc:docMk/>
            <pc:sldMk cId="2879437056" sldId="412"/>
            <ac:spMk id="3" creationId="{E386C54D-658F-6A14-8D73-8FB5232FCD63}"/>
          </ac:spMkLst>
        </pc:spChg>
      </pc:sldChg>
      <pc:sldMasterChg chg="modSldLayout">
        <pc:chgData name="Anthony Pacheco" userId="fdf46b62-f4f9-461f-bfbc-c3446c220a65" providerId="ADAL" clId="{46C61306-57F8-4F30-B63F-8877BEB9A9E1}" dt="2026-02-03T04:05:50.504" v="6" actId="20577"/>
        <pc:sldMasterMkLst>
          <pc:docMk/>
          <pc:sldMasterMk cId="682046013" sldId="2147483725"/>
        </pc:sldMasterMkLst>
        <pc:sldLayoutChg chg="delSp modSp mod">
          <pc:chgData name="Anthony Pacheco" userId="fdf46b62-f4f9-461f-bfbc-c3446c220a65" providerId="ADAL" clId="{46C61306-57F8-4F30-B63F-8877BEB9A9E1}" dt="2026-02-03T04:05:50.504" v="6" actId="20577"/>
          <pc:sldLayoutMkLst>
            <pc:docMk/>
            <pc:sldMasterMk cId="682046013" sldId="2147483725"/>
            <pc:sldLayoutMk cId="803553635" sldId="2147483763"/>
          </pc:sldLayoutMkLst>
          <pc:spChg chg="mod">
            <ac:chgData name="Anthony Pacheco" userId="fdf46b62-f4f9-461f-bfbc-c3446c220a65" providerId="ADAL" clId="{46C61306-57F8-4F30-B63F-8877BEB9A9E1}" dt="2026-02-03T04:05:50.504" v="6" actId="20577"/>
            <ac:spMkLst>
              <pc:docMk/>
              <pc:sldMasterMk cId="682046013" sldId="2147483725"/>
              <pc:sldLayoutMk cId="803553635" sldId="2147483763"/>
              <ac:spMk id="11" creationId="{09216FC3-84E9-4B73-9DA8-CF771043770B}"/>
            </ac:spMkLst>
          </pc:spChg>
        </pc:sldLayoutChg>
        <pc:sldLayoutChg chg="delSp mod">
          <pc:chgData name="Anthony Pacheco" userId="fdf46b62-f4f9-461f-bfbc-c3446c220a65" providerId="ADAL" clId="{46C61306-57F8-4F30-B63F-8877BEB9A9E1}" dt="2026-02-03T04:05:40.745" v="4" actId="478"/>
          <pc:sldLayoutMkLst>
            <pc:docMk/>
            <pc:sldMasterMk cId="682046013" sldId="2147483725"/>
            <pc:sldLayoutMk cId="2170826813" sldId="214748376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ags" Target="../tags/tag15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075504" y="8685213"/>
            <a:ext cx="646682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7803E-66EE-42CE-8DFB-98553954E472}" type="slidenum">
              <a:rPr lang="en-US" sz="10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5392BA-16D5-4BCB-8BB3-D7B53B67DB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74311" y="155512"/>
            <a:ext cx="1262321" cy="28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47FD3A-2300-48D5-81E3-9406328116EE}"/>
              </a:ext>
            </a:extLst>
          </p:cNvPr>
          <p:cNvSpPr txBox="1"/>
          <p:nvPr/>
        </p:nvSpPr>
        <p:spPr>
          <a:xfrm>
            <a:off x="135896" y="8922557"/>
            <a:ext cx="62629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©2019</a:t>
            </a:r>
            <a:r>
              <a:rPr lang="en-US" sz="7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Cengage Learning. All Rights Reserved. May not be scanned, copied or duplicated, or posted to a publicly accessible website, in whole or in part.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1762102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3778647" cy="2125489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2993721"/>
            <a:ext cx="5486400" cy="552004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63017" y="8685213"/>
            <a:ext cx="684212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5DDB2F-32A5-4136-BC2E-0D7E0518B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311" y="155512"/>
            <a:ext cx="1262321" cy="28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7E5B37-4A58-4B32-B9B0-D824A69A3D97}"/>
              </a:ext>
            </a:extLst>
          </p:cNvPr>
          <p:cNvSpPr txBox="1"/>
          <p:nvPr/>
        </p:nvSpPr>
        <p:spPr>
          <a:xfrm>
            <a:off x="135896" y="8922557"/>
            <a:ext cx="62629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©2019</a:t>
            </a:r>
            <a:r>
              <a:rPr lang="en-US" sz="7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Cengage Learning.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25425" indent="-225425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688975" indent="-225425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buChar char="–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139825" indent="-225425" algn="l" rtl="0" eaLnBrk="0" fontAlgn="base" hangingPunct="0">
      <a:spcBef>
        <a:spcPct val="30000"/>
      </a:spcBef>
      <a:spcAft>
        <a:spcPct val="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603375" indent="-225425" algn="l" rtl="0" eaLnBrk="0" fontAlgn="base" hangingPunct="0">
      <a:spcBef>
        <a:spcPct val="30000"/>
      </a:spcBef>
      <a:spcAft>
        <a:spcPct val="0"/>
      </a:spcAft>
      <a:buFont typeface="Courier New" panose="02070309020205020404" pitchFamily="49" charset="0"/>
      <a:buChar char="o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3778250" cy="21256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862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Firs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D23111E-2710-4C1A-A7DB-CE3FE7C03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4068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5646420" y="1168663"/>
            <a:ext cx="6104302" cy="2387600"/>
          </a:xfrm>
        </p:spPr>
        <p:txBody>
          <a:bodyPr anchor="b"/>
          <a:lstStyle>
            <a:lvl1pPr algn="l"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Title, #e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6420" y="3809720"/>
            <a:ext cx="6104302" cy="1424930"/>
          </a:xfrm>
          <a:noFill/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Chapter #: Chapter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BF6BBBC-452C-48FA-A1E1-E851567E53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75250" y="808037"/>
            <a:ext cx="4713288" cy="5241925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Image Here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B326DFF-C872-4426-8563-39BC58624663}"/>
              </a:ext>
            </a:extLst>
          </p:cNvPr>
          <p:cNvSpPr txBox="1">
            <a:spLocks/>
          </p:cNvSpPr>
          <p:nvPr userDrawn="1"/>
        </p:nvSpPr>
        <p:spPr>
          <a:xfrm>
            <a:off x="11082189" y="6449054"/>
            <a:ext cx="73429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Calibri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9pPr>
          </a:lstStyle>
          <a:p>
            <a:fld id="{963FCBED-9BC8-44C8-B578-C394BC67F972}" type="slidenum">
              <a:rPr lang="en-US" sz="1100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sz="1100" dirty="0">
              <a:solidFill>
                <a:schemeClr val="bg1"/>
              </a:solidFill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082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3344969-1137-4EAF-AB8A-FDA4F62A6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914400" y="1153123"/>
            <a:ext cx="10424160" cy="2387600"/>
          </a:xfrm>
        </p:spPr>
        <p:txBody>
          <a:bodyPr anchor="b"/>
          <a:lstStyle>
            <a:lvl1pPr algn="ctr">
              <a:defRPr sz="5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Unit XX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3809720"/>
            <a:ext cx="10424160" cy="1424930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Add Unit’s Title Here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6FEA2F-362B-4EAB-BFA4-233A863C0DE7}"/>
              </a:ext>
            </a:extLst>
          </p:cNvPr>
          <p:cNvSpPr txBox="1">
            <a:spLocks/>
          </p:cNvSpPr>
          <p:nvPr userDrawn="1"/>
        </p:nvSpPr>
        <p:spPr>
          <a:xfrm>
            <a:off x="11082189" y="6449054"/>
            <a:ext cx="73429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Calibri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9pPr>
          </a:lstStyle>
          <a:p>
            <a:fld id="{963FCBED-9BC8-44C8-B578-C394BC67F972}" type="slidenum">
              <a:rPr lang="en-US" sz="1100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09216FC3-84E9-4B73-9DA8-CF77104377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2103120" y="6314136"/>
            <a:ext cx="8961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bg1"/>
                </a:solidFill>
                <a:latin typeface="+mn-lt"/>
              </a:rPr>
              <a:t>.</a:t>
            </a:r>
            <a:endParaRPr lang="en-US" sz="1100" dirty="0">
              <a:solidFill>
                <a:schemeClr val="bg1"/>
              </a:solidFill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3553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Aft>
                <a:spcPts val="800"/>
              </a:spcAft>
              <a:defRPr sz="240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6196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sz="half" idx="1" hasCustomPrompt="1"/>
          </p:nvPr>
        </p:nvSpPr>
        <p:spPr>
          <a:xfrm>
            <a:off x="476843" y="1825625"/>
            <a:ext cx="5542957" cy="4351338"/>
          </a:xfrm>
        </p:spPr>
        <p:txBody>
          <a:bodyPr/>
          <a:lstStyle>
            <a:lvl1pPr>
              <a:spcAft>
                <a:spcPts val="800"/>
              </a:spcAft>
              <a:defRPr sz="240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714500" marR="0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4" name="Content Placeholder R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542956" cy="4351338"/>
          </a:xfrm>
        </p:spPr>
        <p:txBody>
          <a:bodyPr/>
          <a:lstStyle>
            <a:lvl1pPr>
              <a:spcAft>
                <a:spcPts val="800"/>
              </a:spcAft>
              <a:defRPr sz="240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714500" marR="0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4274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sz="half" idx="1" hasCustomPrompt="1"/>
          </p:nvPr>
        </p:nvSpPr>
        <p:spPr>
          <a:xfrm>
            <a:off x="476844" y="1825625"/>
            <a:ext cx="3344530" cy="4351338"/>
          </a:xfrm>
        </p:spPr>
        <p:txBody>
          <a:bodyPr/>
          <a:lstStyle>
            <a:lvl1pPr>
              <a:spcAft>
                <a:spcPts val="800"/>
              </a:spcAft>
              <a:defRPr sz="240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714500" marR="0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5" name="Content Placeholder Middle">
            <a:extLst>
              <a:ext uri="{FF2B5EF4-FFF2-40B4-BE49-F238E27FC236}">
                <a16:creationId xmlns:a16="http://schemas.microsoft.com/office/drawing/2014/main" id="{1D13BCCE-AB68-426C-9401-BABA201385F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423735" y="1829037"/>
            <a:ext cx="3344530" cy="4351338"/>
          </a:xfrm>
        </p:spPr>
        <p:txBody>
          <a:bodyPr/>
          <a:lstStyle>
            <a:lvl1pPr>
              <a:spcAft>
                <a:spcPts val="800"/>
              </a:spcAft>
              <a:defRPr sz="240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714500" marR="0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4" name="Content Placeholder Right"/>
          <p:cNvSpPr>
            <a:spLocks noGrp="1"/>
          </p:cNvSpPr>
          <p:nvPr>
            <p:ph sz="half" idx="2" hasCustomPrompt="1"/>
          </p:nvPr>
        </p:nvSpPr>
        <p:spPr>
          <a:xfrm>
            <a:off x="8370626" y="1825625"/>
            <a:ext cx="3344530" cy="4351338"/>
          </a:xfrm>
        </p:spPr>
        <p:txBody>
          <a:bodyPr/>
          <a:lstStyle>
            <a:lvl1pPr>
              <a:spcAft>
                <a:spcPts val="800"/>
              </a:spcAft>
              <a:defRPr sz="240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714500" marR="0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  <a:p>
            <a:pPr lvl="2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9189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Subtitle"/>
          <p:cNvSpPr>
            <a:spLocks noGrp="1"/>
          </p:cNvSpPr>
          <p:nvPr>
            <p:ph sz="half" idx="1" hasCustomPrompt="1"/>
          </p:nvPr>
        </p:nvSpPr>
        <p:spPr>
          <a:xfrm>
            <a:off x="476843" y="1887674"/>
            <a:ext cx="11241915" cy="691143"/>
          </a:xfrm>
        </p:spPr>
        <p:txBody>
          <a:bodyPr/>
          <a:lstStyle>
            <a:lvl1pPr marL="0" indent="0">
              <a:buNone/>
              <a:defRPr sz="2800" b="1"/>
            </a:lvl1pPr>
            <a:lvl2pPr>
              <a:defRPr sz="2800" b="0"/>
            </a:lvl2pPr>
            <a:lvl3pPr>
              <a:defRPr sz="2400" b="0"/>
            </a:lvl3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"/>
          <p:cNvSpPr>
            <a:spLocks noGrp="1"/>
          </p:cNvSpPr>
          <p:nvPr>
            <p:ph sz="half" idx="2" hasCustomPrompt="1"/>
          </p:nvPr>
        </p:nvSpPr>
        <p:spPr>
          <a:xfrm>
            <a:off x="476843" y="2677888"/>
            <a:ext cx="11241915" cy="2621900"/>
          </a:xfrm>
        </p:spPr>
        <p:txBody>
          <a:bodyPr/>
          <a:lstStyle>
            <a:lvl1pPr>
              <a:spcAft>
                <a:spcPts val="800"/>
              </a:spcAft>
              <a:defRPr sz="2400" b="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10" name="Content Placeholder Bottom"/>
          <p:cNvSpPr>
            <a:spLocks noGrp="1"/>
          </p:cNvSpPr>
          <p:nvPr>
            <p:ph type="body" sz="quarter" idx="13" hasCustomPrompt="1"/>
          </p:nvPr>
        </p:nvSpPr>
        <p:spPr>
          <a:xfrm>
            <a:off x="476844" y="5395327"/>
            <a:ext cx="11241914" cy="951787"/>
          </a:xfrm>
        </p:spPr>
        <p:txBody>
          <a:bodyPr/>
          <a:lstStyle>
            <a:lvl1pPr marL="112713" indent="-112713">
              <a:defRPr sz="900" b="0"/>
            </a:lvl1pPr>
            <a:lvl2pPr marL="336550" indent="-112713">
              <a:defRPr sz="900" b="0"/>
            </a:lvl2pPr>
            <a:lvl3pPr marL="685800" indent="-168275">
              <a:defRPr sz="900" b="0"/>
            </a:lvl3pPr>
            <a:lvl4pPr>
              <a:defRPr sz="900" b="0"/>
            </a:lvl4pPr>
            <a:lvl5pPr>
              <a:defRPr sz="9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0733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>
          <a:xfrm>
            <a:off x="476843" y="475488"/>
            <a:ext cx="11241915" cy="107153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Subtitle"/>
          <p:cNvSpPr>
            <a:spLocks noGrp="1"/>
          </p:cNvSpPr>
          <p:nvPr>
            <p:ph sz="half" idx="1" hasCustomPrompt="1"/>
          </p:nvPr>
        </p:nvSpPr>
        <p:spPr>
          <a:xfrm>
            <a:off x="476843" y="1857694"/>
            <a:ext cx="11241915" cy="691143"/>
          </a:xfrm>
        </p:spPr>
        <p:txBody>
          <a:bodyPr/>
          <a:lstStyle>
            <a:lvl1pPr marL="0" indent="0">
              <a:buNone/>
              <a:defRPr sz="2800" b="1"/>
            </a:lvl1pPr>
            <a:lvl2pPr>
              <a:defRPr sz="2800" b="0"/>
            </a:lvl2pPr>
            <a:lvl3pPr>
              <a:defRPr sz="2400" b="0"/>
            </a:lvl3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"/>
          <p:cNvSpPr>
            <a:spLocks noGrp="1"/>
          </p:cNvSpPr>
          <p:nvPr>
            <p:ph sz="half" idx="2" hasCustomPrompt="1"/>
          </p:nvPr>
        </p:nvSpPr>
        <p:spPr>
          <a:xfrm>
            <a:off x="476843" y="2677888"/>
            <a:ext cx="11241915" cy="1505492"/>
          </a:xfrm>
        </p:spPr>
        <p:txBody>
          <a:bodyPr/>
          <a:lstStyle>
            <a:lvl1pPr>
              <a:spcAft>
                <a:spcPts val="800"/>
              </a:spcAft>
              <a:defRPr sz="2400" b="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7E0CC24-A3CA-45F3-BF2B-B8EB0900056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6844" y="4310385"/>
            <a:ext cx="256324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65DFA3-2F0A-45C7-8124-3D672EB9205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382488" y="4310385"/>
            <a:ext cx="256324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2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EAAA4B2-2F70-4899-9014-89954C200D5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81896" y="4319291"/>
            <a:ext cx="256324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3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138B1A98-C967-4B94-B1F7-E158393317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916" y="4319291"/>
            <a:ext cx="256324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8260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476844" y="1944375"/>
            <a:ext cx="256324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1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951D41C-52EA-4F3C-BC8E-A9309F4EB62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382488" y="1944375"/>
            <a:ext cx="256324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2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CD2ACDE-E8DF-4B19-9DBB-017510EECF3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81896" y="1953281"/>
            <a:ext cx="256324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3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F18F8C24-8F67-4A0C-8E2F-54E8026EAD0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916" y="1953281"/>
            <a:ext cx="256324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4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1950DDEC-E898-4F6D-A7F2-930A23B3C11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6843" y="4128059"/>
            <a:ext cx="2563241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5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B7548D5A-3DFF-4FF5-A587-74246B76C1A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382487" y="4128059"/>
            <a:ext cx="2563241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6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A24E382A-7ED1-49CB-8053-85276CAEB9B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81895" y="4136965"/>
            <a:ext cx="2563241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7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AC6187B3-59CD-4356-83E5-962B5ACC4AE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151915" y="4136965"/>
            <a:ext cx="2563241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870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Image/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Image Placeholder 1"/>
          <p:cNvSpPr>
            <a:spLocks noGrp="1"/>
          </p:cNvSpPr>
          <p:nvPr>
            <p:ph sz="half" idx="13" hasCustomPrompt="1"/>
          </p:nvPr>
        </p:nvSpPr>
        <p:spPr>
          <a:xfrm>
            <a:off x="476843" y="1825628"/>
            <a:ext cx="2875957" cy="2045728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1</a:t>
            </a:r>
          </a:p>
        </p:txBody>
      </p:sp>
      <p:sp>
        <p:nvSpPr>
          <p:cNvPr id="7" name="Image Placeholder 2">
            <a:extLst>
              <a:ext uri="{FF2B5EF4-FFF2-40B4-BE49-F238E27FC236}">
                <a16:creationId xmlns:a16="http://schemas.microsoft.com/office/drawing/2014/main" id="{9100EECD-9921-43E0-9472-84C089BD629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6843" y="4132558"/>
            <a:ext cx="2875957" cy="2045727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2</a:t>
            </a:r>
          </a:p>
        </p:txBody>
      </p:sp>
      <p:sp>
        <p:nvSpPr>
          <p:cNvPr id="9" name="Content Placeholder"/>
          <p:cNvSpPr>
            <a:spLocks noGrp="1"/>
          </p:cNvSpPr>
          <p:nvPr>
            <p:ph sz="half" idx="2" hasCustomPrompt="1"/>
          </p:nvPr>
        </p:nvSpPr>
        <p:spPr>
          <a:xfrm>
            <a:off x="3624200" y="1825625"/>
            <a:ext cx="8090957" cy="4351338"/>
          </a:xfrm>
        </p:spPr>
        <p:txBody>
          <a:bodyPr/>
          <a:lstStyle>
            <a:lvl1pPr>
              <a:spcAft>
                <a:spcPts val="800"/>
              </a:spcAft>
              <a:defRPr sz="2400" b="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8072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Image/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Image Placeholder 1"/>
          <p:cNvSpPr>
            <a:spLocks noGrp="1"/>
          </p:cNvSpPr>
          <p:nvPr>
            <p:ph sz="half" idx="13" hasCustomPrompt="1"/>
          </p:nvPr>
        </p:nvSpPr>
        <p:spPr>
          <a:xfrm>
            <a:off x="476843" y="1825628"/>
            <a:ext cx="2875957" cy="2045728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1</a:t>
            </a:r>
          </a:p>
        </p:txBody>
      </p:sp>
      <p:sp>
        <p:nvSpPr>
          <p:cNvPr id="9" name="Content Placeholder Top"/>
          <p:cNvSpPr>
            <a:spLocks noGrp="1"/>
          </p:cNvSpPr>
          <p:nvPr>
            <p:ph sz="half" idx="2" hasCustomPrompt="1"/>
          </p:nvPr>
        </p:nvSpPr>
        <p:spPr>
          <a:xfrm>
            <a:off x="3624200" y="1825625"/>
            <a:ext cx="8090957" cy="2045728"/>
          </a:xfrm>
        </p:spPr>
        <p:txBody>
          <a:bodyPr/>
          <a:lstStyle>
            <a:lvl1pPr>
              <a:spcAft>
                <a:spcPts val="800"/>
              </a:spcAft>
              <a:defRPr sz="2400" b="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7" name="Image Placeholder 2">
            <a:extLst>
              <a:ext uri="{FF2B5EF4-FFF2-40B4-BE49-F238E27FC236}">
                <a16:creationId xmlns:a16="http://schemas.microsoft.com/office/drawing/2014/main" id="{9100EECD-9921-43E0-9472-84C089BD629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6843" y="4132558"/>
            <a:ext cx="2875957" cy="2045727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2</a:t>
            </a:r>
          </a:p>
        </p:txBody>
      </p:sp>
      <p:sp>
        <p:nvSpPr>
          <p:cNvPr id="6" name="Content Placeholder Bottom">
            <a:extLst>
              <a:ext uri="{FF2B5EF4-FFF2-40B4-BE49-F238E27FC236}">
                <a16:creationId xmlns:a16="http://schemas.microsoft.com/office/drawing/2014/main" id="{4003AB72-C071-4875-8D31-00FB4709214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624199" y="4136860"/>
            <a:ext cx="8090957" cy="2045728"/>
          </a:xfrm>
        </p:spPr>
        <p:txBody>
          <a:bodyPr/>
          <a:lstStyle>
            <a:lvl1pPr>
              <a:spcAft>
                <a:spcPts val="800"/>
              </a:spcAft>
              <a:defRPr sz="2400" b="0"/>
            </a:lvl1pPr>
            <a:lvl2pPr>
              <a:spcAft>
                <a:spcPts val="800"/>
              </a:spcAft>
              <a:defRPr sz="2400" b="0"/>
            </a:lvl2pPr>
            <a:lvl3pPr>
              <a:spcAft>
                <a:spcPts val="800"/>
              </a:spcAft>
              <a:defRPr sz="2400" b="0"/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714500" marR="0" lvl="3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8650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Image/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Image Placeholder 1"/>
          <p:cNvSpPr>
            <a:spLocks noGrp="1"/>
          </p:cNvSpPr>
          <p:nvPr>
            <p:ph sz="half" idx="13" hasCustomPrompt="1"/>
          </p:nvPr>
        </p:nvSpPr>
        <p:spPr>
          <a:xfrm>
            <a:off x="476843" y="1825628"/>
            <a:ext cx="2875957" cy="1217447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1</a:t>
            </a:r>
          </a:p>
        </p:txBody>
      </p:sp>
      <p:sp>
        <p:nvSpPr>
          <p:cNvPr id="9" name="Content Placeholder Top"/>
          <p:cNvSpPr>
            <a:spLocks noGrp="1"/>
          </p:cNvSpPr>
          <p:nvPr>
            <p:ph sz="half" idx="2" hasCustomPrompt="1"/>
          </p:nvPr>
        </p:nvSpPr>
        <p:spPr>
          <a:xfrm>
            <a:off x="3624200" y="1825625"/>
            <a:ext cx="8090957" cy="1217450"/>
          </a:xfrm>
        </p:spPr>
        <p:txBody>
          <a:bodyPr/>
          <a:lstStyle>
            <a:lvl1pPr>
              <a:spcAft>
                <a:spcPts val="800"/>
              </a:spcAft>
              <a:defRPr sz="1800" b="0"/>
            </a:lvl1pPr>
            <a:lvl2pPr>
              <a:spcAft>
                <a:spcPts val="800"/>
              </a:spcAft>
              <a:defRPr sz="1800" b="0"/>
            </a:lvl2pPr>
            <a:lvl3pPr>
              <a:spcAft>
                <a:spcPts val="800"/>
              </a:spcAft>
              <a:defRPr sz="18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Image Placeholder 2">
            <a:extLst>
              <a:ext uri="{FF2B5EF4-FFF2-40B4-BE49-F238E27FC236}">
                <a16:creationId xmlns:a16="http://schemas.microsoft.com/office/drawing/2014/main" id="{329BB347-70F5-49B3-A1D7-9C05C8ED502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9343" y="3207219"/>
            <a:ext cx="2875957" cy="1217447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2</a:t>
            </a:r>
          </a:p>
        </p:txBody>
      </p:sp>
      <p:sp>
        <p:nvSpPr>
          <p:cNvPr id="15" name="Content Placeholder Middle">
            <a:extLst>
              <a:ext uri="{FF2B5EF4-FFF2-40B4-BE49-F238E27FC236}">
                <a16:creationId xmlns:a16="http://schemas.microsoft.com/office/drawing/2014/main" id="{E344C337-1A6E-4BE6-8E9E-7076FBBEEFA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626700" y="3207216"/>
            <a:ext cx="8090957" cy="1217450"/>
          </a:xfrm>
        </p:spPr>
        <p:txBody>
          <a:bodyPr/>
          <a:lstStyle>
            <a:lvl1pPr>
              <a:spcAft>
                <a:spcPts val="800"/>
              </a:spcAft>
              <a:defRPr sz="1800" b="0"/>
            </a:lvl1pPr>
            <a:lvl2pPr>
              <a:spcAft>
                <a:spcPts val="800"/>
              </a:spcAft>
              <a:defRPr sz="1800" b="0"/>
            </a:lvl2pPr>
            <a:lvl3pPr>
              <a:spcAft>
                <a:spcPts val="800"/>
              </a:spcAft>
              <a:defRPr sz="18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Image Placeholder 3">
            <a:extLst>
              <a:ext uri="{FF2B5EF4-FFF2-40B4-BE49-F238E27FC236}">
                <a16:creationId xmlns:a16="http://schemas.microsoft.com/office/drawing/2014/main" id="{A70ED764-0931-4273-A125-CE2D6E0F8A8D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79343" y="4631282"/>
            <a:ext cx="2875957" cy="1217447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3</a:t>
            </a:r>
          </a:p>
        </p:txBody>
      </p:sp>
      <p:sp>
        <p:nvSpPr>
          <p:cNvPr id="17" name="Content Placeholder Bottom">
            <a:extLst>
              <a:ext uri="{FF2B5EF4-FFF2-40B4-BE49-F238E27FC236}">
                <a16:creationId xmlns:a16="http://schemas.microsoft.com/office/drawing/2014/main" id="{1A924411-097F-4689-AC4D-9173B40A69F2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626700" y="4631279"/>
            <a:ext cx="8090957" cy="1217450"/>
          </a:xfrm>
        </p:spPr>
        <p:txBody>
          <a:bodyPr/>
          <a:lstStyle>
            <a:lvl1pPr>
              <a:spcAft>
                <a:spcPts val="800"/>
              </a:spcAft>
              <a:defRPr sz="1800" b="0"/>
            </a:lvl1pPr>
            <a:lvl2pPr>
              <a:spcAft>
                <a:spcPts val="800"/>
              </a:spcAft>
              <a:defRPr sz="1800" b="0"/>
            </a:lvl2pPr>
            <a:lvl3pPr>
              <a:spcAft>
                <a:spcPts val="800"/>
              </a:spcAft>
              <a:defRPr sz="18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082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Image/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Image Placeholder 1"/>
          <p:cNvSpPr>
            <a:spLocks noGrp="1"/>
          </p:cNvSpPr>
          <p:nvPr>
            <p:ph sz="half" idx="13" hasCustomPrompt="1"/>
          </p:nvPr>
        </p:nvSpPr>
        <p:spPr>
          <a:xfrm>
            <a:off x="476843" y="1825628"/>
            <a:ext cx="2875957" cy="899814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1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half" idx="2" hasCustomPrompt="1"/>
          </p:nvPr>
        </p:nvSpPr>
        <p:spPr>
          <a:xfrm>
            <a:off x="3624200" y="1825625"/>
            <a:ext cx="8090957" cy="895515"/>
          </a:xfrm>
        </p:spPr>
        <p:txBody>
          <a:bodyPr/>
          <a:lstStyle>
            <a:lvl1pPr>
              <a:spcAft>
                <a:spcPts val="800"/>
              </a:spcAft>
              <a:defRPr sz="1800" b="0"/>
            </a:lvl1pPr>
            <a:lvl2pPr>
              <a:spcAft>
                <a:spcPts val="800"/>
              </a:spcAft>
              <a:defRPr sz="1800" b="0"/>
            </a:lvl2pPr>
            <a:lvl3pPr>
              <a:spcAft>
                <a:spcPts val="800"/>
              </a:spcAft>
              <a:defRPr sz="18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Image Placeholder 2">
            <a:extLst>
              <a:ext uri="{FF2B5EF4-FFF2-40B4-BE49-F238E27FC236}">
                <a16:creationId xmlns:a16="http://schemas.microsoft.com/office/drawing/2014/main" id="{02C25FD2-E251-4DC4-8F30-3EDA9A61D7D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6843" y="2941438"/>
            <a:ext cx="2875957" cy="899814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2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FFE322F-E595-4582-997C-0A06F238C8D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624200" y="2941435"/>
            <a:ext cx="8090957" cy="895515"/>
          </a:xfrm>
        </p:spPr>
        <p:txBody>
          <a:bodyPr/>
          <a:lstStyle>
            <a:lvl1pPr>
              <a:spcAft>
                <a:spcPts val="800"/>
              </a:spcAft>
              <a:defRPr sz="1800" b="0"/>
            </a:lvl1pPr>
            <a:lvl2pPr>
              <a:spcAft>
                <a:spcPts val="800"/>
              </a:spcAft>
              <a:defRPr sz="1800" b="0"/>
            </a:lvl2pPr>
            <a:lvl3pPr>
              <a:spcAft>
                <a:spcPts val="800"/>
              </a:spcAft>
              <a:defRPr sz="18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Image Placeholder 3">
            <a:extLst>
              <a:ext uri="{FF2B5EF4-FFF2-40B4-BE49-F238E27FC236}">
                <a16:creationId xmlns:a16="http://schemas.microsoft.com/office/drawing/2014/main" id="{647E63CA-E745-4DE2-B25A-D398F113EFA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80444" y="4065961"/>
            <a:ext cx="2875957" cy="899814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3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FE66096-5B65-4DD6-9AD6-9E55675E34C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627801" y="4065958"/>
            <a:ext cx="8090957" cy="895515"/>
          </a:xfrm>
        </p:spPr>
        <p:txBody>
          <a:bodyPr/>
          <a:lstStyle>
            <a:lvl1pPr>
              <a:spcAft>
                <a:spcPts val="800"/>
              </a:spcAft>
              <a:defRPr sz="1800" b="0"/>
            </a:lvl1pPr>
            <a:lvl2pPr>
              <a:spcAft>
                <a:spcPts val="800"/>
              </a:spcAft>
              <a:defRPr sz="1800" b="0"/>
            </a:lvl2pPr>
            <a:lvl3pPr>
              <a:spcAft>
                <a:spcPts val="800"/>
              </a:spcAft>
              <a:defRPr sz="18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Image Placeholder 4">
            <a:extLst>
              <a:ext uri="{FF2B5EF4-FFF2-40B4-BE49-F238E27FC236}">
                <a16:creationId xmlns:a16="http://schemas.microsoft.com/office/drawing/2014/main" id="{765390A9-B975-43C8-86E6-45E636A649C5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80444" y="5181771"/>
            <a:ext cx="2875957" cy="899814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Image 4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04B6F74B-2775-4949-A70C-BCBBFE20C3A2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3627801" y="5181768"/>
            <a:ext cx="8090957" cy="895515"/>
          </a:xfrm>
        </p:spPr>
        <p:txBody>
          <a:bodyPr/>
          <a:lstStyle>
            <a:lvl1pPr>
              <a:spcAft>
                <a:spcPts val="800"/>
              </a:spcAft>
              <a:defRPr sz="1800" b="0"/>
            </a:lvl1pPr>
            <a:lvl2pPr>
              <a:spcAft>
                <a:spcPts val="800"/>
              </a:spcAft>
              <a:defRPr sz="1800" b="0"/>
            </a:lvl2pPr>
            <a:lvl3pPr>
              <a:spcAft>
                <a:spcPts val="800"/>
              </a:spcAft>
              <a:defRPr sz="18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5674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34EF16C-F8E9-4C74-8268-011BE1836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76963"/>
            <a:ext cx="12192000" cy="6810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76843" y="473245"/>
            <a:ext cx="11241915" cy="12174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843" y="1825625"/>
            <a:ext cx="1124191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0E6636BF-D3CC-4DFC-A057-41CF18719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103120" y="6314136"/>
            <a:ext cx="8961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+mn-lt"/>
              </a:rPr>
              <a:t>Greg Tomsho, Guide to Networking Essentials, 9th Edition. © 2026 Cengage. All Rights Reserved. May not be scanned, copied or duplicated, or posted to a publicly accessible website, in whole or in part.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C5765A-7DA4-4F63-BBF6-FDB000C6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087" y="6223885"/>
            <a:ext cx="1820281" cy="610675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F3CEB08-7511-4ACD-A0D7-6D08EF1B42A9}"/>
              </a:ext>
            </a:extLst>
          </p:cNvPr>
          <p:cNvSpPr txBox="1">
            <a:spLocks/>
          </p:cNvSpPr>
          <p:nvPr userDrawn="1"/>
        </p:nvSpPr>
        <p:spPr>
          <a:xfrm>
            <a:off x="11082189" y="6449054"/>
            <a:ext cx="73429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Calibri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9pPr>
          </a:lstStyle>
          <a:p>
            <a:fld id="{963FCBED-9BC8-44C8-B578-C394BC67F972}" type="slidenum">
              <a:rPr lang="en-US" sz="1100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sz="1100" dirty="0">
              <a:solidFill>
                <a:schemeClr val="bg1"/>
              </a:solidFill>
              <a:latin typeface="+mn-lt"/>
            </a:endParaRPr>
          </a:p>
        </p:txBody>
      </p:sp>
    </p:spTree>
    <p:custDataLst>
      <p:tags r:id="rId14"/>
    </p:custDataLst>
    <p:extLst>
      <p:ext uri="{BB962C8B-B14F-4D97-AF65-F5344CB8AC3E}">
        <p14:creationId xmlns:p14="http://schemas.microsoft.com/office/powerpoint/2010/main" val="682046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3" r:id="rId2"/>
    <p:sldLayoutId id="2147483753" r:id="rId3"/>
    <p:sldLayoutId id="2147483728" r:id="rId4"/>
    <p:sldLayoutId id="2147483736" r:id="rId5"/>
    <p:sldLayoutId id="2147483729" r:id="rId6"/>
    <p:sldLayoutId id="2147483760" r:id="rId7"/>
    <p:sldLayoutId id="2147483730" r:id="rId8"/>
    <p:sldLayoutId id="2147483732" r:id="rId9"/>
    <p:sldLayoutId id="2147483761" r:id="rId10"/>
    <p:sldLayoutId id="2147483737" r:id="rId11"/>
    <p:sldLayoutId id="2147483762" r:id="rId12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800"/>
        </a:spcAft>
        <a:buClr>
          <a:schemeClr val="tx1"/>
        </a:buClr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800"/>
        </a:spcAft>
        <a:buClr>
          <a:schemeClr val="tx1"/>
        </a:buClr>
        <a:buFont typeface="Arial" panose="020B0604020202020204" pitchFamily="34" charset="0"/>
        <a:buChar char="−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800"/>
        </a:spcAft>
        <a:buClr>
          <a:schemeClr val="tx1"/>
        </a:buClr>
        <a:buSzPct val="80000"/>
        <a:buFont typeface="Wingdings" panose="05000000000000000000" pitchFamily="2" charset="2"/>
        <a:buChar char="§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966DE8-7575-4696-B84F-B4DD0C822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4566" y="651353"/>
            <a:ext cx="6596156" cy="2078881"/>
          </a:xfrm>
        </p:spPr>
        <p:txBody>
          <a:bodyPr/>
          <a:lstStyle/>
          <a:p>
            <a:r>
              <a:rPr lang="en-US" dirty="0"/>
              <a:t>Guide to Networking Essentials, 9e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1DDBEBE-99BA-45B9-B4E5-D18D90F7A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0391" y="3097255"/>
            <a:ext cx="6104302" cy="1424930"/>
          </a:xfrm>
        </p:spPr>
        <p:txBody>
          <a:bodyPr/>
          <a:lstStyle/>
          <a:p>
            <a:r>
              <a:rPr lang="en-US" dirty="0"/>
              <a:t>Chapter 3: </a:t>
            </a:r>
            <a:r>
              <a:rPr lang="en-US" b="1" dirty="0"/>
              <a:t>Network Topologies and Technologies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CA6B67B-9490-477D-A112-06C22B6F8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03120" y="6314136"/>
            <a:ext cx="8961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bg1"/>
                </a:solidFill>
                <a:latin typeface="+mn-lt"/>
              </a:rPr>
              <a:t>.</a:t>
            </a:r>
            <a:endParaRPr lang="en-US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A42413A-6315-4475-9B8F-278AA54AE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739356" y="808037"/>
            <a:ext cx="4713288" cy="5241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endParaRPr lang="en-US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5A42413A-6315-4475-9B8F-278AA54AE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41278" y="551591"/>
            <a:ext cx="4713288" cy="5241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endParaRPr lang="en-US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5A42413A-6315-4475-9B8F-278AA54AE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2929" y="815765"/>
            <a:ext cx="4713288" cy="5241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endParaRPr lang="en-US" dirty="0"/>
          </a:p>
        </p:txBody>
      </p:sp>
      <p:pic>
        <p:nvPicPr>
          <p:cNvPr id="5" name="Picture 4" descr="A cover of Guide to Networking Essentials, 9e">
            <a:extLst>
              <a:ext uri="{FF2B5EF4-FFF2-40B4-BE49-F238E27FC236}">
                <a16:creationId xmlns:a16="http://schemas.microsoft.com/office/drawing/2014/main" id="{2D0035A7-B973-273D-0D73-D5494607DC6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531" y="815765"/>
            <a:ext cx="3757499" cy="48119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3288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2ADF6-643B-423B-BFFA-CEBACE66A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4B1CF-B9D3-4962-AD19-D9C1AB188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553227"/>
            <a:ext cx="11241915" cy="46237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By the end of this chapter, you should </a:t>
            </a:r>
            <a:r>
              <a:rPr lang="en-US" b="1" dirty="0"/>
              <a:t>be able to: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Describe the primary </a:t>
            </a:r>
            <a:r>
              <a:rPr lang="en-US" altLang="zh-CN" b="1" dirty="0"/>
              <a:t>physical networking topologies </a:t>
            </a:r>
            <a:r>
              <a:rPr lang="en-US" altLang="zh-CN" dirty="0"/>
              <a:t>in common use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Describe the primary </a:t>
            </a:r>
            <a:r>
              <a:rPr lang="en-US" altLang="zh-CN" b="1" dirty="0"/>
              <a:t>logical networking topologies </a:t>
            </a:r>
            <a:r>
              <a:rPr lang="en-US" altLang="zh-CN" dirty="0"/>
              <a:t>in common use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Describe </a:t>
            </a:r>
            <a:r>
              <a:rPr lang="en-US" altLang="zh-CN" b="1" dirty="0"/>
              <a:t>major LAN networking technologies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Compare </a:t>
            </a:r>
            <a:r>
              <a:rPr lang="en-US" altLang="zh-CN" b="1" dirty="0"/>
              <a:t>Wi-Fi standards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Describe </a:t>
            </a:r>
            <a:r>
              <a:rPr lang="en-US" altLang="zh-CN" b="1" dirty="0"/>
              <a:t>ring topology </a:t>
            </a:r>
            <a:r>
              <a:rPr lang="en-US" altLang="zh-CN" dirty="0"/>
              <a:t>networks</a:t>
            </a:r>
          </a:p>
        </p:txBody>
      </p:sp>
    </p:spTree>
    <p:extLst>
      <p:ext uri="{BB962C8B-B14F-4D97-AF65-F5344CB8AC3E}">
        <p14:creationId xmlns:p14="http://schemas.microsoft.com/office/powerpoint/2010/main" val="3724899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0CED-573A-7454-11A6-90589979A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Topologies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F0BC-C9DC-D705-F253-7BA890142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528175"/>
            <a:ext cx="11241915" cy="4550437"/>
          </a:xfrm>
        </p:spPr>
        <p:txBody>
          <a:bodyPr/>
          <a:lstStyle/>
          <a:p>
            <a:r>
              <a:rPr lang="en-US" dirty="0"/>
              <a:t>A network topology </a:t>
            </a:r>
            <a:r>
              <a:rPr lang="en-US" b="1" dirty="0"/>
              <a:t>describes how a network is physically laid out </a:t>
            </a:r>
            <a:r>
              <a:rPr lang="en-US" dirty="0"/>
              <a:t>and how signals travel from one device to another</a:t>
            </a:r>
          </a:p>
          <a:p>
            <a:pPr lvl="1"/>
            <a:r>
              <a:rPr lang="en-US" sz="2200" dirty="0"/>
              <a:t>The </a:t>
            </a:r>
            <a:r>
              <a:rPr lang="en-US" sz="2200" b="1" dirty="0"/>
              <a:t>physical layout of the devices </a:t>
            </a:r>
            <a:r>
              <a:rPr lang="en-US" sz="2200" dirty="0"/>
              <a:t>and cables doesn’t describe how signals travel from one device to another</a:t>
            </a:r>
          </a:p>
          <a:p>
            <a:r>
              <a:rPr lang="en-US" dirty="0"/>
              <a:t>The arrangement of cabling and how cables connect one device to another in a network is considered the network’s </a:t>
            </a:r>
            <a:r>
              <a:rPr lang="en-US" b="1" dirty="0"/>
              <a:t>physical topology</a:t>
            </a:r>
          </a:p>
          <a:p>
            <a:r>
              <a:rPr lang="en-US" dirty="0"/>
              <a:t>The path data travels between computers on a network is considered the network’s </a:t>
            </a:r>
            <a:r>
              <a:rPr lang="en-US" b="1" dirty="0"/>
              <a:t>logical topology</a:t>
            </a:r>
          </a:p>
          <a:p>
            <a:pPr lvl="1"/>
            <a:r>
              <a:rPr lang="en-US" sz="2200" dirty="0"/>
              <a:t>All network designs today are based on these basic physical topologies: bus, star, ring, and point-to-point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94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5D5F2-0990-5495-9EAF-7E163D35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Bus Topology (1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78A2E-694E-EEA9-6243-A5ABDA0CE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528175"/>
            <a:ext cx="11241915" cy="4513855"/>
          </a:xfrm>
        </p:spPr>
        <p:txBody>
          <a:bodyPr/>
          <a:lstStyle/>
          <a:p>
            <a:r>
              <a:rPr lang="en-US" b="1" dirty="0"/>
              <a:t>Physical bus topology </a:t>
            </a:r>
            <a:r>
              <a:rPr lang="en-US" dirty="0"/>
              <a:t>is defined as a </a:t>
            </a:r>
            <a:r>
              <a:rPr lang="en-US" b="1" dirty="0"/>
              <a:t>continuous length of cable </a:t>
            </a:r>
            <a:r>
              <a:rPr lang="en-US" dirty="0"/>
              <a:t>connecting one computer to another in daisy-chain fashion</a:t>
            </a:r>
          </a:p>
          <a:p>
            <a:r>
              <a:rPr lang="en-US" b="1" dirty="0"/>
              <a:t>Weaknesses</a:t>
            </a:r>
            <a:r>
              <a:rPr lang="en-US" dirty="0"/>
              <a:t> include the following:</a:t>
            </a:r>
          </a:p>
          <a:p>
            <a:pPr lvl="1"/>
            <a:r>
              <a:rPr lang="en-US" sz="2200" dirty="0"/>
              <a:t>There’s a limit of 30 computers per cable segment</a:t>
            </a:r>
          </a:p>
          <a:p>
            <a:pPr lvl="1"/>
            <a:r>
              <a:rPr lang="en-US" sz="2200" dirty="0"/>
              <a:t>The </a:t>
            </a:r>
            <a:r>
              <a:rPr lang="en-US" sz="2200" b="1" dirty="0"/>
              <a:t>maximum</a:t>
            </a:r>
            <a:r>
              <a:rPr lang="en-US" sz="2200" dirty="0"/>
              <a:t> total </a:t>
            </a:r>
            <a:r>
              <a:rPr lang="en-US" sz="2200" b="1" dirty="0"/>
              <a:t>length</a:t>
            </a:r>
            <a:r>
              <a:rPr lang="en-US" sz="2200" dirty="0"/>
              <a:t> of cabling is </a:t>
            </a:r>
            <a:r>
              <a:rPr lang="en-US" sz="2200" b="1" dirty="0"/>
              <a:t>185 meters</a:t>
            </a:r>
          </a:p>
          <a:p>
            <a:pPr lvl="1"/>
            <a:r>
              <a:rPr lang="en-US" sz="2200" dirty="0"/>
              <a:t>Both </a:t>
            </a:r>
            <a:r>
              <a:rPr lang="en-US" sz="2200" b="1" dirty="0"/>
              <a:t>ends</a:t>
            </a:r>
            <a:r>
              <a:rPr lang="en-US" sz="2200" dirty="0"/>
              <a:t> of the bus must be </a:t>
            </a:r>
            <a:r>
              <a:rPr lang="en-US" sz="2200" b="1" dirty="0"/>
              <a:t>terminated</a:t>
            </a:r>
          </a:p>
          <a:p>
            <a:pPr lvl="1"/>
            <a:r>
              <a:rPr lang="en-US" sz="2200" dirty="0"/>
              <a:t>Any break in the bus brings down the entire network</a:t>
            </a:r>
          </a:p>
          <a:p>
            <a:pPr lvl="1"/>
            <a:r>
              <a:rPr lang="en-US" sz="2200" dirty="0"/>
              <a:t>Adding or removing a machine brings down the entire network temporarily</a:t>
            </a:r>
          </a:p>
          <a:p>
            <a:pPr lvl="1"/>
            <a:r>
              <a:rPr lang="en-US" sz="2200" b="1" dirty="0"/>
              <a:t>Maximum</a:t>
            </a:r>
            <a:r>
              <a:rPr lang="en-US" sz="2200" dirty="0"/>
              <a:t> </a:t>
            </a:r>
            <a:r>
              <a:rPr lang="en-US" sz="2200" b="1" dirty="0"/>
              <a:t>speed</a:t>
            </a:r>
            <a:r>
              <a:rPr lang="en-US" sz="2200" dirty="0"/>
              <a:t> is 10 Mbps half-duplex 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108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5928A-C07D-49A3-93FF-EE908E02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Bus Topology (2 of 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0BE92-E73F-42E9-B249-3B271B6E8AA4}"/>
              </a:ext>
            </a:extLst>
          </p:cNvPr>
          <p:cNvSpPr txBox="1"/>
          <p:nvPr/>
        </p:nvSpPr>
        <p:spPr>
          <a:xfrm>
            <a:off x="7315200" y="2857755"/>
            <a:ext cx="42945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3-1  </a:t>
            </a:r>
            <a:r>
              <a:rPr lang="en-US" sz="2400" dirty="0">
                <a:latin typeface="Work Sans" pitchFamily="2" charset="0"/>
              </a:rPr>
              <a:t>A physical bus topology network</a:t>
            </a:r>
          </a:p>
          <a:p>
            <a:endParaRPr lang="en-US" sz="2400" dirty="0">
              <a:latin typeface="Work Sans" pitchFamily="2" charset="0"/>
            </a:endParaRPr>
          </a:p>
          <a:p>
            <a:r>
              <a:rPr lang="en-US" sz="2400" dirty="0">
                <a:latin typeface="Work Sans" pitchFamily="2" charset="0"/>
              </a:rPr>
              <a:t>This topology is now considered obsolete.</a:t>
            </a:r>
          </a:p>
        </p:txBody>
      </p:sp>
      <p:pic>
        <p:nvPicPr>
          <p:cNvPr id="4" name="Picture 3" descr="A network of computers in the bus topology. The computers are connected in daisy chain fashion with a cable.&#10;">
            <a:extLst>
              <a:ext uri="{FF2B5EF4-FFF2-40B4-BE49-F238E27FC236}">
                <a16:creationId xmlns:a16="http://schemas.microsoft.com/office/drawing/2014/main" id="{3DF37E62-85C2-0E6E-5CA2-69A776402F3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3019" y="1667236"/>
            <a:ext cx="5055813" cy="380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74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E1CD5-41FB-BBBA-4A67-5C2AB1432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Bus Topology (3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17DE5-728F-FF86-E3AA-1E6D8553B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553227"/>
            <a:ext cx="11241915" cy="4623736"/>
          </a:xfrm>
        </p:spPr>
        <p:txBody>
          <a:bodyPr/>
          <a:lstStyle/>
          <a:p>
            <a:r>
              <a:rPr lang="en-US" b="1" dirty="0"/>
              <a:t>How Data Travels </a:t>
            </a:r>
            <a:r>
              <a:rPr lang="en-US" dirty="0"/>
              <a:t>in a Physical Bus</a:t>
            </a:r>
          </a:p>
          <a:p>
            <a:pPr lvl="1"/>
            <a:r>
              <a:rPr lang="en-US" sz="2200" dirty="0"/>
              <a:t>Electrical pulses (signals) travel the cable’s length in all directions</a:t>
            </a:r>
          </a:p>
          <a:p>
            <a:pPr lvl="1"/>
            <a:r>
              <a:rPr lang="en-US" sz="2200" dirty="0"/>
              <a:t>Signals traveling across the medium and from </a:t>
            </a:r>
            <a:r>
              <a:rPr lang="en-US" sz="2200" b="1" dirty="0"/>
              <a:t>device to device </a:t>
            </a:r>
            <a:r>
              <a:rPr lang="en-US" sz="2200" dirty="0"/>
              <a:t>is called </a:t>
            </a:r>
            <a:r>
              <a:rPr lang="en-US" sz="2200" b="1" dirty="0"/>
              <a:t>signal propagation</a:t>
            </a:r>
          </a:p>
          <a:p>
            <a:pPr lvl="1"/>
            <a:r>
              <a:rPr lang="en-US" sz="2200" dirty="0"/>
              <a:t>The signal continues until it weakens or is absorbed by a terminator</a:t>
            </a:r>
          </a:p>
          <a:p>
            <a:pPr lvl="1"/>
            <a:r>
              <a:rPr lang="en-US" sz="2200" dirty="0"/>
              <a:t>A </a:t>
            </a:r>
            <a:r>
              <a:rPr lang="en-US" sz="2200" b="1" dirty="0"/>
              <a:t>terminator</a:t>
            </a:r>
            <a:r>
              <a:rPr lang="en-US" sz="2200" dirty="0"/>
              <a:t> is an electrical component called a resistor that absorbs the signal instead of allowing it to bounce back up the wire</a:t>
            </a:r>
          </a:p>
          <a:p>
            <a:pPr lvl="1"/>
            <a:r>
              <a:rPr lang="en-US" sz="2200" dirty="0"/>
              <a:t>If not terminated, the signal bounces or is “</a:t>
            </a:r>
            <a:r>
              <a:rPr lang="en-US" sz="2200" b="1" dirty="0"/>
              <a:t>reflected</a:t>
            </a:r>
            <a:r>
              <a:rPr lang="en-US" sz="2200" dirty="0"/>
              <a:t>” at end of medium, called </a:t>
            </a:r>
            <a:r>
              <a:rPr lang="en-US" sz="2200" b="1" dirty="0"/>
              <a:t>signal bounce</a:t>
            </a:r>
          </a:p>
        </p:txBody>
      </p:sp>
    </p:spTree>
    <p:extLst>
      <p:ext uri="{BB962C8B-B14F-4D97-AF65-F5344CB8AC3E}">
        <p14:creationId xmlns:p14="http://schemas.microsoft.com/office/powerpoint/2010/main" val="403942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D8CB-3786-8476-686C-F52129A1E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Star Topology (1 of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B7CE8-925C-86D9-C819-F809E5A80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690692"/>
            <a:ext cx="11241915" cy="435133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physical star topology </a:t>
            </a:r>
            <a:r>
              <a:rPr lang="en-US" dirty="0"/>
              <a:t>uses a </a:t>
            </a:r>
            <a:r>
              <a:rPr lang="en-US" b="1" dirty="0"/>
              <a:t>central device</a:t>
            </a:r>
            <a:r>
              <a:rPr lang="en-US" dirty="0"/>
              <a:t> (hub or switch) to connect computers</a:t>
            </a:r>
          </a:p>
          <a:p>
            <a:r>
              <a:rPr lang="en-US" b="1" dirty="0"/>
              <a:t>Advantages</a:t>
            </a:r>
            <a:r>
              <a:rPr lang="en-US" dirty="0"/>
              <a:t> include the following:</a:t>
            </a:r>
          </a:p>
          <a:p>
            <a:pPr lvl="1"/>
            <a:r>
              <a:rPr lang="en-US" sz="2200" dirty="0"/>
              <a:t>Much </a:t>
            </a:r>
            <a:r>
              <a:rPr lang="en-US" sz="2200" b="1" dirty="0"/>
              <a:t>faster</a:t>
            </a:r>
            <a:r>
              <a:rPr lang="en-US" sz="2200" dirty="0"/>
              <a:t> technologies than a bus</a:t>
            </a:r>
          </a:p>
          <a:p>
            <a:pPr lvl="1"/>
            <a:r>
              <a:rPr lang="en-US" sz="2200" b="1" dirty="0"/>
              <a:t>Centralized monitoring and management </a:t>
            </a:r>
            <a:r>
              <a:rPr lang="en-US" sz="2200" dirty="0"/>
              <a:t>of network traffic are possible</a:t>
            </a:r>
          </a:p>
          <a:p>
            <a:pPr lvl="1"/>
            <a:r>
              <a:rPr lang="en-US" sz="2200" b="1" dirty="0"/>
              <a:t>Easier</a:t>
            </a:r>
            <a:r>
              <a:rPr lang="en-US" sz="2200" dirty="0"/>
              <a:t> network </a:t>
            </a:r>
            <a:r>
              <a:rPr lang="en-US" sz="2200" b="1" dirty="0"/>
              <a:t>upgrades</a:t>
            </a:r>
          </a:p>
          <a:p>
            <a:r>
              <a:rPr lang="en-US" dirty="0"/>
              <a:t>Using a central device allows for monitoring and managing a network</a:t>
            </a:r>
          </a:p>
          <a:p>
            <a:pPr lvl="1"/>
            <a:r>
              <a:rPr lang="en-US" sz="2200" dirty="0"/>
              <a:t>When the number of workstations you need exceeds the number of ports on a central device you simply add another central device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15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5928A-C07D-49A3-93FF-EE908E02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Star Topology (2 of 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0BE92-E73F-42E9-B249-3B271B6E8AA4}"/>
              </a:ext>
            </a:extLst>
          </p:cNvPr>
          <p:cNvSpPr txBox="1"/>
          <p:nvPr/>
        </p:nvSpPr>
        <p:spPr>
          <a:xfrm>
            <a:off x="7315200" y="3013501"/>
            <a:ext cx="42945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3-2  </a:t>
            </a:r>
            <a:r>
              <a:rPr lang="en-US" sz="2400" dirty="0">
                <a:latin typeface="Work Sans" pitchFamily="2" charset="0"/>
              </a:rPr>
              <a:t>A physical star topology network</a:t>
            </a:r>
          </a:p>
        </p:txBody>
      </p:sp>
      <p:pic>
        <p:nvPicPr>
          <p:cNvPr id="4" name="Picture 3" descr="A network of computers that are connected in the star topology. Multiple computers are connected to a central device known as a switch.&#10;">
            <a:extLst>
              <a:ext uri="{FF2B5EF4-FFF2-40B4-BE49-F238E27FC236}">
                <a16:creationId xmlns:a16="http://schemas.microsoft.com/office/drawing/2014/main" id="{F7CFE528-B55A-E157-DF68-225B2CA0FB7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3156" y="1552450"/>
            <a:ext cx="5461707" cy="410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25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E53BD-F8AF-EF3C-0FB2-A45BA0A36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Star Topology (3 of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43114-3342-6654-28E4-455A3BEE7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515649"/>
            <a:ext cx="11241915" cy="4526381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extended star topology </a:t>
            </a:r>
            <a:r>
              <a:rPr lang="en-US" dirty="0"/>
              <a:t>is the </a:t>
            </a:r>
            <a:r>
              <a:rPr lang="en-US" b="1" dirty="0"/>
              <a:t>most widely used </a:t>
            </a:r>
            <a:r>
              <a:rPr lang="en-US" dirty="0"/>
              <a:t>in networks containing more than just a few computers</a:t>
            </a:r>
          </a:p>
          <a:p>
            <a:r>
              <a:rPr lang="en-US" dirty="0"/>
              <a:t>A central device (</a:t>
            </a:r>
            <a:r>
              <a:rPr lang="en-US" b="1" dirty="0"/>
              <a:t>usually a switch</a:t>
            </a:r>
            <a:r>
              <a:rPr lang="en-US" dirty="0"/>
              <a:t>) sits in the middle and instead of attached computers, other switches or hubs are connected to the central switch’s ports</a:t>
            </a:r>
          </a:p>
          <a:p>
            <a:pPr lvl="1"/>
            <a:r>
              <a:rPr lang="en-US" sz="2200" dirty="0"/>
              <a:t>Computers and peripherals are attached to these switches or hubs forming additional stars</a:t>
            </a:r>
          </a:p>
          <a:p>
            <a:pPr lvl="1"/>
            <a:r>
              <a:rPr lang="en-US" sz="2200" dirty="0"/>
              <a:t>Sometimes referred to as a “hierarchical star”</a:t>
            </a:r>
          </a:p>
          <a:p>
            <a:r>
              <a:rPr lang="en-US" dirty="0"/>
              <a:t>This topology is most effective when the center of the star is running at a much faster speed than other devices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58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68ECC-7316-9B9A-7E01-6DD9B516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803C4-A147-6777-4D02-D0DDB1697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Star Topology (4 of 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3DDEB-85D2-251F-7143-FBA7F1B2DA74}"/>
              </a:ext>
            </a:extLst>
          </p:cNvPr>
          <p:cNvSpPr txBox="1"/>
          <p:nvPr/>
        </p:nvSpPr>
        <p:spPr>
          <a:xfrm>
            <a:off x="7315200" y="3013501"/>
            <a:ext cx="42945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3-3  </a:t>
            </a:r>
            <a:r>
              <a:rPr lang="en-US" sz="2400" dirty="0">
                <a:latin typeface="Work Sans" pitchFamily="2" charset="0"/>
              </a:rPr>
              <a:t>An extended star topology network</a:t>
            </a:r>
          </a:p>
        </p:txBody>
      </p:sp>
      <p:pic>
        <p:nvPicPr>
          <p:cNvPr id="4" name="Picture 3" descr="A network of computers that are connected in and extended star topology. There are 4 switches. Each one of these switches are connected to two workstations. The 4 switches are in turn connected to a central switch forming an extended star topology.&#10;">
            <a:extLst>
              <a:ext uri="{FF2B5EF4-FFF2-40B4-BE49-F238E27FC236}">
                <a16:creationId xmlns:a16="http://schemas.microsoft.com/office/drawing/2014/main" id="{3B2EA73F-EFB4-EAB1-95B3-3F69358C1DA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5129" y="1720835"/>
            <a:ext cx="5551929" cy="417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86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E1C7-AEFC-605B-9BA5-00027A289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Star Topology (5 of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476DD-BB32-367B-8314-37D1CAF6F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65545"/>
            <a:ext cx="11241915" cy="4711418"/>
          </a:xfrm>
        </p:spPr>
        <p:txBody>
          <a:bodyPr/>
          <a:lstStyle/>
          <a:p>
            <a:r>
              <a:rPr lang="en-US" altLang="zh-CN" dirty="0">
                <a:cs typeface="Arial" panose="020B0604020202020204" pitchFamily="34" charset="0"/>
              </a:rPr>
              <a:t>Details of how data travels in a physical star depend on the central device</a:t>
            </a:r>
          </a:p>
          <a:p>
            <a:pPr lvl="1"/>
            <a:r>
              <a:rPr lang="en-US" altLang="zh-CN" dirty="0">
                <a:cs typeface="Arial" panose="020B0604020202020204" pitchFamily="34" charset="0"/>
              </a:rPr>
              <a:t>The central device determines the ‘</a:t>
            </a:r>
            <a:r>
              <a:rPr lang="en-US" altLang="zh-CN" b="1" dirty="0">
                <a:cs typeface="Arial" panose="020B0604020202020204" pitchFamily="34" charset="0"/>
              </a:rPr>
              <a:t>logical</a:t>
            </a:r>
            <a:r>
              <a:rPr lang="en-US" altLang="zh-CN" dirty="0">
                <a:cs typeface="Arial" panose="020B0604020202020204" pitchFamily="34" charset="0"/>
              </a:rPr>
              <a:t>’ topology (discussed later)</a:t>
            </a:r>
          </a:p>
          <a:p>
            <a:pPr lvl="2"/>
            <a:r>
              <a:rPr lang="en-US" altLang="zh-CN" dirty="0">
                <a:cs typeface="Arial" panose="020B0604020202020204" pitchFamily="34" charset="0"/>
              </a:rPr>
              <a:t>For now: hub = logical bus; switch = logical switching; MAU = </a:t>
            </a:r>
            <a:r>
              <a:rPr lang="en-US" altLang="zh-CN">
                <a:cs typeface="Arial" panose="020B0604020202020204" pitchFamily="34" charset="0"/>
              </a:rPr>
              <a:t>logical ring  (media access unit)</a:t>
            </a:r>
            <a:endParaRPr lang="en-US" altLang="zh-CN" dirty="0">
              <a:cs typeface="Arial" panose="020B0604020202020204" pitchFamily="34" charset="0"/>
            </a:endParaRPr>
          </a:p>
          <a:p>
            <a:r>
              <a:rPr lang="en-US" dirty="0"/>
              <a:t>The </a:t>
            </a:r>
            <a:r>
              <a:rPr lang="en-US" b="1" dirty="0"/>
              <a:t>main disadvantage</a:t>
            </a:r>
            <a:r>
              <a:rPr lang="en-US" dirty="0"/>
              <a:t> is that the central device represents a </a:t>
            </a:r>
            <a:r>
              <a:rPr lang="en-US" b="1" dirty="0"/>
              <a:t>single point of failure</a:t>
            </a:r>
          </a:p>
          <a:p>
            <a:pPr lvl="1"/>
            <a:r>
              <a:rPr lang="en-US" dirty="0"/>
              <a:t>If the hub or switch fails or someone kicks the power cord out of the outlet, the entire network goes down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198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5D4D7-BADD-7E61-168C-02BBC897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Ring Topology (1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73422-0061-DDEB-6A74-2BC42B37B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65337"/>
            <a:ext cx="11241915" cy="4811626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physical ring topology </a:t>
            </a:r>
            <a:r>
              <a:rPr lang="en-US" dirty="0"/>
              <a:t>is like a bus, in that devices are </a:t>
            </a:r>
            <a:r>
              <a:rPr lang="en-US" b="1" dirty="0"/>
              <a:t>daisy-chained one to another</a:t>
            </a:r>
          </a:p>
          <a:p>
            <a:pPr lvl="1"/>
            <a:r>
              <a:rPr lang="en-US" dirty="0"/>
              <a:t>Instead of terminating each end, the cabling is brought around from the last device back to the first device to form a ring</a:t>
            </a:r>
          </a:p>
          <a:p>
            <a:pPr lvl="1"/>
            <a:r>
              <a:rPr lang="en-US" dirty="0"/>
              <a:t>This topology was most widely used to connect LANs with a technology called </a:t>
            </a:r>
            <a:r>
              <a:rPr lang="en-US" b="1" dirty="0"/>
              <a:t>Fiber Distributed Data Interface </a:t>
            </a:r>
            <a:r>
              <a:rPr lang="en-US" dirty="0"/>
              <a:t>(FDDI)</a:t>
            </a:r>
          </a:p>
          <a:p>
            <a:pPr lvl="1"/>
            <a:r>
              <a:rPr lang="en-US" dirty="0"/>
              <a:t>FDDI was most often used as a network backbone, which is cabling used to communicate between LANs or between hubs and switches</a:t>
            </a:r>
          </a:p>
          <a:p>
            <a:r>
              <a:rPr lang="en-US" dirty="0"/>
              <a:t>Data travels in one direction</a:t>
            </a:r>
          </a:p>
        </p:txBody>
      </p:sp>
    </p:spTree>
    <p:extLst>
      <p:ext uri="{BB962C8B-B14F-4D97-AF65-F5344CB8AC3E}">
        <p14:creationId xmlns:p14="http://schemas.microsoft.com/office/powerpoint/2010/main" val="3260862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65154-5C94-0EAD-3DA7-2140203D2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EEC1-8F84-6B13-391E-092594312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Ring Topology (2 of 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C2406-6EE4-26F2-B911-B59F82B5B9A4}"/>
              </a:ext>
            </a:extLst>
          </p:cNvPr>
          <p:cNvSpPr txBox="1"/>
          <p:nvPr/>
        </p:nvSpPr>
        <p:spPr>
          <a:xfrm>
            <a:off x="7315200" y="3013501"/>
            <a:ext cx="4294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3-4  </a:t>
            </a:r>
            <a:r>
              <a:rPr lang="en-US" sz="2400" dirty="0">
                <a:latin typeface="Work Sans" pitchFamily="2" charset="0"/>
              </a:rPr>
              <a:t>A physical ring topology is </a:t>
            </a:r>
            <a:r>
              <a:rPr lang="en-US" sz="2400" b="1" dirty="0">
                <a:latin typeface="Work Sans" pitchFamily="2" charset="0"/>
              </a:rPr>
              <a:t>typically used to connect LANs</a:t>
            </a:r>
          </a:p>
        </p:txBody>
      </p:sp>
      <p:pic>
        <p:nvPicPr>
          <p:cNvPr id="4" name="Picture 3" descr="A network of computers connected in a ring topology. There are three buildings, building A, B, and C which have computers connected in the star topology. In each building, the switch is connected to an F D D I switch. The F D D I switches of the buildings are connected together in a ring.">
            <a:extLst>
              <a:ext uri="{FF2B5EF4-FFF2-40B4-BE49-F238E27FC236}">
                <a16:creationId xmlns:a16="http://schemas.microsoft.com/office/drawing/2014/main" id="{96780F1E-5BF6-083D-11E5-5A1CD28C65A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030" y="1227669"/>
            <a:ext cx="5449609" cy="410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22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60A30-D7A8-21ED-D98F-5542301B7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Point-to-Point Topology (1 of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3DE5E-364C-9AA2-D1DF-DE30B1568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65545"/>
            <a:ext cx="11241915" cy="4711418"/>
          </a:xfrm>
        </p:spPr>
        <p:txBody>
          <a:bodyPr/>
          <a:lstStyle/>
          <a:p>
            <a:r>
              <a:rPr lang="en-US" sz="2600" dirty="0"/>
              <a:t>A </a:t>
            </a:r>
            <a:r>
              <a:rPr lang="en-US" sz="2600" b="1" dirty="0"/>
              <a:t>point-to-point topology </a:t>
            </a:r>
            <a:r>
              <a:rPr lang="en-US" sz="2600" dirty="0"/>
              <a:t>is a </a:t>
            </a:r>
            <a:r>
              <a:rPr lang="en-US" sz="2600" b="1" dirty="0"/>
              <a:t>direct link between two devices</a:t>
            </a:r>
          </a:p>
          <a:p>
            <a:r>
              <a:rPr lang="en-US" sz="2600" dirty="0"/>
              <a:t>Data travels on a dedicated link and bandwidth is not shared with other networks</a:t>
            </a:r>
          </a:p>
          <a:p>
            <a:r>
              <a:rPr lang="en-US" sz="2600" dirty="0"/>
              <a:t>Point-to-point technologies are used with wireless networks as a </a:t>
            </a:r>
            <a:r>
              <a:rPr lang="en-US" sz="2600" b="1" dirty="0"/>
              <a:t>wireless bridge</a:t>
            </a:r>
          </a:p>
          <a:p>
            <a:pPr lvl="1"/>
            <a:r>
              <a:rPr lang="en-US" sz="2600" dirty="0"/>
              <a:t>This setup can be used to connect two buildings without using a wired network</a:t>
            </a:r>
          </a:p>
          <a:p>
            <a:pPr lvl="1"/>
            <a:r>
              <a:rPr lang="en-US" sz="2600" dirty="0"/>
              <a:t>It can also be used to connect two computers together for transferring files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23140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BAE9B-D629-C3DA-9EE3-63EF18C5A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84BFB-3719-6F76-65DB-870738B1E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Point-to-Point Topology (2 of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27285-507E-134C-3B9F-B95C49120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90597"/>
            <a:ext cx="11241915" cy="4686366"/>
          </a:xfrm>
        </p:spPr>
        <p:txBody>
          <a:bodyPr/>
          <a:lstStyle/>
          <a:p>
            <a:r>
              <a:rPr lang="en-US" sz="2500" dirty="0"/>
              <a:t>A </a:t>
            </a:r>
            <a:r>
              <a:rPr lang="en-US" sz="2500" b="1" dirty="0"/>
              <a:t>point-to-multipoint </a:t>
            </a:r>
            <a:r>
              <a:rPr lang="en-US" sz="2500" dirty="0"/>
              <a:t>(</a:t>
            </a:r>
            <a:r>
              <a:rPr lang="en-US" sz="2500" b="1" dirty="0"/>
              <a:t>PMP</a:t>
            </a:r>
            <a:r>
              <a:rPr lang="en-US" sz="2500" dirty="0"/>
              <a:t>) </a:t>
            </a:r>
            <a:r>
              <a:rPr lang="en-US" sz="2500" b="1" dirty="0"/>
              <a:t>topology</a:t>
            </a:r>
            <a:r>
              <a:rPr lang="en-US" sz="2500" dirty="0"/>
              <a:t> is an arrangement where a </a:t>
            </a:r>
            <a:r>
              <a:rPr lang="en-US" sz="2500" b="1" dirty="0"/>
              <a:t>central device communicates </a:t>
            </a:r>
            <a:r>
              <a:rPr lang="en-US" sz="2500" dirty="0"/>
              <a:t>with </a:t>
            </a:r>
            <a:r>
              <a:rPr lang="en-US" sz="2500" b="1" dirty="0"/>
              <a:t>two or more </a:t>
            </a:r>
            <a:r>
              <a:rPr lang="en-US" sz="2500" dirty="0"/>
              <a:t>other devices</a:t>
            </a:r>
          </a:p>
          <a:p>
            <a:pPr lvl="1"/>
            <a:r>
              <a:rPr lang="en-US" sz="2500" dirty="0"/>
              <a:t>All communication goes through the central device</a:t>
            </a:r>
          </a:p>
          <a:p>
            <a:r>
              <a:rPr lang="en-US" sz="2500" dirty="0"/>
              <a:t>It is often used in WANs where a main office has connections to several branch offices via a router</a:t>
            </a:r>
          </a:p>
          <a:p>
            <a:r>
              <a:rPr lang="en-US" sz="2500" dirty="0"/>
              <a:t>A </a:t>
            </a:r>
            <a:r>
              <a:rPr lang="en-US" sz="2500" b="1" dirty="0"/>
              <a:t>single connection is made from the router </a:t>
            </a:r>
            <a:r>
              <a:rPr lang="en-US" sz="2500" dirty="0"/>
              <a:t>to a switching device that directs traffic to the correct branch office</a:t>
            </a:r>
          </a:p>
          <a:p>
            <a:r>
              <a:rPr lang="en-US" sz="2500" dirty="0"/>
              <a:t>A single base station communicates with multiple subscriber stations</a:t>
            </a:r>
          </a:p>
          <a:p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791905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033EE-952C-CD5D-1289-D574C608E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9E01-4934-1F4B-C717-1774B352D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Point-to-Point Topology (3 of 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E35816-3ADD-6EAA-AB33-50C03AABE445}"/>
              </a:ext>
            </a:extLst>
          </p:cNvPr>
          <p:cNvSpPr txBox="1"/>
          <p:nvPr/>
        </p:nvSpPr>
        <p:spPr>
          <a:xfrm>
            <a:off x="7315200" y="3013501"/>
            <a:ext cx="42945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3-6  </a:t>
            </a:r>
            <a:r>
              <a:rPr lang="en-US" sz="2400" dirty="0">
                <a:latin typeface="Work Sans" pitchFamily="2" charset="0"/>
              </a:rPr>
              <a:t>A point-to-multipoint topology</a:t>
            </a:r>
          </a:p>
        </p:txBody>
      </p:sp>
      <p:pic>
        <p:nvPicPr>
          <p:cNvPr id="4" name="Picture 3" descr="An example of a point to multipoint topology which is similar to a star topology except for the fact that the central device is depicted as a cloud. The main office, branch office 1, branch office 2, and branch office 3 are connected to the cloud.&#10;">
            <a:extLst>
              <a:ext uri="{FF2B5EF4-FFF2-40B4-BE49-F238E27FC236}">
                <a16:creationId xmlns:a16="http://schemas.microsoft.com/office/drawing/2014/main" id="{4C5513CF-1323-4CBF-805A-661F5EA994D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4817" y="1459141"/>
            <a:ext cx="5294645" cy="393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98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66717-FA09-1127-7308-824B9EAF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Point-to-Point Topology (4 of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E82CA-F6C8-B6C9-3369-B7C6F2C86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65337"/>
            <a:ext cx="11241915" cy="4811626"/>
          </a:xfrm>
        </p:spPr>
        <p:txBody>
          <a:bodyPr/>
          <a:lstStyle/>
          <a:p>
            <a:r>
              <a:rPr lang="en-US" sz="2500" dirty="0"/>
              <a:t>A </a:t>
            </a:r>
            <a:r>
              <a:rPr lang="en-US" sz="2500" b="1" dirty="0"/>
              <a:t>mesh topology </a:t>
            </a:r>
            <a:r>
              <a:rPr lang="en-US" sz="2500" dirty="0"/>
              <a:t>connects </a:t>
            </a:r>
            <a:r>
              <a:rPr lang="en-US" sz="2500" b="1" dirty="0"/>
              <a:t>each device to every other</a:t>
            </a:r>
            <a:r>
              <a:rPr lang="en-US" sz="2500" dirty="0"/>
              <a:t> device in a network</a:t>
            </a:r>
          </a:p>
          <a:p>
            <a:pPr lvl="1"/>
            <a:r>
              <a:rPr lang="en-US" sz="2500" dirty="0"/>
              <a:t>There are </a:t>
            </a:r>
            <a:r>
              <a:rPr lang="en-US" sz="2500" b="1" dirty="0"/>
              <a:t>multiple point-to-point connections </a:t>
            </a:r>
            <a:r>
              <a:rPr lang="en-US" sz="2500" dirty="0"/>
              <a:t>for the purposes of redundancy and fault tolerance</a:t>
            </a:r>
          </a:p>
          <a:p>
            <a:r>
              <a:rPr lang="en-US" sz="2500" dirty="0"/>
              <a:t>The purpose of creating a mesh topology is to ensure that if one or more connections fail, there’s another path for reaching all devices on the network</a:t>
            </a:r>
          </a:p>
          <a:p>
            <a:r>
              <a:rPr lang="en-US" sz="2500" dirty="0"/>
              <a:t>This topology is </a:t>
            </a:r>
            <a:r>
              <a:rPr lang="en-US" sz="2500" b="1" dirty="0"/>
              <a:t>found in large WANs </a:t>
            </a:r>
            <a:r>
              <a:rPr lang="en-US" sz="2500" dirty="0"/>
              <a:t>and internetworks</a:t>
            </a:r>
          </a:p>
          <a:p>
            <a:r>
              <a:rPr lang="en-US" sz="2500" dirty="0"/>
              <a:t>It is expensive due to additional cabling and ports required</a:t>
            </a:r>
          </a:p>
        </p:txBody>
      </p:sp>
    </p:spTree>
    <p:extLst>
      <p:ext uri="{BB962C8B-B14F-4D97-AF65-F5344CB8AC3E}">
        <p14:creationId xmlns:p14="http://schemas.microsoft.com/office/powerpoint/2010/main" val="223043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8EDFB-87B1-D354-7C0F-E60FF4C9C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6FB6B-E1DA-F87E-984C-06987718D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Point-to-Point Topology (5 of 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385AC-4243-8A54-36C5-9105185275C3}"/>
              </a:ext>
            </a:extLst>
          </p:cNvPr>
          <p:cNvSpPr txBox="1"/>
          <p:nvPr/>
        </p:nvSpPr>
        <p:spPr>
          <a:xfrm>
            <a:off x="7315200" y="2777195"/>
            <a:ext cx="42945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3-7  </a:t>
            </a:r>
            <a:r>
              <a:rPr lang="en-US" sz="2400" dirty="0">
                <a:latin typeface="Work Sans" pitchFamily="2" charset="0"/>
              </a:rPr>
              <a:t>Switches in each building are connected in a full mesh topology</a:t>
            </a:r>
          </a:p>
        </p:txBody>
      </p:sp>
      <p:pic>
        <p:nvPicPr>
          <p:cNvPr id="4" name="Picture 3" descr="An example of a full mesh topology. The office buildings of Chicago, New York, Los Angeles, and Phoenix are all connected to each other with WAN links.&#10;">
            <a:extLst>
              <a:ext uri="{FF2B5EF4-FFF2-40B4-BE49-F238E27FC236}">
                <a16:creationId xmlns:a16="http://schemas.microsoft.com/office/drawing/2014/main" id="{859754BE-34BE-9D6D-27D0-B72FB4C5404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292" y="1318448"/>
            <a:ext cx="5627084" cy="422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10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AE9A4-700C-2542-68F9-918FBA016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Topologies (1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676AF-AD33-FF5D-D312-CCEF7ED75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27967"/>
            <a:ext cx="11241915" cy="4956788"/>
          </a:xfrm>
        </p:spPr>
        <p:txBody>
          <a:bodyPr/>
          <a:lstStyle/>
          <a:p>
            <a:r>
              <a:rPr lang="en-US" sz="2600" dirty="0"/>
              <a:t>A network’s </a:t>
            </a:r>
            <a:r>
              <a:rPr lang="en-US" sz="2600" b="1" dirty="0"/>
              <a:t>logical topology </a:t>
            </a:r>
            <a:r>
              <a:rPr lang="en-US" sz="2600" dirty="0"/>
              <a:t>describes how data travels from computer to computer</a:t>
            </a:r>
          </a:p>
          <a:p>
            <a:pPr lvl="1"/>
            <a:r>
              <a:rPr lang="en-US" sz="2600" dirty="0"/>
              <a:t>In some cases, it is the same as the </a:t>
            </a:r>
            <a:r>
              <a:rPr lang="en-US" sz="2600" b="1" dirty="0"/>
              <a:t>physical topology</a:t>
            </a:r>
          </a:p>
          <a:p>
            <a:r>
              <a:rPr lang="en-US" sz="2600" dirty="0"/>
              <a:t>For a physical star, the central device determines the logical topology</a:t>
            </a:r>
          </a:p>
          <a:p>
            <a:r>
              <a:rPr lang="en-US" sz="2600" dirty="0"/>
              <a:t>A logical ring using a physical star implements the ring inside the central device’s electronics, which is a MAU in the token ring technology</a:t>
            </a:r>
          </a:p>
          <a:p>
            <a:r>
              <a:rPr lang="en-US" sz="2600" dirty="0"/>
              <a:t>In a switched topology, there is always an electrical connection between the computer and the switch</a:t>
            </a:r>
          </a:p>
        </p:txBody>
      </p:sp>
    </p:spTree>
    <p:extLst>
      <p:ext uri="{BB962C8B-B14F-4D97-AF65-F5344CB8AC3E}">
        <p14:creationId xmlns:p14="http://schemas.microsoft.com/office/powerpoint/2010/main" val="827595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8E304-ABEE-E722-07CC-6665D7E7E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90F6-595D-D34E-83EC-A79EA7716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Topologies (2 of 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6C513-C155-7690-A4E6-889EDFE08D3F}"/>
              </a:ext>
            </a:extLst>
          </p:cNvPr>
          <p:cNvSpPr txBox="1"/>
          <p:nvPr/>
        </p:nvSpPr>
        <p:spPr>
          <a:xfrm>
            <a:off x="7540668" y="1693162"/>
            <a:ext cx="417809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3-8  </a:t>
            </a:r>
            <a:r>
              <a:rPr lang="en-US" sz="2400" dirty="0">
                <a:latin typeface="Work Sans" pitchFamily="2" charset="0"/>
              </a:rPr>
              <a:t>A logical bus implemented as a physical star</a:t>
            </a:r>
          </a:p>
          <a:p>
            <a:endParaRPr lang="en-US" sz="2400" dirty="0">
              <a:latin typeface="Work Sans" pitchFamily="2" charset="0"/>
            </a:endParaRPr>
          </a:p>
          <a:p>
            <a:endParaRPr lang="en-US" sz="2400" dirty="0">
              <a:latin typeface="Work Sans" pitchFamily="2" charset="0"/>
            </a:endParaRPr>
          </a:p>
          <a:p>
            <a:endParaRPr lang="en-US" sz="2400" dirty="0">
              <a:latin typeface="Work Sans" pitchFamily="2" charset="0"/>
            </a:endParaRPr>
          </a:p>
          <a:p>
            <a:endParaRPr lang="en-US" sz="2400" dirty="0">
              <a:latin typeface="Work Sans" pitchFamily="2" charset="0"/>
            </a:endParaRPr>
          </a:p>
          <a:p>
            <a:r>
              <a:rPr lang="en-US" sz="2400" b="1" dirty="0">
                <a:latin typeface="Work Sans" pitchFamily="2" charset="0"/>
              </a:rPr>
              <a:t>Figure 3-9  </a:t>
            </a:r>
            <a:r>
              <a:rPr lang="en-US" sz="2400" dirty="0">
                <a:latin typeface="Work Sans" pitchFamily="2" charset="0"/>
              </a:rPr>
              <a:t>A logical ring implemented as a physical star</a:t>
            </a:r>
          </a:p>
        </p:txBody>
      </p:sp>
      <p:pic>
        <p:nvPicPr>
          <p:cNvPr id="4" name="Picture 3" descr="A logical bus implemented with a hub in the manner of a physical star. Four computers are connected to a central hub. Inside the hub, the connections are similar to a daisy chain connection.&#10;">
            <a:extLst>
              <a:ext uri="{FF2B5EF4-FFF2-40B4-BE49-F238E27FC236}">
                <a16:creationId xmlns:a16="http://schemas.microsoft.com/office/drawing/2014/main" id="{2C36A083-227F-0B7C-6D8B-1547FA665B5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4906" y="1220186"/>
            <a:ext cx="3141115" cy="2363332"/>
          </a:xfrm>
          <a:prstGeom prst="rect">
            <a:avLst/>
          </a:prstGeom>
        </p:spPr>
      </p:pic>
      <p:pic>
        <p:nvPicPr>
          <p:cNvPr id="7" name="Picture 6" descr="A logical ring implemented with a central device in the manner of a physical star. Five computers are connected to the central device. The logical ring is implemented in the central device using an M A U.&#10;">
            <a:extLst>
              <a:ext uri="{FF2B5EF4-FFF2-40B4-BE49-F238E27FC236}">
                <a16:creationId xmlns:a16="http://schemas.microsoft.com/office/drawing/2014/main" id="{B68B9514-44FA-8E9D-1B22-00383F5085B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96021" y="3078300"/>
            <a:ext cx="3644647" cy="274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7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ACAA1-EB56-BD62-914C-7B1C2DB19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8417-2B70-79D5-C63F-23B4F76F7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Topologies (3 of 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411CC5-38C4-F422-E314-D40802C229FC}"/>
              </a:ext>
            </a:extLst>
          </p:cNvPr>
          <p:cNvSpPr txBox="1"/>
          <p:nvPr/>
        </p:nvSpPr>
        <p:spPr>
          <a:xfrm>
            <a:off x="7424160" y="3013501"/>
            <a:ext cx="42945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3-10  </a:t>
            </a:r>
            <a:r>
              <a:rPr lang="en-US" sz="2400" dirty="0">
                <a:latin typeface="Work Sans" pitchFamily="2" charset="0"/>
              </a:rPr>
              <a:t>The logical functioning of a switch</a:t>
            </a:r>
          </a:p>
        </p:txBody>
      </p:sp>
      <p:pic>
        <p:nvPicPr>
          <p:cNvPr id="4" name="Picture 3" descr="An example of how a switch functions logically. P Cs 1 to 6 are connected to a switch. There is no transmission between the computers initially. P C 1 communicates with P C 6 and at the same time P C 2 is able to communicate with P C 5.&#10;">
            <a:extLst>
              <a:ext uri="{FF2B5EF4-FFF2-40B4-BE49-F238E27FC236}">
                <a16:creationId xmlns:a16="http://schemas.microsoft.com/office/drawing/2014/main" id="{E490D3E8-132F-DF6D-0378-6CE72D4561B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5976" y="1335016"/>
            <a:ext cx="5713964" cy="421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86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7B54CD94-D75F-6FC7-3B3B-186438BE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843" y="473245"/>
            <a:ext cx="11241915" cy="1217447"/>
          </a:xfrm>
        </p:spPr>
        <p:txBody>
          <a:bodyPr/>
          <a:lstStyle/>
          <a:p>
            <a:r>
              <a:rPr lang="en-US" dirty="0"/>
              <a:t>Knowledge Check Activity 3-1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4F008-21F9-FCFB-BF06-39C357DBA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78071"/>
            <a:ext cx="11241915" cy="4698892"/>
          </a:xfrm>
        </p:spPr>
        <p:txBody>
          <a:bodyPr/>
          <a:lstStyle/>
          <a:p>
            <a:pPr marL="0" indent="0">
              <a:buNone/>
            </a:pPr>
            <a:r>
              <a:rPr lang="en-US" sz="2600" dirty="0"/>
              <a:t>What term describes how electricity behaves when it reaches the end of an unterminated cable?</a:t>
            </a:r>
          </a:p>
          <a:p>
            <a:pPr marL="0" indent="0">
              <a:buNone/>
            </a:pPr>
            <a:r>
              <a:rPr lang="en-US" sz="2600" dirty="0"/>
              <a:t>a. Signal resistance</a:t>
            </a:r>
          </a:p>
          <a:p>
            <a:pPr marL="0" indent="0">
              <a:buNone/>
            </a:pPr>
            <a:r>
              <a:rPr lang="en-US" sz="2600" dirty="0"/>
              <a:t>b. Signal propagation</a:t>
            </a:r>
          </a:p>
          <a:p>
            <a:pPr marL="0" indent="0">
              <a:buNone/>
            </a:pPr>
            <a:r>
              <a:rPr lang="en-US" sz="2600" dirty="0"/>
              <a:t>c. Signal absorption</a:t>
            </a:r>
          </a:p>
          <a:p>
            <a:pPr marL="0" indent="0">
              <a:buNone/>
            </a:pPr>
            <a:r>
              <a:rPr lang="en-US" sz="2600" dirty="0"/>
              <a:t>d. Signal bounce</a:t>
            </a:r>
          </a:p>
        </p:txBody>
      </p:sp>
    </p:spTree>
    <p:extLst>
      <p:ext uri="{BB962C8B-B14F-4D97-AF65-F5344CB8AC3E}">
        <p14:creationId xmlns:p14="http://schemas.microsoft.com/office/powerpoint/2010/main" val="3683800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60B051F-5E4A-17A8-0397-5C5E0136D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843" y="473245"/>
            <a:ext cx="11241915" cy="1217447"/>
          </a:xfrm>
        </p:spPr>
        <p:txBody>
          <a:bodyPr/>
          <a:lstStyle/>
          <a:p>
            <a:r>
              <a:rPr lang="en-US" dirty="0"/>
              <a:t>Knowledge Check Activity 3-1: Answer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45F9FD1-AEB1-00C2-F6D0-11C11AF9B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042" y="1453019"/>
            <a:ext cx="11241915" cy="42212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term describes how electricity behaves when it reaches the end of an unterminated cable?</a:t>
            </a:r>
          </a:p>
          <a:p>
            <a:pPr marL="0" indent="0">
              <a:buNone/>
            </a:pPr>
            <a:r>
              <a:rPr lang="en-US" b="1" dirty="0"/>
              <a:t>Answer: d</a:t>
            </a:r>
            <a:r>
              <a:rPr lang="en-US" dirty="0"/>
              <a:t>. </a:t>
            </a:r>
            <a:r>
              <a:rPr lang="en-US" sz="2800" dirty="0"/>
              <a:t>Signal bounce</a:t>
            </a:r>
          </a:p>
          <a:p>
            <a:pPr marL="0" indent="0">
              <a:buNone/>
            </a:pPr>
            <a:r>
              <a:rPr lang="en-US" b="1" dirty="0"/>
              <a:t>Explanation:</a:t>
            </a:r>
            <a:r>
              <a:rPr lang="en-US" dirty="0"/>
              <a:t> The term used when electricity bounces off the end of a cable and back in the other direction is called signal bounce (or “reflection”). The traveling of data across the medium is called signal propagation. Signal absorption is when a signal is absorbed by a terminator device and resistance is a property of cabling that causes signal attenuation.</a:t>
            </a:r>
          </a:p>
        </p:txBody>
      </p:sp>
    </p:spTree>
    <p:extLst>
      <p:ext uri="{BB962C8B-B14F-4D97-AF65-F5344CB8AC3E}">
        <p14:creationId xmlns:p14="http://schemas.microsoft.com/office/powerpoint/2010/main" val="3889104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D6688-7BC8-A361-B4E6-036036CAF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2FB4C-C251-5E53-2B59-998E6EC6D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40493"/>
            <a:ext cx="11241915" cy="4588088"/>
          </a:xfrm>
        </p:spPr>
        <p:txBody>
          <a:bodyPr/>
          <a:lstStyle/>
          <a:p>
            <a:r>
              <a:rPr lang="en-US" b="1" dirty="0"/>
              <a:t>Network technology </a:t>
            </a:r>
            <a:r>
              <a:rPr lang="en-US" dirty="0"/>
              <a:t>is the method a network interface uses to access the medium and send data frames and the structure of these frames</a:t>
            </a:r>
          </a:p>
          <a:p>
            <a:r>
              <a:rPr lang="en-US" b="1" dirty="0"/>
              <a:t>Other terms </a:t>
            </a:r>
            <a:r>
              <a:rPr lang="en-US" dirty="0"/>
              <a:t>include the following:</a:t>
            </a:r>
          </a:p>
          <a:p>
            <a:pPr lvl="1"/>
            <a:r>
              <a:rPr lang="en-US" sz="2200" dirty="0"/>
              <a:t>Network interface layer technologies, network architectures, and data link layer technologies</a:t>
            </a:r>
          </a:p>
          <a:p>
            <a:r>
              <a:rPr lang="en-US" dirty="0"/>
              <a:t>A network uses </a:t>
            </a:r>
            <a:r>
              <a:rPr lang="en-US" b="1" dirty="0"/>
              <a:t>Ethernet</a:t>
            </a:r>
            <a:r>
              <a:rPr lang="en-US" dirty="0"/>
              <a:t>, </a:t>
            </a:r>
            <a:r>
              <a:rPr lang="en-US" b="1" dirty="0"/>
              <a:t>802.11 wireless</a:t>
            </a:r>
            <a:r>
              <a:rPr lang="en-US" dirty="0"/>
              <a:t>, or some combination of these to move data from device to device in your network</a:t>
            </a:r>
          </a:p>
          <a:p>
            <a:r>
              <a:rPr lang="en-US" dirty="0"/>
              <a:t>WAN examples include MPLS, SONET, and ATM (discussed in Chap. 10)</a:t>
            </a:r>
          </a:p>
          <a:p>
            <a:r>
              <a:rPr lang="en-US" dirty="0"/>
              <a:t>The </a:t>
            </a:r>
            <a:r>
              <a:rPr lang="en-US" b="1" dirty="0"/>
              <a:t>network technology </a:t>
            </a:r>
            <a:r>
              <a:rPr lang="en-US" dirty="0"/>
              <a:t>often defines frame format and media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569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17316-2045-C1FE-D8C5-CE56313AD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Technologies and Media (1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6DD0-721C-4A00-537A-4363FF6C8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78071"/>
            <a:ext cx="11241915" cy="4698892"/>
          </a:xfrm>
        </p:spPr>
        <p:txBody>
          <a:bodyPr/>
          <a:lstStyle/>
          <a:p>
            <a:r>
              <a:rPr lang="en-US" b="1" dirty="0"/>
              <a:t>Unshielded twisted pair </a:t>
            </a:r>
            <a:r>
              <a:rPr lang="en-US" dirty="0"/>
              <a:t>(UTP) is the </a:t>
            </a:r>
            <a:r>
              <a:rPr lang="en-US" b="1" dirty="0"/>
              <a:t>most common media type </a:t>
            </a:r>
            <a:r>
              <a:rPr lang="en-US" dirty="0"/>
              <a:t>in LANs</a:t>
            </a:r>
          </a:p>
          <a:p>
            <a:pPr lvl="1"/>
            <a:r>
              <a:rPr lang="en-US" dirty="0"/>
              <a:t>Consists of </a:t>
            </a:r>
            <a:r>
              <a:rPr lang="en-US" b="1" dirty="0"/>
              <a:t>4 pairs of copper wires</a:t>
            </a:r>
            <a:r>
              <a:rPr lang="en-US" dirty="0"/>
              <a:t>, with each pair twisted together</a:t>
            </a:r>
          </a:p>
          <a:p>
            <a:pPr lvl="1"/>
            <a:r>
              <a:rPr lang="en-US" dirty="0"/>
              <a:t>It comes in numbered categories</a:t>
            </a:r>
          </a:p>
          <a:p>
            <a:pPr lvl="1"/>
            <a:r>
              <a:rPr lang="en-US" dirty="0"/>
              <a:t>The higher the number, the higher the cable’s bandwidth potential</a:t>
            </a:r>
          </a:p>
          <a:p>
            <a:r>
              <a:rPr lang="en-US" b="1" dirty="0"/>
              <a:t>Fiber-optic</a:t>
            </a:r>
            <a:r>
              <a:rPr lang="en-US" dirty="0"/>
              <a:t> cabling uses thin strands of glass to carry pulses of light long distances and at high data rates</a:t>
            </a:r>
          </a:p>
          <a:p>
            <a:pPr lvl="1"/>
            <a:r>
              <a:rPr lang="en-US" dirty="0"/>
              <a:t>It isn’t susceptible to electrical interference</a:t>
            </a:r>
          </a:p>
          <a:p>
            <a:pPr lvl="1"/>
            <a:r>
              <a:rPr lang="en-US" dirty="0"/>
              <a:t>Can be used in electrically noisy environments</a:t>
            </a:r>
          </a:p>
        </p:txBody>
      </p:sp>
    </p:spTree>
    <p:extLst>
      <p:ext uri="{BB962C8B-B14F-4D97-AF65-F5344CB8AC3E}">
        <p14:creationId xmlns:p14="http://schemas.microsoft.com/office/powerpoint/2010/main" val="14722819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0BA91-88F1-CC28-57A9-3764EADA2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0D337-37C8-0992-BD96-F295D03B6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Technologies and Media (2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92245-356C-7CA5-6CF0-78EEBF109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40285"/>
            <a:ext cx="11241915" cy="4836678"/>
          </a:xfrm>
        </p:spPr>
        <p:txBody>
          <a:bodyPr/>
          <a:lstStyle/>
          <a:p>
            <a:r>
              <a:rPr lang="en-US" sz="2200" b="1" dirty="0"/>
              <a:t>Coaxial cable </a:t>
            </a:r>
            <a:r>
              <a:rPr lang="en-US" sz="2200" dirty="0"/>
              <a:t>is obsolete as a LAN medium but it is used as the network medium for </a:t>
            </a:r>
            <a:r>
              <a:rPr lang="en-US" sz="2200" b="1" dirty="0"/>
              <a:t>Internet access via cable modem</a:t>
            </a:r>
          </a:p>
          <a:p>
            <a:r>
              <a:rPr lang="en-US" sz="2200" dirty="0"/>
              <a:t>Network technologies can use media to transmit signals in two main ways</a:t>
            </a:r>
          </a:p>
          <a:p>
            <a:pPr lvl="1"/>
            <a:r>
              <a:rPr lang="en-US" sz="2200" b="1" dirty="0"/>
              <a:t>Baseband</a:t>
            </a:r>
            <a:r>
              <a:rPr lang="en-US" sz="2200" dirty="0"/>
              <a:t> sends digital signals in which each bit of data is represented by a pulse of electricity or light</a:t>
            </a:r>
          </a:p>
          <a:p>
            <a:pPr lvl="2"/>
            <a:r>
              <a:rPr lang="en-US" sz="2200" dirty="0"/>
              <a:t>Sent at a single fixed frequency and no other frames can be sent along with it</a:t>
            </a:r>
          </a:p>
          <a:p>
            <a:pPr lvl="1"/>
            <a:r>
              <a:rPr lang="en-US" sz="2200" b="1" dirty="0"/>
              <a:t>Broadband</a:t>
            </a:r>
            <a:r>
              <a:rPr lang="en-US" sz="2200" dirty="0"/>
              <a:t> uses analog techniques to encode binary 1s and 0s across a continuous range of values</a:t>
            </a:r>
          </a:p>
          <a:p>
            <a:pPr lvl="2"/>
            <a:r>
              <a:rPr lang="en-US" sz="2200" dirty="0"/>
              <a:t>Signals flow at a particular frequency and each frequency represents a channel of data</a:t>
            </a:r>
          </a:p>
          <a:p>
            <a:endParaRPr lang="en-US" sz="2200" dirty="0"/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65607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1B62-2A3B-BD2C-BFD5-00D0DF30A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Networks (1 of 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BB8D0-EE01-7873-1DC4-FA6B532A5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503123"/>
            <a:ext cx="11241915" cy="4673840"/>
          </a:xfrm>
        </p:spPr>
        <p:txBody>
          <a:bodyPr/>
          <a:lstStyle/>
          <a:p>
            <a:r>
              <a:rPr lang="en-US" b="1" dirty="0"/>
              <a:t>Ethernet</a:t>
            </a:r>
            <a:r>
              <a:rPr lang="en-US" dirty="0"/>
              <a:t> is the most popular LAN technology</a:t>
            </a:r>
          </a:p>
          <a:p>
            <a:pPr lvl="1"/>
            <a:r>
              <a:rPr lang="en-US" sz="2200" b="1" dirty="0"/>
              <a:t>Advantages</a:t>
            </a:r>
            <a:r>
              <a:rPr lang="en-US" sz="2200" dirty="0"/>
              <a:t> include ease of installation, scalability, media support, and low cost</a:t>
            </a:r>
          </a:p>
          <a:p>
            <a:pPr lvl="1"/>
            <a:r>
              <a:rPr lang="en-US" sz="2200" dirty="0"/>
              <a:t>It supports a </a:t>
            </a:r>
            <a:r>
              <a:rPr lang="en-US" sz="2200" b="1" dirty="0"/>
              <a:t>broad range of speeds</a:t>
            </a:r>
            <a:r>
              <a:rPr lang="en-US" sz="2200" dirty="0"/>
              <a:t>: 10 Mbps to 100 Gbps</a:t>
            </a:r>
          </a:p>
          <a:p>
            <a:r>
              <a:rPr lang="en-US" dirty="0"/>
              <a:t>Ethernet can operate in a physical bus or physical star and a bus or switched logical topology</a:t>
            </a:r>
          </a:p>
          <a:p>
            <a:r>
              <a:rPr lang="en-US" b="1" dirty="0"/>
              <a:t>Most NICs </a:t>
            </a:r>
            <a:r>
              <a:rPr lang="en-US" dirty="0"/>
              <a:t>and switches can operate at multiple speeds: 10/100/1000</a:t>
            </a:r>
          </a:p>
          <a:p>
            <a:pPr lvl="1"/>
            <a:r>
              <a:rPr lang="en-US" sz="2200" dirty="0"/>
              <a:t>The underlying technology is the same, regardless of speed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7361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93E6C-1EF2-2D82-FDBC-BA99EF362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3B41-647A-8264-F2AC-E6F7647F6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Networks (2 of 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67BF5-9257-669B-C2BA-784081BA2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27967"/>
            <a:ext cx="11241915" cy="4748996"/>
          </a:xfrm>
        </p:spPr>
        <p:txBody>
          <a:bodyPr/>
          <a:lstStyle/>
          <a:p>
            <a:r>
              <a:rPr lang="en-US" sz="2600" dirty="0"/>
              <a:t>Ethernet </a:t>
            </a:r>
            <a:r>
              <a:rPr lang="en-US" sz="2600" b="1" dirty="0"/>
              <a:t>Addressing</a:t>
            </a:r>
          </a:p>
          <a:p>
            <a:pPr lvl="1"/>
            <a:r>
              <a:rPr lang="en-US" sz="2600" dirty="0"/>
              <a:t>Every Ethernet station has a physical (</a:t>
            </a:r>
            <a:r>
              <a:rPr lang="en-US" sz="2600" b="1" dirty="0"/>
              <a:t>MAC</a:t>
            </a:r>
            <a:r>
              <a:rPr lang="en-US" sz="2600" dirty="0"/>
              <a:t>) address</a:t>
            </a:r>
          </a:p>
          <a:p>
            <a:pPr lvl="1"/>
            <a:r>
              <a:rPr lang="en-US" sz="2600" dirty="0"/>
              <a:t>Each MAC address has </a:t>
            </a:r>
            <a:r>
              <a:rPr lang="en-US" sz="2600" b="1" dirty="0"/>
              <a:t>48 bits expressed as 12 hexadecimal digits</a:t>
            </a:r>
          </a:p>
          <a:p>
            <a:pPr lvl="1"/>
            <a:r>
              <a:rPr lang="en-US" sz="2600" dirty="0"/>
              <a:t>Incoming </a:t>
            </a:r>
            <a:r>
              <a:rPr lang="en-US" sz="2600" b="1" dirty="0"/>
              <a:t>frames</a:t>
            </a:r>
            <a:r>
              <a:rPr lang="en-US" sz="2600" dirty="0"/>
              <a:t> are read for the destination MAC address and to see if they match the NIC’s own MAC address</a:t>
            </a:r>
          </a:p>
          <a:p>
            <a:pPr lvl="1"/>
            <a:r>
              <a:rPr lang="en-US" sz="2600" dirty="0"/>
              <a:t>If they match or if the destination address is the broadcast MAC address, incoming frames are sent to the network protocol for further processing</a:t>
            </a:r>
          </a:p>
          <a:p>
            <a:pPr lvl="1"/>
            <a:endParaRPr lang="en-US" sz="26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1886820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4B854-9063-9338-E490-95AC6646B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A739C-D411-73AA-12A7-43C030A55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Networks (3 of 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CE188-5600-77DD-E31C-DFA4895EB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90389"/>
            <a:ext cx="11241915" cy="4651641"/>
          </a:xfrm>
        </p:spPr>
        <p:txBody>
          <a:bodyPr/>
          <a:lstStyle/>
          <a:p>
            <a:r>
              <a:rPr lang="en-US" dirty="0"/>
              <a:t>Ethernet </a:t>
            </a:r>
            <a:r>
              <a:rPr lang="en-US" b="1" dirty="0"/>
              <a:t>Frames</a:t>
            </a:r>
          </a:p>
          <a:p>
            <a:pPr lvl="1"/>
            <a:r>
              <a:rPr lang="en-US" sz="2200" dirty="0"/>
              <a:t>A </a:t>
            </a:r>
            <a:r>
              <a:rPr lang="en-US" sz="2200" b="1" dirty="0"/>
              <a:t>frame</a:t>
            </a:r>
            <a:r>
              <a:rPr lang="en-US" sz="2200" dirty="0"/>
              <a:t> is the </a:t>
            </a:r>
            <a:r>
              <a:rPr lang="en-US" sz="2200" b="1" dirty="0"/>
              <a:t>unit of information </a:t>
            </a:r>
            <a:r>
              <a:rPr lang="en-US" sz="2200" dirty="0"/>
              <a:t>that NICs and switches work with</a:t>
            </a:r>
          </a:p>
          <a:p>
            <a:pPr lvl="1"/>
            <a:r>
              <a:rPr lang="en-US" sz="2200" dirty="0"/>
              <a:t>Frames must be between 64 and 1518 bytes and consist of the following:</a:t>
            </a:r>
          </a:p>
          <a:p>
            <a:pPr lvl="1"/>
            <a:r>
              <a:rPr lang="en-US" sz="2200" dirty="0"/>
              <a:t>A 14-byte </a:t>
            </a:r>
            <a:r>
              <a:rPr lang="en-US" sz="2200" b="1" dirty="0"/>
              <a:t>frame header </a:t>
            </a:r>
            <a:r>
              <a:rPr lang="en-US" sz="2200" dirty="0"/>
              <a:t>composed of these three fields:</a:t>
            </a:r>
          </a:p>
          <a:p>
            <a:pPr lvl="2"/>
            <a:r>
              <a:rPr lang="en-US" sz="2000" dirty="0"/>
              <a:t>Destination MAC (6 bytes)</a:t>
            </a:r>
          </a:p>
          <a:p>
            <a:pPr lvl="2"/>
            <a:r>
              <a:rPr lang="en-US" sz="2000" dirty="0"/>
              <a:t>Source MAC (6 bytes)</a:t>
            </a:r>
          </a:p>
          <a:p>
            <a:pPr lvl="2"/>
            <a:r>
              <a:rPr lang="en-US" sz="2000" dirty="0"/>
              <a:t>Type (2 bytes)</a:t>
            </a:r>
          </a:p>
          <a:p>
            <a:pPr lvl="1"/>
            <a:r>
              <a:rPr lang="en-US" sz="2200" dirty="0"/>
              <a:t>A Data field from 45 to 1500 bytes</a:t>
            </a:r>
          </a:p>
          <a:p>
            <a:pPr lvl="1"/>
            <a:r>
              <a:rPr lang="en-US" sz="2200" dirty="0"/>
              <a:t>A frame trailer (frame check sequence [FCS]) of 4 bytes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5433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5928A-C07D-49A3-93FF-EE908E02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Networks (4 of 8)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0BE92-E73F-42E9-B249-3B271B6E8AA4}"/>
              </a:ext>
            </a:extLst>
          </p:cNvPr>
          <p:cNvSpPr txBox="1"/>
          <p:nvPr/>
        </p:nvSpPr>
        <p:spPr>
          <a:xfrm>
            <a:off x="7424160" y="2845721"/>
            <a:ext cx="42945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3-12  </a:t>
            </a:r>
            <a:r>
              <a:rPr lang="en-US" sz="2400" dirty="0">
                <a:latin typeface="Work Sans" pitchFamily="2" charset="0"/>
              </a:rPr>
              <a:t>Ethernet frame format</a:t>
            </a:r>
          </a:p>
        </p:txBody>
      </p:sp>
      <p:pic>
        <p:nvPicPr>
          <p:cNvPr id="4" name="Picture 3" descr="The data that is stored in a ethernet frame. Destination MAC Address of 6 bytes. Source MAC address of 6 bytes. Type of 2 bytes. These three components form the frame header. This is followed by data or frame payload which ranges from 46 to 1500 bytes. Last comes, the F C S of 4 bytes which is also the frame trailer.&#10;">
            <a:extLst>
              <a:ext uri="{FF2B5EF4-FFF2-40B4-BE49-F238E27FC236}">
                <a16:creationId xmlns:a16="http://schemas.microsoft.com/office/drawing/2014/main" id="{7129D6DE-18FF-2EBA-D3A1-D5E04DF4AE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853" y="2267211"/>
            <a:ext cx="6530307" cy="182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30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DC0A1-400B-2260-743F-DFF08F766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46EE-9F69-F6DE-2659-984511AFA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Networks (5 of 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12F50-71FA-0499-A3DA-61AB2ACA4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27967"/>
            <a:ext cx="11241915" cy="4614063"/>
          </a:xfrm>
        </p:spPr>
        <p:txBody>
          <a:bodyPr/>
          <a:lstStyle/>
          <a:p>
            <a:r>
              <a:rPr lang="en-US" dirty="0"/>
              <a:t>Ethernet Media Access</a:t>
            </a:r>
          </a:p>
          <a:p>
            <a:pPr lvl="1"/>
            <a:r>
              <a:rPr lang="en-US" b="1" dirty="0"/>
              <a:t>Media access method </a:t>
            </a:r>
            <a:r>
              <a:rPr lang="en-US" dirty="0"/>
              <a:t>is a </a:t>
            </a:r>
            <a:r>
              <a:rPr lang="en-US" b="1" dirty="0"/>
              <a:t>set of rules governing </a:t>
            </a:r>
            <a:r>
              <a:rPr lang="en-US" dirty="0"/>
              <a:t>how and when the medium can be accessed for transmission</a:t>
            </a:r>
          </a:p>
          <a:p>
            <a:pPr lvl="1"/>
            <a:r>
              <a:rPr lang="en-US" dirty="0"/>
              <a:t>Ethernet uses </a:t>
            </a:r>
            <a:r>
              <a:rPr lang="en-US" b="1" dirty="0"/>
              <a:t>Carrier Sense Multiple Access with Collision Detection (CSMA/CD)</a:t>
            </a:r>
          </a:p>
          <a:p>
            <a:pPr lvl="2"/>
            <a:r>
              <a:rPr lang="en-US" dirty="0"/>
              <a:t>“</a:t>
            </a:r>
            <a:r>
              <a:rPr lang="en-US" b="1" dirty="0"/>
              <a:t>Carrier sense</a:t>
            </a:r>
            <a:r>
              <a:rPr lang="en-US" dirty="0"/>
              <a:t>” means to listen before send – must hear silence</a:t>
            </a:r>
          </a:p>
          <a:p>
            <a:pPr lvl="2"/>
            <a:r>
              <a:rPr lang="en-US" dirty="0"/>
              <a:t>“</a:t>
            </a:r>
            <a:r>
              <a:rPr lang="en-US" b="1" dirty="0"/>
              <a:t>Multiple access</a:t>
            </a:r>
            <a:r>
              <a:rPr lang="en-US" dirty="0"/>
              <a:t>” means if two or more stations hear silence, multiple stations may transmit at the same time</a:t>
            </a:r>
          </a:p>
          <a:p>
            <a:pPr lvl="1"/>
            <a:r>
              <a:rPr lang="en-US" b="1" dirty="0"/>
              <a:t>Collision detection</a:t>
            </a:r>
            <a:r>
              <a:rPr lang="en-US" dirty="0"/>
              <a:t>: If two or more stations transmit, a </a:t>
            </a:r>
            <a:r>
              <a:rPr lang="en-US" b="1" dirty="0"/>
              <a:t>collision</a:t>
            </a:r>
            <a:r>
              <a:rPr lang="en-US" dirty="0"/>
              <a:t> occurs and is detected by the NIC; all stations must retransmit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479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6665-F86A-355E-E715-703763357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45FF-1BFD-5C7D-8DD8-3D218D346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Networks (6 of 8)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0EE03-1646-A98E-D129-99939B678BC0}"/>
              </a:ext>
            </a:extLst>
          </p:cNvPr>
          <p:cNvSpPr txBox="1"/>
          <p:nvPr/>
        </p:nvSpPr>
        <p:spPr>
          <a:xfrm>
            <a:off x="7344647" y="1725226"/>
            <a:ext cx="429459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3-13  </a:t>
            </a:r>
            <a:r>
              <a:rPr lang="en-US" sz="2400" dirty="0">
                <a:latin typeface="Work Sans" pitchFamily="2" charset="0"/>
              </a:rPr>
              <a:t>A network diagram showing two collision domains delimited by a switch</a:t>
            </a:r>
          </a:p>
          <a:p>
            <a:endParaRPr lang="en-US" sz="2400" dirty="0">
              <a:latin typeface="Work Sans" pitchFamily="2" charset="0"/>
            </a:endParaRPr>
          </a:p>
          <a:p>
            <a:r>
              <a:rPr lang="en-US" sz="2200" dirty="0">
                <a:latin typeface="Work Sans" pitchFamily="2" charset="0"/>
              </a:rPr>
              <a:t>The extent to which signals in an Ethernet bus topology network are propagated is called a </a:t>
            </a:r>
            <a:r>
              <a:rPr lang="en-US" sz="2200" b="1" dirty="0">
                <a:latin typeface="Work Sans" pitchFamily="2" charset="0"/>
              </a:rPr>
              <a:t>collision domain</a:t>
            </a:r>
            <a:r>
              <a:rPr lang="en-US" sz="2200" dirty="0">
                <a:latin typeface="Work Sans" pitchFamily="2" charset="0"/>
              </a:rPr>
              <a:t>.</a:t>
            </a:r>
            <a:endParaRPr lang="en-US" sz="2200" b="1" dirty="0">
              <a:latin typeface="Work Sans" pitchFamily="2" charset="0"/>
            </a:endParaRPr>
          </a:p>
          <a:p>
            <a:endParaRPr lang="en-US" sz="2400" dirty="0">
              <a:latin typeface="Work Sans" pitchFamily="2" charset="0"/>
            </a:endParaRPr>
          </a:p>
        </p:txBody>
      </p:sp>
      <p:pic>
        <p:nvPicPr>
          <p:cNvPr id="4" name="Picture 3" descr="A switch that is connected to two collision domains. In the first collision domain, there are hubs 1, 2, and 3, each connected to multiple workstations. Hubs 1 and 3 are connected to hub 2. Hub 2 is in turn connected to the switch. In the second collision domain, there are hubs 4, 5, and 6, each connected to multiple workstations. Hubs 4 and 6 are connected to Hub 5. Hub 5 is in turn connected to the switch.&#10;">
            <a:extLst>
              <a:ext uri="{FF2B5EF4-FFF2-40B4-BE49-F238E27FC236}">
                <a16:creationId xmlns:a16="http://schemas.microsoft.com/office/drawing/2014/main" id="{3E4121E6-3BE0-EB13-4164-08079259BB0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712" y="1354252"/>
            <a:ext cx="5560743" cy="418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987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C093B-C426-8E6C-A268-827FBF3FB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F5FB6-B894-3516-43EF-38550894F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Networks (7 of 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520FC-98DC-84BF-6F48-6F181C8C7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65337"/>
            <a:ext cx="11241915" cy="4563677"/>
          </a:xfrm>
        </p:spPr>
        <p:txBody>
          <a:bodyPr/>
          <a:lstStyle/>
          <a:p>
            <a:r>
              <a:rPr lang="en-US" b="1" dirty="0"/>
              <a:t>Ethernet Error Handling</a:t>
            </a:r>
          </a:p>
          <a:p>
            <a:pPr lvl="1"/>
            <a:r>
              <a:rPr lang="en-US" sz="2200" b="1" dirty="0"/>
              <a:t>Ethernet</a:t>
            </a:r>
            <a:r>
              <a:rPr lang="en-US" sz="2200" dirty="0"/>
              <a:t> is a best-effort delivery system</a:t>
            </a:r>
          </a:p>
          <a:p>
            <a:pPr lvl="2"/>
            <a:r>
              <a:rPr lang="en-US" sz="2000" dirty="0"/>
              <a:t>There’s no acknowledgement or verification that the frame arrived at its intended destination </a:t>
            </a:r>
          </a:p>
          <a:p>
            <a:pPr lvl="2"/>
            <a:r>
              <a:rPr lang="en-US" sz="2000" b="1" dirty="0"/>
              <a:t>Ethernet</a:t>
            </a:r>
            <a:r>
              <a:rPr lang="en-US" sz="2000" dirty="0"/>
              <a:t> relies on network protocols to ensure delivery</a:t>
            </a:r>
          </a:p>
          <a:p>
            <a:pPr lvl="1"/>
            <a:r>
              <a:rPr lang="en-US" sz="2200" b="1" dirty="0"/>
              <a:t>Ethernet</a:t>
            </a:r>
            <a:r>
              <a:rPr lang="en-US" sz="2200" dirty="0"/>
              <a:t> detects damaged frames</a:t>
            </a:r>
          </a:p>
          <a:p>
            <a:pPr lvl="1"/>
            <a:r>
              <a:rPr lang="en-US" sz="2200" dirty="0"/>
              <a:t>The error-checking code in a frame’s trailer is called a </a:t>
            </a:r>
            <a:r>
              <a:rPr lang="en-US" sz="2200" b="1" dirty="0"/>
              <a:t>Cyclic Redundancy Check (CRC)</a:t>
            </a:r>
          </a:p>
          <a:p>
            <a:pPr lvl="2"/>
            <a:r>
              <a:rPr lang="en-US" sz="2000" dirty="0"/>
              <a:t>Ethernet uses the </a:t>
            </a:r>
            <a:r>
              <a:rPr lang="en-US" sz="2000" b="1" dirty="0"/>
              <a:t>CRC to determine </a:t>
            </a:r>
            <a:r>
              <a:rPr lang="en-US" sz="2000" dirty="0"/>
              <a:t>that data is unchanged</a:t>
            </a:r>
          </a:p>
          <a:p>
            <a:pPr lvl="2"/>
            <a:r>
              <a:rPr lang="en-US" sz="2000" b="1" dirty="0"/>
              <a:t>If a frame </a:t>
            </a:r>
            <a:r>
              <a:rPr lang="en-US" sz="2000" dirty="0"/>
              <a:t>is detected as damaged, it is discarded with no notification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4725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391DE-1DA7-1F91-092F-E5C10D84C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15A49-0F9D-94B8-920A-78D89C94D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Networks (8 of 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02105-2984-86CC-32C5-01E3C84E9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577676"/>
            <a:ext cx="11241915" cy="4351338"/>
          </a:xfrm>
        </p:spPr>
        <p:txBody>
          <a:bodyPr/>
          <a:lstStyle/>
          <a:p>
            <a:r>
              <a:rPr lang="en-US" b="1" dirty="0"/>
              <a:t>Half-Duplex</a:t>
            </a:r>
            <a:r>
              <a:rPr lang="en-US" dirty="0"/>
              <a:t> versus Full-Duplex Communication</a:t>
            </a:r>
          </a:p>
          <a:p>
            <a:pPr lvl="1"/>
            <a:r>
              <a:rPr lang="en-US" sz="2200" dirty="0"/>
              <a:t>Half-duplex works like a two-way radio; you can talk and listen but not both at the same time</a:t>
            </a:r>
          </a:p>
          <a:p>
            <a:pPr lvl="1"/>
            <a:r>
              <a:rPr lang="en-US" sz="2200" b="1" dirty="0"/>
              <a:t>When hubs are used</a:t>
            </a:r>
            <a:r>
              <a:rPr lang="en-US" sz="2200" dirty="0"/>
              <a:t>, NICs can only operate in half-duplex mode</a:t>
            </a:r>
          </a:p>
          <a:p>
            <a:pPr lvl="1"/>
            <a:r>
              <a:rPr lang="en-US" sz="2200" dirty="0"/>
              <a:t>Full-duplex means NIC/switch can </a:t>
            </a:r>
            <a:r>
              <a:rPr lang="en-US" sz="2200" b="1" dirty="0"/>
              <a:t>transmit/receive simultaneously</a:t>
            </a:r>
          </a:p>
          <a:p>
            <a:pPr lvl="1"/>
            <a:r>
              <a:rPr lang="en-US" sz="2200" b="1" dirty="0"/>
              <a:t>CSMA/CD </a:t>
            </a:r>
            <a:r>
              <a:rPr lang="en-US" sz="2200" dirty="0"/>
              <a:t>is not used because a collision cannot occur in </a:t>
            </a:r>
            <a:r>
              <a:rPr lang="en-US" sz="2200"/>
              <a:t>full-duplex mode  (</a:t>
            </a:r>
            <a:r>
              <a:rPr lang="en-US"/>
              <a:t>Carrier Sense Multiple Access with Collision Detection)</a:t>
            </a:r>
            <a:endParaRPr lang="en-US" sz="2200" dirty="0"/>
          </a:p>
          <a:p>
            <a:pPr lvl="1"/>
            <a:r>
              <a:rPr lang="en-US" sz="2200" dirty="0"/>
              <a:t>Full-duplex mode eliminates the delays caused by CSMA/CD and allows double the network bandwidth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2658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A9E44-6321-3A8D-4CFD-5FBDD21DA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378" y="473245"/>
            <a:ext cx="9852380" cy="1217447"/>
          </a:xfrm>
        </p:spPr>
        <p:txBody>
          <a:bodyPr/>
          <a:lstStyle/>
          <a:p>
            <a:r>
              <a:rPr lang="en-US" dirty="0"/>
              <a:t>Ethernet Standards (1 of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6137-4D42-1B08-9541-CAA72DE58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78071"/>
            <a:ext cx="11241915" cy="4581332"/>
          </a:xfrm>
        </p:spPr>
        <p:txBody>
          <a:bodyPr/>
          <a:lstStyle/>
          <a:p>
            <a:r>
              <a:rPr lang="en-US" b="1" dirty="0"/>
              <a:t>Ethernet standards </a:t>
            </a:r>
            <a:r>
              <a:rPr lang="en-US" dirty="0"/>
              <a:t>expressed in one of two ways:</a:t>
            </a:r>
          </a:p>
          <a:p>
            <a:pPr lvl="1"/>
            <a:r>
              <a:rPr lang="en-US" sz="2200" dirty="0"/>
              <a:t>Using the </a:t>
            </a:r>
            <a:r>
              <a:rPr lang="en-US" sz="2200" b="1" dirty="0"/>
              <a:t>IEEE document </a:t>
            </a:r>
            <a:r>
              <a:rPr lang="en-US" sz="2200" dirty="0"/>
              <a:t>number defining the standard (IEEE 802.3)</a:t>
            </a:r>
          </a:p>
          <a:p>
            <a:pPr lvl="1"/>
            <a:r>
              <a:rPr lang="en-US" sz="2200" i="1" dirty="0"/>
              <a:t>X</a:t>
            </a:r>
            <a:r>
              <a:rPr lang="en-US" sz="2200" dirty="0"/>
              <a:t>Base</a:t>
            </a:r>
            <a:r>
              <a:rPr lang="en-US" sz="2200" i="1" dirty="0"/>
              <a:t>Y</a:t>
            </a:r>
            <a:r>
              <a:rPr lang="en-US" sz="2200" dirty="0"/>
              <a:t> – 10BaseT, 100BaseT, 100BaseFX</a:t>
            </a:r>
          </a:p>
          <a:p>
            <a:pPr lvl="2"/>
            <a:r>
              <a:rPr lang="en-US" sz="2200" i="1" dirty="0"/>
              <a:t>X</a:t>
            </a:r>
            <a:r>
              <a:rPr lang="en-US" sz="2200" dirty="0"/>
              <a:t> – designates the speed of transmission</a:t>
            </a:r>
          </a:p>
          <a:p>
            <a:pPr lvl="2"/>
            <a:r>
              <a:rPr lang="en-US" sz="2200" i="1" dirty="0"/>
              <a:t>Y</a:t>
            </a:r>
            <a:r>
              <a:rPr lang="en-US" sz="2200" dirty="0"/>
              <a:t> – specifies the type of media (T = twisted-pair, FX = fiber optic)</a:t>
            </a:r>
          </a:p>
          <a:p>
            <a:r>
              <a:rPr lang="en-US" b="1" dirty="0"/>
              <a:t>10BaseT</a:t>
            </a:r>
            <a:r>
              <a:rPr lang="en-US" dirty="0"/>
              <a:t> Ethernet</a:t>
            </a:r>
          </a:p>
          <a:p>
            <a:pPr lvl="1"/>
            <a:r>
              <a:rPr lang="en-US" sz="2200" dirty="0"/>
              <a:t>Uses two of the four wire pairs and runs over Category 3 or higher UTP cabling</a:t>
            </a:r>
          </a:p>
          <a:p>
            <a:pPr lvl="1"/>
            <a:r>
              <a:rPr lang="en-US" sz="2200" dirty="0"/>
              <a:t>It is highly susceptible to collisions and is obsolete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60293D-0FC6-ECB5-F86F-5BF4F09629AC}"/>
              </a:ext>
            </a:extLst>
          </p:cNvPr>
          <p:cNvSpPr/>
          <p:nvPr/>
        </p:nvSpPr>
        <p:spPr>
          <a:xfrm>
            <a:off x="298905" y="169831"/>
            <a:ext cx="1473160" cy="73866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31920147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24EE0-2E91-6851-0407-18A28A815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3B24D-7A73-734C-19D0-76E74A96D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Standards (2 of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C8F4A-AEE5-7283-E129-FAFA2FD72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540701"/>
            <a:ext cx="11241915" cy="4518702"/>
          </a:xfrm>
        </p:spPr>
        <p:txBody>
          <a:bodyPr/>
          <a:lstStyle/>
          <a:p>
            <a:r>
              <a:rPr lang="en-US" b="1" dirty="0"/>
              <a:t>100BaseTX</a:t>
            </a:r>
            <a:r>
              <a:rPr lang="en-US" dirty="0"/>
              <a:t> Ethernet is a common Ethernet variety</a:t>
            </a:r>
          </a:p>
          <a:p>
            <a:pPr lvl="1"/>
            <a:r>
              <a:rPr lang="en-US" sz="2200" dirty="0"/>
              <a:t>It runs over </a:t>
            </a:r>
            <a:r>
              <a:rPr lang="en-US" sz="2200" b="1" dirty="0"/>
              <a:t>Category 5e </a:t>
            </a:r>
            <a:r>
              <a:rPr lang="en-US" sz="2200" dirty="0"/>
              <a:t>or higher UTP</a:t>
            </a:r>
          </a:p>
          <a:p>
            <a:pPr lvl="1"/>
            <a:r>
              <a:rPr lang="en-US" sz="2200" dirty="0"/>
              <a:t>Uses two of four wire pairs</a:t>
            </a:r>
          </a:p>
          <a:p>
            <a:pPr lvl="1"/>
            <a:r>
              <a:rPr lang="en-US" sz="2200" dirty="0"/>
              <a:t>Also sometimes called “</a:t>
            </a:r>
            <a:r>
              <a:rPr lang="en-US" sz="2200" b="1" dirty="0"/>
              <a:t>Fast Ethernet</a:t>
            </a:r>
            <a:r>
              <a:rPr lang="en-US" sz="2200" dirty="0"/>
              <a:t>”</a:t>
            </a:r>
          </a:p>
          <a:p>
            <a:r>
              <a:rPr lang="en-US" b="1" dirty="0"/>
              <a:t>100BaseFX</a:t>
            </a:r>
            <a:r>
              <a:rPr lang="en-US" dirty="0"/>
              <a:t> Ethernet runs over </a:t>
            </a:r>
            <a:r>
              <a:rPr lang="en-US" b="1" dirty="0"/>
              <a:t>two strands </a:t>
            </a:r>
            <a:r>
              <a:rPr lang="en-US" dirty="0"/>
              <a:t>of </a:t>
            </a:r>
            <a:r>
              <a:rPr lang="en-US" b="1" dirty="0"/>
              <a:t>fiber optic </a:t>
            </a:r>
            <a:r>
              <a:rPr lang="en-US" dirty="0"/>
              <a:t>cabling</a:t>
            </a:r>
          </a:p>
          <a:p>
            <a:pPr lvl="1"/>
            <a:r>
              <a:rPr lang="en-US" sz="2200" dirty="0"/>
              <a:t>It is typically used as </a:t>
            </a:r>
            <a:r>
              <a:rPr lang="en-US" sz="2200" b="1" dirty="0"/>
              <a:t>backbone</a:t>
            </a:r>
            <a:r>
              <a:rPr lang="en-US" sz="2200" dirty="0"/>
              <a:t> cabling between hubs or switches</a:t>
            </a:r>
          </a:p>
          <a:p>
            <a:pPr lvl="1"/>
            <a:r>
              <a:rPr lang="en-US" sz="2200" dirty="0"/>
              <a:t>Also used to connect clients or servers when immunity to noise and eavesdropping is required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4909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5F410-4659-7336-456A-6BCC09851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45A9E-9736-780B-FCFC-D460C73C6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Standards (3 of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4F2EE-764A-9B1B-D866-50F411462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708065"/>
            <a:ext cx="11241915" cy="4351338"/>
          </a:xfrm>
        </p:spPr>
        <p:txBody>
          <a:bodyPr/>
          <a:lstStyle/>
          <a:p>
            <a:r>
              <a:rPr lang="en-US" b="1" dirty="0"/>
              <a:t>1000BaseT</a:t>
            </a:r>
            <a:r>
              <a:rPr lang="en-US" dirty="0"/>
              <a:t> Ethernet is usually called “</a:t>
            </a:r>
            <a:r>
              <a:rPr lang="en-US" b="1" dirty="0"/>
              <a:t>Gigabit Ethernet</a:t>
            </a:r>
            <a:r>
              <a:rPr lang="en-US" dirty="0"/>
              <a:t>”</a:t>
            </a:r>
          </a:p>
          <a:p>
            <a:pPr lvl="1"/>
            <a:r>
              <a:rPr lang="en-US" sz="2200" dirty="0"/>
              <a:t>It runs over </a:t>
            </a:r>
            <a:r>
              <a:rPr lang="en-US" sz="2200" b="1" dirty="0"/>
              <a:t>Category 5e </a:t>
            </a:r>
            <a:r>
              <a:rPr lang="en-US" sz="2200" dirty="0"/>
              <a:t>or higher UTP and </a:t>
            </a:r>
            <a:r>
              <a:rPr lang="en-US" sz="2200" b="1" dirty="0"/>
              <a:t>uses all four wire pairs</a:t>
            </a:r>
          </a:p>
          <a:p>
            <a:pPr lvl="1"/>
            <a:r>
              <a:rPr lang="en-US" sz="2200" dirty="0"/>
              <a:t>To support full-duplex transmission over a single pair of wires:</a:t>
            </a:r>
          </a:p>
          <a:p>
            <a:pPr lvl="2"/>
            <a:r>
              <a:rPr lang="en-US" sz="2000" dirty="0"/>
              <a:t>1000BaseT uses hybrid and canceller technology, which </a:t>
            </a:r>
            <a:r>
              <a:rPr lang="en-US" sz="2000" b="1" dirty="0"/>
              <a:t>combines multiple signals and cancels interference</a:t>
            </a:r>
          </a:p>
          <a:p>
            <a:r>
              <a:rPr lang="en-US" b="1" dirty="0"/>
              <a:t>2.5GBaseT</a:t>
            </a:r>
            <a:r>
              <a:rPr lang="en-US" dirty="0"/>
              <a:t> and </a:t>
            </a:r>
            <a:r>
              <a:rPr lang="en-US" b="1" dirty="0"/>
              <a:t>5GBaseT</a:t>
            </a:r>
          </a:p>
          <a:p>
            <a:pPr lvl="1"/>
            <a:r>
              <a:rPr lang="en-US" sz="2200" dirty="0"/>
              <a:t>This specification was largely in response to increasing Wi-Fi speeds</a:t>
            </a:r>
          </a:p>
          <a:p>
            <a:pPr lvl="1"/>
            <a:r>
              <a:rPr lang="en-US" sz="2200" dirty="0"/>
              <a:t>It runs over </a:t>
            </a:r>
            <a:r>
              <a:rPr lang="en-US" sz="2200" b="1" dirty="0"/>
              <a:t>Cat 5e/6 </a:t>
            </a:r>
            <a:r>
              <a:rPr lang="en-US" sz="2200" dirty="0"/>
              <a:t>cabling, so there is no need for a change in wiring infrastructure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7901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1385B-2CB6-9FCA-3C72-8C1029B74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B45CC-8AD2-11AF-C01F-B49ED7DD3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Standards (4 of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A3771-D458-A5D8-811D-46767EE6B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708065"/>
            <a:ext cx="11241915" cy="4351338"/>
          </a:xfrm>
        </p:spPr>
        <p:txBody>
          <a:bodyPr/>
          <a:lstStyle/>
          <a:p>
            <a:r>
              <a:rPr lang="en-US" b="1" dirty="0"/>
              <a:t>10GBaseT </a:t>
            </a:r>
            <a:r>
              <a:rPr lang="en-US" dirty="0"/>
              <a:t>Ethernet runs over </a:t>
            </a:r>
            <a:r>
              <a:rPr lang="en-US" b="1" dirty="0"/>
              <a:t>four pairs </a:t>
            </a:r>
            <a:r>
              <a:rPr lang="en-US" dirty="0"/>
              <a:t>of </a:t>
            </a:r>
            <a:r>
              <a:rPr lang="en-US" b="1" dirty="0"/>
              <a:t>Category 6A or 7 </a:t>
            </a:r>
            <a:r>
              <a:rPr lang="en-US" dirty="0"/>
              <a:t>UTP</a:t>
            </a:r>
          </a:p>
          <a:p>
            <a:pPr lvl="1"/>
            <a:r>
              <a:rPr lang="en-US" sz="2200" dirty="0"/>
              <a:t>It operates </a:t>
            </a:r>
            <a:r>
              <a:rPr lang="en-US" sz="2200" b="1" dirty="0"/>
              <a:t>only in full-duplex </a:t>
            </a:r>
            <a:r>
              <a:rPr lang="en-US" sz="2200" dirty="0"/>
              <a:t>mode</a:t>
            </a:r>
          </a:p>
          <a:p>
            <a:pPr lvl="1"/>
            <a:r>
              <a:rPr lang="en-US" sz="2200" dirty="0"/>
              <a:t>No hubs, </a:t>
            </a:r>
            <a:r>
              <a:rPr lang="en-US" sz="2200" b="1" dirty="0"/>
              <a:t>only switches </a:t>
            </a:r>
            <a:r>
              <a:rPr lang="en-US" sz="2200" dirty="0"/>
              <a:t>support 10GBaseT</a:t>
            </a:r>
          </a:p>
          <a:p>
            <a:pPr lvl="1"/>
            <a:r>
              <a:rPr lang="en-US" sz="2200" dirty="0"/>
              <a:t>It is still considered an expensive option, although prices are dropping</a:t>
            </a:r>
          </a:p>
          <a:p>
            <a:pPr lvl="1"/>
            <a:r>
              <a:rPr lang="en-US" sz="2200" dirty="0"/>
              <a:t>Good for </a:t>
            </a:r>
            <a:r>
              <a:rPr lang="en-US" sz="2200" b="1" dirty="0"/>
              <a:t>network servers </a:t>
            </a:r>
            <a:r>
              <a:rPr lang="en-US" sz="2200" dirty="0"/>
              <a:t>so they can keep up with desktop systems that commonly operate at 1 Gbps</a:t>
            </a:r>
          </a:p>
          <a:p>
            <a:pPr lvl="1"/>
            <a:r>
              <a:rPr lang="en-US" sz="2200" dirty="0"/>
              <a:t>The primary use of 10 Gigabit Ethernet technologies is </a:t>
            </a:r>
            <a:r>
              <a:rPr lang="en-US" sz="2200" b="1" dirty="0"/>
              <a:t>as the network backbone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6442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33276-0389-762D-8CD1-137519866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Ethernet Standards (1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C2320-5D6A-4165-43CC-02C8E34B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100BaseT4 </a:t>
            </a:r>
            <a:r>
              <a:rPr lang="en-US" dirty="0"/>
              <a:t>uses </a:t>
            </a:r>
            <a:r>
              <a:rPr lang="en-US" b="1" dirty="0"/>
              <a:t>all four pairs of wires </a:t>
            </a:r>
            <a:r>
              <a:rPr lang="en-US" dirty="0"/>
              <a:t>in UTP </a:t>
            </a:r>
            <a:r>
              <a:rPr lang="en-US" b="1" dirty="0"/>
              <a:t>Category 3</a:t>
            </a:r>
            <a:r>
              <a:rPr lang="en-US" dirty="0"/>
              <a:t> cable</a:t>
            </a:r>
          </a:p>
          <a:p>
            <a:pPr lvl="1"/>
            <a:r>
              <a:rPr lang="en-US" sz="2200" dirty="0"/>
              <a:t>It is considered obsolete</a:t>
            </a:r>
          </a:p>
          <a:p>
            <a:r>
              <a:rPr lang="en-US" b="1" dirty="0"/>
              <a:t>1000BaseLX</a:t>
            </a:r>
            <a:r>
              <a:rPr lang="en-US" dirty="0"/>
              <a:t> uses </a:t>
            </a:r>
            <a:r>
              <a:rPr lang="en-US" b="1" dirty="0"/>
              <a:t>fiber-optic</a:t>
            </a:r>
            <a:r>
              <a:rPr lang="en-US" dirty="0"/>
              <a:t> media</a:t>
            </a:r>
          </a:p>
          <a:p>
            <a:pPr lvl="1"/>
            <a:r>
              <a:rPr lang="en-US" sz="2200" dirty="0"/>
              <a:t>“L” stands for “</a:t>
            </a:r>
            <a:r>
              <a:rPr lang="en-US" sz="2200" b="1" dirty="0"/>
              <a:t>long wavelength</a:t>
            </a:r>
            <a:r>
              <a:rPr lang="en-US" sz="2200" dirty="0"/>
              <a:t>” laser</a:t>
            </a:r>
          </a:p>
          <a:p>
            <a:pPr lvl="1"/>
            <a:r>
              <a:rPr lang="en-US" sz="2200" dirty="0"/>
              <a:t>It supports a maximum cable segment length of 5000 meters</a:t>
            </a:r>
          </a:p>
          <a:p>
            <a:r>
              <a:rPr lang="en-US" b="1" dirty="0"/>
              <a:t>1000BaseSX</a:t>
            </a:r>
            <a:r>
              <a:rPr lang="en-US" dirty="0"/>
              <a:t> uses </a:t>
            </a:r>
            <a:r>
              <a:rPr lang="en-US" b="1" dirty="0"/>
              <a:t>fiber-optic</a:t>
            </a:r>
            <a:r>
              <a:rPr lang="en-US" dirty="0"/>
              <a:t> media</a:t>
            </a:r>
          </a:p>
          <a:p>
            <a:pPr lvl="1"/>
            <a:r>
              <a:rPr lang="en-US" sz="2200" dirty="0"/>
              <a:t>“S” stands for “</a:t>
            </a:r>
            <a:r>
              <a:rPr lang="en-US" sz="2200" b="1" dirty="0"/>
              <a:t>short wavelength</a:t>
            </a:r>
            <a:r>
              <a:rPr lang="en-US" sz="2200" dirty="0"/>
              <a:t>” laser, so it can’t cover as much distance as long-wavelength lasers, but they are less expensive</a:t>
            </a:r>
          </a:p>
          <a:p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6365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1F99C-4B23-3D41-20CD-669A7BE8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D558C-3343-F0CA-95E9-829A168E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Ethernet Standards (2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A1B46-86CA-2E00-42B5-C11F5C6F5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15441"/>
            <a:ext cx="11241915" cy="4761522"/>
          </a:xfrm>
        </p:spPr>
        <p:txBody>
          <a:bodyPr/>
          <a:lstStyle/>
          <a:p>
            <a:r>
              <a:rPr lang="en-US" sz="2600" b="1" dirty="0"/>
              <a:t>1000BaseCX</a:t>
            </a:r>
            <a:r>
              <a:rPr lang="en-US" sz="2600" dirty="0"/>
              <a:t> uses specially </a:t>
            </a:r>
            <a:r>
              <a:rPr lang="en-US" sz="2600" b="1" dirty="0"/>
              <a:t>shielded, balanced</a:t>
            </a:r>
            <a:r>
              <a:rPr lang="en-US" sz="2600" dirty="0"/>
              <a:t>, copper jumper cables</a:t>
            </a:r>
          </a:p>
          <a:p>
            <a:pPr lvl="1"/>
            <a:r>
              <a:rPr lang="en-US" sz="2600" dirty="0"/>
              <a:t>Might also be called “</a:t>
            </a:r>
            <a:r>
              <a:rPr lang="en-US" sz="2600" b="1" dirty="0"/>
              <a:t>twinax</a:t>
            </a:r>
            <a:r>
              <a:rPr lang="en-US" sz="2600" dirty="0"/>
              <a:t>” or “</a:t>
            </a:r>
            <a:r>
              <a:rPr lang="en-US" sz="2600" b="1" dirty="0"/>
              <a:t>short-haul</a:t>
            </a:r>
            <a:r>
              <a:rPr lang="en-US" sz="2600" dirty="0"/>
              <a:t>” copper cables</a:t>
            </a:r>
          </a:p>
          <a:p>
            <a:r>
              <a:rPr lang="en-US" sz="2600" b="1" dirty="0"/>
              <a:t>10 Gigabit Ethernet IEEE 802.3ae Standards </a:t>
            </a:r>
            <a:r>
              <a:rPr lang="en-US" sz="2600" dirty="0"/>
              <a:t>are defined to run only on fiber-optic cabling and specifies a maximum distance of 40 kilometers</a:t>
            </a:r>
          </a:p>
          <a:p>
            <a:pPr lvl="1"/>
            <a:r>
              <a:rPr lang="en-US" sz="2600" dirty="0"/>
              <a:t>It is </a:t>
            </a:r>
            <a:r>
              <a:rPr lang="en-US" sz="2600" b="1" dirty="0"/>
              <a:t>primarily used for network backbones</a:t>
            </a:r>
          </a:p>
          <a:p>
            <a:pPr lvl="1"/>
            <a:r>
              <a:rPr lang="en-US" sz="2600" dirty="0"/>
              <a:t>Varieties include 10GBaseSR, 10GBaseLR, 10GBaseER, 10GBaseSW, 10GBaseLW, and 10GBaseEW</a:t>
            </a:r>
          </a:p>
          <a:p>
            <a:pPr lvl="1"/>
            <a:endParaRPr lang="en-US" sz="26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2442644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74398-F3A9-A9A7-182F-C77E9758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56DE-236E-B7BF-6C26-C5C94AAB4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Ethernet Standards (3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7017B-281D-7408-4D65-70CE012C1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65337"/>
            <a:ext cx="11385305" cy="4811626"/>
          </a:xfrm>
        </p:spPr>
        <p:txBody>
          <a:bodyPr/>
          <a:lstStyle/>
          <a:p>
            <a:r>
              <a:rPr lang="en-US" b="1" dirty="0"/>
              <a:t>40 and 100 Gigabit Ethernet </a:t>
            </a:r>
            <a:r>
              <a:rPr lang="en-US" dirty="0"/>
              <a:t>switch ports are usually found as one or two uplink ports on switches</a:t>
            </a:r>
          </a:p>
          <a:p>
            <a:pPr lvl="1"/>
            <a:r>
              <a:rPr lang="en-US" b="1" dirty="0"/>
              <a:t>Fiber optic </a:t>
            </a:r>
            <a:r>
              <a:rPr lang="en-US" dirty="0"/>
              <a:t>cabling is primary medium, 40 Gbps is supported over Category 8 twisted-pair for up to 30 meters</a:t>
            </a:r>
          </a:p>
          <a:p>
            <a:r>
              <a:rPr lang="en-US" b="1" dirty="0"/>
              <a:t>25 and 50 Gigabit </a:t>
            </a:r>
            <a:r>
              <a:rPr lang="en-US" dirty="0"/>
              <a:t>Ethernet most commonly use fiber optic cabling, 25 Gbps is available over Category 8 twisted-pair for up to 30 meters</a:t>
            </a:r>
          </a:p>
          <a:p>
            <a:r>
              <a:rPr lang="en-US" dirty="0"/>
              <a:t>In </a:t>
            </a:r>
            <a:r>
              <a:rPr lang="en-US" b="1" dirty="0"/>
              <a:t>2024</a:t>
            </a:r>
            <a:r>
              <a:rPr lang="en-US" dirty="0"/>
              <a:t>, work began on 200, 400, and 800 Gbps Ethernet using 100 Gbps lanes and a task force to work on speeds up to </a:t>
            </a:r>
            <a:r>
              <a:rPr lang="en-US" b="1" dirty="0"/>
              <a:t>1.6 Terabits </a:t>
            </a:r>
            <a:r>
              <a:rPr lang="en-US" dirty="0"/>
              <a:t>per second (Tbps) is scheduled for </a:t>
            </a:r>
            <a:r>
              <a:rPr lang="en-US" b="1" dirty="0"/>
              <a:t>spring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9997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7735-C64D-78A2-887A-EF1702F44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802.11 Wi-Fi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8D552-B6DC-5879-AC99-CAFEC7EB0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27967"/>
            <a:ext cx="11241915" cy="4748996"/>
          </a:xfrm>
        </p:spPr>
        <p:txBody>
          <a:bodyPr/>
          <a:lstStyle/>
          <a:p>
            <a:r>
              <a:rPr lang="en-US" sz="2600" dirty="0"/>
              <a:t>The </a:t>
            </a:r>
            <a:r>
              <a:rPr lang="en-US" sz="2600" b="1" dirty="0"/>
              <a:t>802.11</a:t>
            </a:r>
            <a:r>
              <a:rPr lang="en-US" sz="2600" dirty="0"/>
              <a:t> wireless networking standard is also referred to as </a:t>
            </a:r>
            <a:r>
              <a:rPr lang="en-US" sz="2600" b="1" dirty="0"/>
              <a:t>Wireless Fidelity (Wi-Fi)</a:t>
            </a:r>
          </a:p>
          <a:p>
            <a:r>
              <a:rPr lang="en-US" sz="2600" dirty="0"/>
              <a:t>In most towns you can usually find a public Wi-Fi network, called a </a:t>
            </a:r>
            <a:r>
              <a:rPr lang="en-US" sz="2600" b="1" dirty="0"/>
              <a:t>hotspot</a:t>
            </a:r>
          </a:p>
          <a:p>
            <a:r>
              <a:rPr lang="en-US" sz="2600" dirty="0"/>
              <a:t>802.11 is essentially an extension to Ethernet, </a:t>
            </a:r>
            <a:r>
              <a:rPr lang="en-US" sz="2600" b="1" dirty="0"/>
              <a:t>using airwaves </a:t>
            </a:r>
            <a:r>
              <a:rPr lang="en-US" sz="2600" dirty="0"/>
              <a:t>instead of cabling as the medium</a:t>
            </a:r>
          </a:p>
          <a:p>
            <a:r>
              <a:rPr lang="en-US" sz="2600" dirty="0"/>
              <a:t>802.11 networks can extend from several feet to several thousand feet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3332644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BF4A3-1EB5-5C09-C445-5494E3845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Wi-Fi Modes of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D34E2-CC7B-2B59-09BD-A13D6069D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203" y="1340285"/>
            <a:ext cx="11561523" cy="4836678"/>
          </a:xfrm>
        </p:spPr>
        <p:txBody>
          <a:bodyPr/>
          <a:lstStyle/>
          <a:p>
            <a:r>
              <a:rPr lang="en-US" dirty="0"/>
              <a:t>Wi-Fi can operate in one of the following modes:</a:t>
            </a:r>
          </a:p>
          <a:p>
            <a:pPr lvl="1"/>
            <a:r>
              <a:rPr lang="en-US" b="1" dirty="0"/>
              <a:t>Infrastructure mode </a:t>
            </a:r>
            <a:r>
              <a:rPr lang="en-US" dirty="0"/>
              <a:t>uses a central access point (AP)</a:t>
            </a:r>
          </a:p>
          <a:p>
            <a:pPr lvl="2"/>
            <a:r>
              <a:rPr lang="en-US" dirty="0"/>
              <a:t>Stations connect through a wireless AP before they can communicate with other devices</a:t>
            </a:r>
          </a:p>
          <a:p>
            <a:pPr lvl="1"/>
            <a:r>
              <a:rPr lang="en-US" b="1" dirty="0"/>
              <a:t>Ad hoc mode </a:t>
            </a:r>
            <a:r>
              <a:rPr lang="en-US" dirty="0"/>
              <a:t>is a mode of operation where there is </a:t>
            </a:r>
            <a:r>
              <a:rPr lang="en-US" b="1" dirty="0"/>
              <a:t>no central device</a:t>
            </a:r>
          </a:p>
          <a:p>
            <a:pPr lvl="2"/>
            <a:r>
              <a:rPr lang="en-US" dirty="0"/>
              <a:t>Data travels from device to device like a bus and sometimes called “</a:t>
            </a:r>
            <a:r>
              <a:rPr lang="en-US" b="1" dirty="0"/>
              <a:t>peer-to-peer mode</a:t>
            </a:r>
            <a:r>
              <a:rPr lang="en-US" dirty="0"/>
              <a:t>”</a:t>
            </a:r>
          </a:p>
          <a:p>
            <a:r>
              <a:rPr lang="en-US" dirty="0"/>
              <a:t>Most of this chapter’s discussion of Wi-Fi focuses on infrastructure mode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9443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24F6B-65F4-BD50-4C6F-A919F1BB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Wi-Fi Channels and Frequencies (1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CEB68-0226-FD6E-AFF2-FA4BF5AA1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53019"/>
            <a:ext cx="11241915" cy="4723944"/>
          </a:xfrm>
        </p:spPr>
        <p:txBody>
          <a:bodyPr/>
          <a:lstStyle/>
          <a:p>
            <a:r>
              <a:rPr lang="en-US" dirty="0"/>
              <a:t>Wi-Fi networks operate at one of </a:t>
            </a:r>
            <a:r>
              <a:rPr lang="en-US" b="1" dirty="0"/>
              <a:t>three radio frequencies</a:t>
            </a:r>
            <a:r>
              <a:rPr lang="en-US" dirty="0"/>
              <a:t>: 2.4GHz, 5 GHz, and 6 GHz</a:t>
            </a:r>
          </a:p>
          <a:p>
            <a:pPr lvl="1"/>
            <a:r>
              <a:rPr lang="en-US" dirty="0"/>
              <a:t>This frequency is not fixed</a:t>
            </a:r>
          </a:p>
          <a:p>
            <a:r>
              <a:rPr lang="en-US" dirty="0"/>
              <a:t>A wireless channel works </a:t>
            </a:r>
            <a:r>
              <a:rPr lang="en-US" b="1" dirty="0"/>
              <a:t>like a TV channel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You </a:t>
            </a:r>
            <a:r>
              <a:rPr lang="en-US" b="1" dirty="0"/>
              <a:t>must tune to the correct channel </a:t>
            </a:r>
            <a:r>
              <a:rPr lang="en-US" dirty="0"/>
              <a:t>to connect</a:t>
            </a:r>
          </a:p>
          <a:p>
            <a:r>
              <a:rPr lang="en-US" dirty="0"/>
              <a:t>If you are configuring several Wi-Fi networks:</a:t>
            </a:r>
          </a:p>
          <a:p>
            <a:pPr lvl="1"/>
            <a:r>
              <a:rPr lang="en-US" dirty="0"/>
              <a:t>Choose channels five apart from other known APs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4358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5928A-C07D-49A3-93FF-EE908E02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Wi-Fi Channels and Frequencies (2 of 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0BE92-E73F-42E9-B249-3B271B6E8AA4}"/>
              </a:ext>
            </a:extLst>
          </p:cNvPr>
          <p:cNvSpPr txBox="1"/>
          <p:nvPr/>
        </p:nvSpPr>
        <p:spPr>
          <a:xfrm>
            <a:off x="7315200" y="3013501"/>
            <a:ext cx="4294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Work Sans" pitchFamily="2" charset="0"/>
              </a:rPr>
              <a:t>Figure 3-19  </a:t>
            </a:r>
            <a:r>
              <a:rPr lang="en-US" sz="2400" dirty="0">
                <a:latin typeface="Work Sans" pitchFamily="2" charset="0"/>
              </a:rPr>
              <a:t>Selecting a Wi-Fi channel on an access point</a:t>
            </a:r>
          </a:p>
        </p:txBody>
      </p:sp>
      <p:pic>
        <p:nvPicPr>
          <p:cNvPr id="4" name="Picture 3" descr="The Basic Wireless Settings configuration page on a home router. Here, one can select the Wi-Fi channel to be used by the access point for transmission.&#10;">
            <a:extLst>
              <a:ext uri="{FF2B5EF4-FFF2-40B4-BE49-F238E27FC236}">
                <a16:creationId xmlns:a16="http://schemas.microsoft.com/office/drawing/2014/main" id="{9868BB67-0D0D-6241-5920-6EC8440A8BF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9974" y="1334013"/>
            <a:ext cx="5573042" cy="418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324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B216-16DD-FAF7-F288-B6C9057B7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Wi-Fi Antennas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BD0DF-6DE3-1C94-5652-E88111F66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377863"/>
            <a:ext cx="11241915" cy="4799100"/>
          </a:xfrm>
        </p:spPr>
        <p:txBody>
          <a:bodyPr/>
          <a:lstStyle/>
          <a:p>
            <a:r>
              <a:rPr lang="en-US" dirty="0"/>
              <a:t>The antenna on a Wi-Fi device is both transmitter and receiver</a:t>
            </a:r>
          </a:p>
          <a:p>
            <a:r>
              <a:rPr lang="en-US" b="1" dirty="0"/>
              <a:t>Characteristics and placement </a:t>
            </a:r>
            <a:r>
              <a:rPr lang="en-US" dirty="0"/>
              <a:t>determine how well a device transmits or receives Wi-Fi signals</a:t>
            </a:r>
          </a:p>
          <a:p>
            <a:r>
              <a:rPr lang="en-US" dirty="0"/>
              <a:t>Antennas are usually categorized by their radiation pattern:</a:t>
            </a:r>
          </a:p>
          <a:p>
            <a:pPr lvl="1"/>
            <a:r>
              <a:rPr lang="en-US" b="1" dirty="0"/>
              <a:t>Omnidirectional antenna </a:t>
            </a:r>
            <a:r>
              <a:rPr lang="en-US" dirty="0"/>
              <a:t>– the signal radiates out from the antenna with equal strength in all directions</a:t>
            </a:r>
          </a:p>
          <a:p>
            <a:pPr lvl="1"/>
            <a:r>
              <a:rPr lang="en-US" b="1" dirty="0"/>
              <a:t>Unidirectional antenna </a:t>
            </a:r>
            <a:r>
              <a:rPr lang="en-US" dirty="0"/>
              <a:t>– signals are focused in a single direction</a:t>
            </a:r>
          </a:p>
          <a:p>
            <a:pPr lvl="2"/>
            <a:r>
              <a:rPr lang="en-US" dirty="0"/>
              <a:t>Ideal for placement at one end of long, narrow spaces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7787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63B2B-8AB5-EDBA-6DF6-6A5BA7062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Wi-Fi Access Methods and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C5DF1-200D-DA53-05CB-4231889F8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15441"/>
            <a:ext cx="11241915" cy="4761522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cs typeface="Arial" panose="020B0604020202020204" pitchFamily="34" charset="0"/>
              </a:rPr>
              <a:t>Wi-Fi devices use </a:t>
            </a:r>
            <a:r>
              <a:rPr lang="en-US" altLang="zh-CN" b="1" dirty="0">
                <a:cs typeface="Arial" panose="020B0604020202020204" pitchFamily="34" charset="0"/>
              </a:rPr>
              <a:t>Carrier Sense Multiple Access with Collision Avoidance (CSMA/CA)</a:t>
            </a:r>
          </a:p>
          <a:p>
            <a:pPr lvl="1">
              <a:defRPr/>
            </a:pPr>
            <a:r>
              <a:rPr lang="en-US" altLang="zh-CN" dirty="0">
                <a:cs typeface="Arial" panose="020B0604020202020204" pitchFamily="34" charset="0"/>
              </a:rPr>
              <a:t>An </a:t>
            </a:r>
            <a:r>
              <a:rPr lang="en-US" altLang="zh-CN" b="1" dirty="0">
                <a:cs typeface="Arial" panose="020B0604020202020204" pitchFamily="34" charset="0"/>
              </a:rPr>
              <a:t>acknowledgement is required </a:t>
            </a:r>
            <a:r>
              <a:rPr lang="en-US" altLang="zh-CN" dirty="0">
                <a:cs typeface="Arial" panose="020B0604020202020204" pitchFamily="34" charset="0"/>
              </a:rPr>
              <a:t>for every packet sent</a:t>
            </a:r>
          </a:p>
          <a:p>
            <a:pPr lvl="1">
              <a:defRPr/>
            </a:pPr>
            <a:r>
              <a:rPr lang="en-US" altLang="zh-CN" dirty="0">
                <a:cs typeface="Arial" panose="020B0604020202020204" pitchFamily="34" charset="0"/>
              </a:rPr>
              <a:t>802.11 standards specify a feature that </a:t>
            </a:r>
            <a:r>
              <a:rPr lang="en-US" altLang="zh-CN" b="1" dirty="0">
                <a:cs typeface="Arial" panose="020B0604020202020204" pitchFamily="34" charset="0"/>
              </a:rPr>
              <a:t>uses handshaking </a:t>
            </a:r>
            <a:r>
              <a:rPr lang="en-US" altLang="zh-CN" dirty="0">
                <a:cs typeface="Arial" panose="020B0604020202020204" pitchFamily="34" charset="0"/>
              </a:rPr>
              <a:t>before transmission</a:t>
            </a:r>
          </a:p>
          <a:p>
            <a:pPr lvl="2">
              <a:defRPr/>
            </a:pPr>
            <a:r>
              <a:rPr lang="en-US" altLang="zh-CN" dirty="0">
                <a:cs typeface="Arial" panose="020B0604020202020204" pitchFamily="34" charset="0"/>
              </a:rPr>
              <a:t>Uses </a:t>
            </a:r>
            <a:r>
              <a:rPr lang="en-US" altLang="zh-CN" b="1" dirty="0">
                <a:cs typeface="Arial" panose="020B0604020202020204" pitchFamily="34" charset="0"/>
              </a:rPr>
              <a:t>request-to-send/clear-to-send </a:t>
            </a:r>
            <a:r>
              <a:rPr lang="en-US" altLang="zh-CN" dirty="0">
                <a:cs typeface="Arial" panose="020B0604020202020204" pitchFamily="34" charset="0"/>
              </a:rPr>
              <a:t>(RTS/CTS) packets and acknowledgements</a:t>
            </a:r>
          </a:p>
          <a:p>
            <a:pPr>
              <a:defRPr/>
            </a:pPr>
            <a:r>
              <a:rPr lang="en-US" altLang="zh-CN" dirty="0">
                <a:cs typeface="Arial" panose="020B0604020202020204" pitchFamily="34" charset="0"/>
              </a:rPr>
              <a:t>The 802.11b standard specifies a transmission rate of 11 Mbps</a:t>
            </a:r>
          </a:p>
          <a:p>
            <a:pPr lvl="1">
              <a:defRPr/>
            </a:pPr>
            <a:r>
              <a:rPr lang="en-US" altLang="zh-CN" b="1" dirty="0">
                <a:cs typeface="Arial" panose="020B0604020202020204" pitchFamily="34" charset="0"/>
              </a:rPr>
              <a:t>Environmental conditions </a:t>
            </a:r>
            <a:r>
              <a:rPr lang="en-US" altLang="zh-CN" dirty="0">
                <a:cs typeface="Arial" panose="020B0604020202020204" pitchFamily="34" charset="0"/>
              </a:rPr>
              <a:t>can prevent transmission at this speed</a:t>
            </a:r>
          </a:p>
          <a:p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4585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2D1B0-001C-B72F-40C2-7BF3EE9E3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Wi-Fi Signal Characteristics (1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E0E1E-0F45-4F5A-A1A1-1FDA9F88C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77" y="1377862"/>
            <a:ext cx="11548997" cy="5098093"/>
          </a:xfrm>
        </p:spPr>
        <p:txBody>
          <a:bodyPr/>
          <a:lstStyle/>
          <a:p>
            <a:r>
              <a:rPr lang="en-US" b="1" dirty="0"/>
              <a:t>Types of signal interference </a:t>
            </a:r>
            <a:r>
              <a:rPr lang="en-US" dirty="0"/>
              <a:t>caused by physical objects include:</a:t>
            </a:r>
          </a:p>
          <a:p>
            <a:pPr lvl="1"/>
            <a:r>
              <a:rPr lang="en-US" b="1" dirty="0"/>
              <a:t>Absorption</a:t>
            </a:r>
            <a:r>
              <a:rPr lang="en-US" dirty="0"/>
              <a:t> — solid objects absorb radio signals, causing </a:t>
            </a:r>
            <a:r>
              <a:rPr lang="en-US" b="1" dirty="0"/>
              <a:t>attenuation</a:t>
            </a:r>
            <a:r>
              <a:rPr lang="en-US" dirty="0"/>
              <a:t> (weakening of the signal)</a:t>
            </a:r>
          </a:p>
          <a:p>
            <a:pPr lvl="1"/>
            <a:r>
              <a:rPr lang="en-US" b="1" dirty="0"/>
              <a:t>Refraction</a:t>
            </a:r>
            <a:r>
              <a:rPr lang="en-US" dirty="0"/>
              <a:t> — the bending of a radio signal as it passes from a medium of one density through a medium of a different density</a:t>
            </a:r>
          </a:p>
          <a:p>
            <a:pPr lvl="1"/>
            <a:r>
              <a:rPr lang="en-US" b="1" dirty="0"/>
              <a:t>Diffraction</a:t>
            </a:r>
            <a:r>
              <a:rPr lang="en-US" dirty="0"/>
              <a:t> — the altering of a wave as it tries to bend around an object</a:t>
            </a:r>
          </a:p>
          <a:p>
            <a:pPr lvl="1"/>
            <a:r>
              <a:rPr lang="en-US" b="1" dirty="0"/>
              <a:t>Reflection</a:t>
            </a:r>
            <a:r>
              <a:rPr lang="en-US" dirty="0"/>
              <a:t> — occurs when a signal hits a dense, reflective material, resulting in signal loss</a:t>
            </a:r>
          </a:p>
          <a:p>
            <a:pPr lvl="1"/>
            <a:r>
              <a:rPr lang="en-US" b="1" dirty="0"/>
              <a:t>Scattering</a:t>
            </a:r>
            <a:r>
              <a:rPr lang="en-US" dirty="0"/>
              <a:t> — when a signal changes direction in unpredictable ways, causing a loss in signal strength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1050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8BE7D-9013-170E-C93F-DD8AF267B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A47AA-05AC-A406-A950-131B5E37A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Wi-Fi Signal Characteristics (2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A34B8-0480-BD23-9B76-C02D7668A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40493"/>
            <a:ext cx="11241915" cy="4736470"/>
          </a:xfrm>
        </p:spPr>
        <p:txBody>
          <a:bodyPr/>
          <a:lstStyle/>
          <a:p>
            <a:r>
              <a:rPr lang="en-US" altLang="zh-CN" b="1" dirty="0"/>
              <a:t>Signal-to-noise ratio</a:t>
            </a:r>
            <a:r>
              <a:rPr lang="en-US" altLang="zh-CN" dirty="0"/>
              <a:t> is the amount of noise compared with the signal strength</a:t>
            </a:r>
          </a:p>
          <a:p>
            <a:pPr lvl="1"/>
            <a:r>
              <a:rPr lang="en-US" altLang="zh-CN" sz="2200" dirty="0"/>
              <a:t>Noise can come from equipment, other wireless devices, and other wireless networks</a:t>
            </a:r>
          </a:p>
          <a:p>
            <a:r>
              <a:rPr lang="en-US" altLang="zh-CN" b="1" dirty="0"/>
              <a:t>Throughput </a:t>
            </a:r>
            <a:r>
              <a:rPr lang="en-US" altLang="zh-CN" dirty="0"/>
              <a:t>is the actual amount of data transferred, not counting errors and acknowledgements</a:t>
            </a:r>
          </a:p>
          <a:p>
            <a:r>
              <a:rPr lang="en-US" altLang="zh-CN" b="1" dirty="0"/>
              <a:t>Goodput</a:t>
            </a:r>
            <a:r>
              <a:rPr lang="en-US" altLang="zh-CN" dirty="0"/>
              <a:t> is actual application-to-application data transfer speed</a:t>
            </a:r>
          </a:p>
          <a:p>
            <a:r>
              <a:rPr lang="en-US" altLang="zh-CN" dirty="0"/>
              <a:t>Extra megabytes in packet frame headers, acknowledgements, and retransmissions are collectively known as </a:t>
            </a:r>
            <a:r>
              <a:rPr lang="en-US" altLang="zh-CN" b="1" dirty="0"/>
              <a:t>overhead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9883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E9D8-940D-968F-2D30-39CAFDF32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Wi-Fi Standards (1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235A2-46C9-B647-DF2E-7E7B833E6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265129"/>
            <a:ext cx="11241915" cy="4911834"/>
          </a:xfrm>
        </p:spPr>
        <p:txBody>
          <a:bodyPr/>
          <a:lstStyle/>
          <a:p>
            <a:r>
              <a:rPr lang="en-US" b="1" dirty="0"/>
              <a:t>Advantages and disadvantages </a:t>
            </a:r>
            <a:r>
              <a:rPr lang="en-US" dirty="0"/>
              <a:t>of each standard:</a:t>
            </a:r>
          </a:p>
          <a:p>
            <a:pPr lvl="1"/>
            <a:r>
              <a:rPr lang="en-US" b="1" dirty="0"/>
              <a:t>802.11b</a:t>
            </a:r>
            <a:r>
              <a:rPr lang="en-US" dirty="0"/>
              <a:t> — was the most widely accepted standard because of its low cost and good indoor range</a:t>
            </a:r>
          </a:p>
          <a:p>
            <a:pPr lvl="2"/>
            <a:r>
              <a:rPr lang="en-US" dirty="0"/>
              <a:t>Because it operates at only 11 Mbps, 802.11g and 802.11n have rapidly replaced it</a:t>
            </a:r>
          </a:p>
          <a:p>
            <a:pPr lvl="1"/>
            <a:r>
              <a:rPr lang="en-US" b="1" dirty="0"/>
              <a:t>802.11a</a:t>
            </a:r>
            <a:r>
              <a:rPr lang="en-US" dirty="0"/>
              <a:t> — requires more power and has a shorter indoor range, transfers data at 54 Mbps</a:t>
            </a:r>
          </a:p>
          <a:p>
            <a:pPr lvl="1"/>
            <a:r>
              <a:rPr lang="en-US" dirty="0"/>
              <a:t>802.11g — suffers from the same interference problems as 802.11b networks</a:t>
            </a:r>
          </a:p>
          <a:p>
            <a:pPr lvl="1"/>
            <a:r>
              <a:rPr lang="en-US" dirty="0"/>
              <a:t>802.11n — adds </a:t>
            </a:r>
            <a:r>
              <a:rPr lang="en-US" b="1" dirty="0"/>
              <a:t>multiple-input/multiple-output </a:t>
            </a:r>
            <a:r>
              <a:rPr lang="en-US" dirty="0"/>
              <a:t>(</a:t>
            </a:r>
            <a:r>
              <a:rPr lang="en-US" b="1" dirty="0"/>
              <a:t>MIMO</a:t>
            </a:r>
            <a:r>
              <a:rPr lang="en-US" dirty="0"/>
              <a:t>) antennas</a:t>
            </a:r>
          </a:p>
        </p:txBody>
      </p:sp>
    </p:spTree>
    <p:extLst>
      <p:ext uri="{BB962C8B-B14F-4D97-AF65-F5344CB8AC3E}">
        <p14:creationId xmlns:p14="http://schemas.microsoft.com/office/powerpoint/2010/main" val="14669026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014B8-E069-33AB-E56C-EFE200893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ADF7F-82C3-9A84-6C0B-ACF5E3189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Wi-Fi Standards (2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A5EA1-059F-CD43-297B-6815E904C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42" y="1253330"/>
            <a:ext cx="11241915" cy="4997157"/>
          </a:xfrm>
        </p:spPr>
        <p:txBody>
          <a:bodyPr/>
          <a:lstStyle/>
          <a:p>
            <a:r>
              <a:rPr lang="en-US" b="1" dirty="0"/>
              <a:t>Advantages and disadvantages </a:t>
            </a:r>
            <a:r>
              <a:rPr lang="en-US" dirty="0"/>
              <a:t>of each standard (continued):</a:t>
            </a:r>
          </a:p>
          <a:p>
            <a:pPr lvl="1"/>
            <a:r>
              <a:rPr lang="en-US" b="1" dirty="0"/>
              <a:t>802.11ac</a:t>
            </a:r>
            <a:r>
              <a:rPr lang="en-US" dirty="0"/>
              <a:t> — operates in the </a:t>
            </a:r>
            <a:r>
              <a:rPr lang="en-US" b="1" dirty="0"/>
              <a:t>5.0 GHz </a:t>
            </a:r>
            <a:r>
              <a:rPr lang="en-US" dirty="0"/>
              <a:t>range only and can support data rates up to </a:t>
            </a:r>
            <a:r>
              <a:rPr lang="en-US" b="1" dirty="0"/>
              <a:t>1 Gbps</a:t>
            </a:r>
          </a:p>
          <a:p>
            <a:pPr lvl="2"/>
            <a:r>
              <a:rPr lang="en-US" dirty="0"/>
              <a:t>Improves on the MIMO technology by providing up to eight data streams and introducing </a:t>
            </a:r>
            <a:r>
              <a:rPr lang="en-US" b="1" dirty="0"/>
              <a:t>multiuser MIMO </a:t>
            </a:r>
            <a:r>
              <a:rPr lang="en-US" dirty="0"/>
              <a:t>(</a:t>
            </a:r>
            <a:r>
              <a:rPr lang="en-US" b="1" dirty="0"/>
              <a:t>MU-MIMO</a:t>
            </a:r>
            <a:r>
              <a:rPr lang="en-US" dirty="0"/>
              <a:t>), which allows APs to send data to multiple client stations simultaneously</a:t>
            </a:r>
          </a:p>
          <a:p>
            <a:pPr lvl="1"/>
            <a:r>
              <a:rPr lang="en-US" b="1" dirty="0"/>
              <a:t>802.11ax</a:t>
            </a:r>
            <a:r>
              <a:rPr lang="en-US" dirty="0"/>
              <a:t> — known as Wi-Fi 6 and can provide speeds up to 9.6 Gbps using 160 MHz wide channels</a:t>
            </a:r>
          </a:p>
          <a:p>
            <a:pPr lvl="2"/>
            <a:r>
              <a:rPr lang="en-US" dirty="0"/>
              <a:t>With this standard, the Wi-Fi Alliance introduced the new, simpler naming scheme, using numbers (Wi-Fi 5, Wi-Fi6, etc.)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7580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0F882-35A6-D051-1FF5-27368EB11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D897-46E9-36F7-82C3-BED63628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Wi-Fi Standards (3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F8F54-AB37-5C1D-052E-832E6BC73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540701"/>
            <a:ext cx="11241915" cy="4636262"/>
          </a:xfrm>
        </p:spPr>
        <p:txBody>
          <a:bodyPr/>
          <a:lstStyle/>
          <a:p>
            <a:r>
              <a:rPr lang="en-US" dirty="0"/>
              <a:t>Advantages and disadvantages of each standard (continued):</a:t>
            </a:r>
          </a:p>
          <a:p>
            <a:pPr lvl="1"/>
            <a:r>
              <a:rPr lang="en-US" dirty="0"/>
              <a:t>802.11be (Wi-Fi 7) — the </a:t>
            </a:r>
            <a:r>
              <a:rPr lang="en-US" b="1" dirty="0"/>
              <a:t>newest adopted </a:t>
            </a:r>
            <a:r>
              <a:rPr lang="en-US" dirty="0"/>
              <a:t>802.11 standards that operates in the 2.4 GHz, 5 GHz, and 6 GHz bands</a:t>
            </a:r>
          </a:p>
          <a:p>
            <a:pPr lvl="2"/>
            <a:r>
              <a:rPr lang="en-US" dirty="0"/>
              <a:t>In the 6 GHz band, it doubles the channel bandwidth to 320 MHz, allowing speeds up to </a:t>
            </a:r>
            <a:r>
              <a:rPr lang="en-US" b="1" dirty="0"/>
              <a:t>46 Gbps</a:t>
            </a:r>
          </a:p>
          <a:p>
            <a:pPr lvl="1"/>
            <a:r>
              <a:rPr lang="en-US" b="1" dirty="0"/>
              <a:t>802.11bn</a:t>
            </a:r>
            <a:r>
              <a:rPr lang="en-US" dirty="0"/>
              <a:t> (Wi-Fi 8) — the </a:t>
            </a:r>
            <a:r>
              <a:rPr lang="en-US" b="1" dirty="0"/>
              <a:t>next iteration </a:t>
            </a:r>
            <a:r>
              <a:rPr lang="en-US" dirty="0"/>
              <a:t>of the 802.11 standard</a:t>
            </a:r>
          </a:p>
          <a:p>
            <a:pPr lvl="2"/>
            <a:r>
              <a:rPr lang="en-US" dirty="0"/>
              <a:t>It promises speeds up to 100 Gbps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0642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6D38A-42A4-5EBE-B3B8-52BDB3BC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Wi-Fi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95E4-99C9-F862-8212-9D99681DE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Signals from a Wi-Fi network can travel several hundred feet, so Wi-Fi devices outside your home or business can detect your signals</a:t>
            </a:r>
          </a:p>
          <a:p>
            <a:r>
              <a:rPr lang="en-US" dirty="0"/>
              <a:t>A Wi-Fi network </a:t>
            </a:r>
            <a:r>
              <a:rPr lang="en-US" b="1" dirty="0"/>
              <a:t>should be protected by an encryption </a:t>
            </a:r>
            <a:r>
              <a:rPr lang="en-US" dirty="0"/>
              <a:t>protocol that makes data difficult to interpret</a:t>
            </a:r>
          </a:p>
          <a:p>
            <a:r>
              <a:rPr lang="en-US" b="1" dirty="0"/>
              <a:t>Encryption protocols </a:t>
            </a:r>
            <a:r>
              <a:rPr lang="en-US" dirty="0"/>
              <a:t>include Wired Equivalent Privacy (WEP), Wi-Fi Protected Access (WPA), and WPA2</a:t>
            </a:r>
          </a:p>
          <a:p>
            <a:pPr lvl="1"/>
            <a:r>
              <a:rPr lang="en-US" sz="2200" dirty="0"/>
              <a:t>Not all devices support all three protocols</a:t>
            </a:r>
          </a:p>
          <a:p>
            <a:r>
              <a:rPr lang="en-US" dirty="0"/>
              <a:t>Wi-Fi encryption is </a:t>
            </a:r>
            <a:r>
              <a:rPr lang="en-US" b="1" dirty="0"/>
              <a:t>configured on the AP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2404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F5462-CBA2-979C-54B9-CD69BD743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 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294C2-0B6F-77A2-3995-DF4D70593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Token ring </a:t>
            </a:r>
            <a:r>
              <a:rPr lang="en-US" dirty="0"/>
              <a:t>is based on the IEEE 802.5 standard and are </a:t>
            </a:r>
            <a:r>
              <a:rPr lang="en-US" b="1" dirty="0"/>
              <a:t>cabled in a star physical topology</a:t>
            </a:r>
            <a:r>
              <a:rPr lang="en-US" dirty="0"/>
              <a:t> but function as a </a:t>
            </a:r>
            <a:r>
              <a:rPr lang="en-US" b="1" dirty="0"/>
              <a:t>logical ring </a:t>
            </a:r>
            <a:r>
              <a:rPr lang="en-US" dirty="0"/>
              <a:t>topology</a:t>
            </a:r>
          </a:p>
          <a:p>
            <a:pPr lvl="1"/>
            <a:r>
              <a:rPr lang="en-US" sz="2200" dirty="0"/>
              <a:t>Originally operated at 4 Mbps and then increased to 16 Mbps and later 100 Mbps</a:t>
            </a:r>
          </a:p>
          <a:p>
            <a:pPr lvl="1"/>
            <a:r>
              <a:rPr lang="en-US" sz="2200" dirty="0"/>
              <a:t>Uses </a:t>
            </a:r>
            <a:r>
              <a:rPr lang="en-US" sz="2200" b="1" dirty="0"/>
              <a:t>cat 4</a:t>
            </a:r>
            <a:r>
              <a:rPr lang="en-US" sz="2200" dirty="0"/>
              <a:t> and higher UTP</a:t>
            </a:r>
          </a:p>
          <a:p>
            <a:pPr lvl="1"/>
            <a:r>
              <a:rPr lang="en-US" sz="2200" dirty="0"/>
              <a:t>A </a:t>
            </a:r>
            <a:r>
              <a:rPr lang="en-US" sz="2200" b="1" dirty="0"/>
              <a:t>token</a:t>
            </a:r>
            <a:r>
              <a:rPr lang="en-US" sz="2200" dirty="0"/>
              <a:t> is passed along the network</a:t>
            </a:r>
          </a:p>
          <a:p>
            <a:pPr lvl="1"/>
            <a:r>
              <a:rPr lang="en-US" sz="2200" dirty="0"/>
              <a:t>Only the station with the </a:t>
            </a:r>
            <a:r>
              <a:rPr lang="en-US" sz="2200" b="1" dirty="0"/>
              <a:t>token can transmit</a:t>
            </a:r>
          </a:p>
          <a:p>
            <a:pPr lvl="1"/>
            <a:r>
              <a:rPr lang="en-US" sz="2200" dirty="0"/>
              <a:t>Frames are acknowledged and token is released</a:t>
            </a:r>
          </a:p>
          <a:p>
            <a:pPr lvl="1"/>
            <a:r>
              <a:rPr lang="en-US" sz="2200" dirty="0"/>
              <a:t>There are </a:t>
            </a:r>
            <a:r>
              <a:rPr lang="en-US" sz="2200" b="1" dirty="0"/>
              <a:t>no collisions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1246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6DF50-A2D3-D948-EBDB-A65BF44AE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Fiber Distributed Data Interface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6C54D-658F-6A14-8D73-8FB5232FC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Fiber Distributed Data Interface (FDDI) </a:t>
            </a:r>
            <a:r>
              <a:rPr lang="en-US" dirty="0"/>
              <a:t>uses a token-passing access method and dual rings for redundancy</a:t>
            </a:r>
          </a:p>
          <a:p>
            <a:pPr lvl="1"/>
            <a:r>
              <a:rPr lang="en-US" sz="2200" dirty="0"/>
              <a:t>The rings are usually a physical ring of fiber-optic cable</a:t>
            </a:r>
          </a:p>
          <a:p>
            <a:r>
              <a:rPr lang="en-US" dirty="0"/>
              <a:t>FDDI transmits </a:t>
            </a:r>
            <a:r>
              <a:rPr lang="en-US" b="1" dirty="0"/>
              <a:t>at 100 Mbps </a:t>
            </a:r>
            <a:r>
              <a:rPr lang="en-US" dirty="0"/>
              <a:t>and can include up to 500 nodes over a distance of 62 miles</a:t>
            </a:r>
          </a:p>
          <a:p>
            <a:pPr lvl="1"/>
            <a:r>
              <a:rPr lang="en-US" sz="2200" dirty="0"/>
              <a:t>FDDI </a:t>
            </a:r>
            <a:r>
              <a:rPr lang="en-US" sz="2200" b="1" dirty="0"/>
              <a:t>full-duplex technology </a:t>
            </a:r>
            <a:r>
              <a:rPr lang="en-US" sz="2200" dirty="0"/>
              <a:t>can support up to 200 Mbps</a:t>
            </a:r>
          </a:p>
          <a:p>
            <a:r>
              <a:rPr lang="en-US" dirty="0"/>
              <a:t>Devices called “</a:t>
            </a:r>
            <a:r>
              <a:rPr lang="en-US" b="1" dirty="0"/>
              <a:t>concentrators</a:t>
            </a:r>
            <a:r>
              <a:rPr lang="en-US" dirty="0"/>
              <a:t>” </a:t>
            </a:r>
            <a:r>
              <a:rPr lang="en-US"/>
              <a:t>can serve </a:t>
            </a:r>
            <a:r>
              <a:rPr lang="en-US" dirty="0"/>
              <a:t>as a central connection point for buildings or sites in a campus setting</a:t>
            </a:r>
          </a:p>
          <a:p>
            <a:r>
              <a:rPr lang="en-US" dirty="0"/>
              <a:t>This technology is obsolete on new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4370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7B54CD94-D75F-6FC7-3B3B-186438BE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843" y="473245"/>
            <a:ext cx="11241915" cy="1217447"/>
          </a:xfrm>
        </p:spPr>
        <p:txBody>
          <a:bodyPr/>
          <a:lstStyle/>
          <a:p>
            <a:r>
              <a:rPr lang="en-US" dirty="0"/>
              <a:t>Knowledge Check Activity 3-2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4F008-21F9-FCFB-BF06-39C357DBA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90597"/>
            <a:ext cx="11241915" cy="46863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Wi-Fi networks currently operate in </a:t>
            </a:r>
            <a:r>
              <a:rPr lang="en-US" b="1" dirty="0"/>
              <a:t>which three frequencies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a. 2.4 MHz, 5 MHz, 6 MHz</a:t>
            </a:r>
          </a:p>
          <a:p>
            <a:pPr marL="0" indent="0">
              <a:buNone/>
            </a:pPr>
            <a:r>
              <a:rPr lang="en-US" dirty="0"/>
              <a:t>b. 2.4 GHz, 5 GHz, 6 GHz</a:t>
            </a:r>
          </a:p>
          <a:p>
            <a:pPr marL="0" indent="0">
              <a:buNone/>
            </a:pPr>
            <a:r>
              <a:rPr lang="en-US" dirty="0"/>
              <a:t>c. 11 MHz, 54 MHz, 108 MHz</a:t>
            </a:r>
          </a:p>
          <a:p>
            <a:pPr marL="0" indent="0">
              <a:buNone/>
            </a:pPr>
            <a:r>
              <a:rPr lang="en-US" dirty="0"/>
              <a:t>d. 11 GHz, 54 GHz, 108 GHz</a:t>
            </a:r>
          </a:p>
        </p:txBody>
      </p:sp>
    </p:spTree>
    <p:extLst>
      <p:ext uri="{BB962C8B-B14F-4D97-AF65-F5344CB8AC3E}">
        <p14:creationId xmlns:p14="http://schemas.microsoft.com/office/powerpoint/2010/main" val="12251530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60B051F-5E4A-17A8-0397-5C5E0136D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843" y="473245"/>
            <a:ext cx="11241915" cy="1217447"/>
          </a:xfrm>
        </p:spPr>
        <p:txBody>
          <a:bodyPr/>
          <a:lstStyle/>
          <a:p>
            <a:r>
              <a:rPr lang="en-US" dirty="0"/>
              <a:t>Knowledge Check Activity 3-2: Answer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45F9FD1-AEB1-00C2-F6D0-11C11AF9B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042" y="1728122"/>
            <a:ext cx="11241915" cy="26219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Wi-Fi networks currently operate in which three frequencies?</a:t>
            </a:r>
          </a:p>
          <a:p>
            <a:pPr marL="0" indent="0">
              <a:buNone/>
            </a:pPr>
            <a:r>
              <a:rPr lang="en-US" b="1" dirty="0"/>
              <a:t>Answer: b</a:t>
            </a:r>
            <a:r>
              <a:rPr lang="en-US" dirty="0"/>
              <a:t>. </a:t>
            </a:r>
            <a:r>
              <a:rPr lang="de-DE" dirty="0"/>
              <a:t>2.4 GHz, 5 GHz, 6 GHz</a:t>
            </a:r>
          </a:p>
          <a:p>
            <a:pPr marL="0" indent="0">
              <a:buNone/>
            </a:pPr>
            <a:r>
              <a:rPr lang="en-US" b="1" dirty="0"/>
              <a:t>Explanation:</a:t>
            </a:r>
            <a:r>
              <a:rPr lang="en-US" dirty="0"/>
              <a:t> While some of the Wi-Fi standards operate in either the 2.4 GHz or 5 GHz frequencies, some standards operate in both frequencies. The Wi-Fi 6e standard operates in the 2.4 GHz, 5 GHz, and 6GHz frequencies.</a:t>
            </a:r>
          </a:p>
        </p:txBody>
      </p:sp>
    </p:spTree>
    <p:extLst>
      <p:ext uri="{BB962C8B-B14F-4D97-AF65-F5344CB8AC3E}">
        <p14:creationId xmlns:p14="http://schemas.microsoft.com/office/powerpoint/2010/main" val="19977629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0525-58F2-4405-81C6-344F1101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D28A5-F477-438F-8470-076D1B855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43" y="1440493"/>
            <a:ext cx="11241915" cy="473647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Name the differences </a:t>
            </a:r>
            <a:r>
              <a:rPr lang="en-US" dirty="0"/>
              <a:t>between physical topology and logical topology.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You’re configuring a WLAN in a long, narrow ballroom. The only place you can put the AP is at the far end of the room. Which type of antenna should you use?</a:t>
            </a:r>
          </a:p>
        </p:txBody>
      </p:sp>
    </p:spTree>
    <p:extLst>
      <p:ext uri="{BB962C8B-B14F-4D97-AF65-F5344CB8AC3E}">
        <p14:creationId xmlns:p14="http://schemas.microsoft.com/office/powerpoint/2010/main" val="6237428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9388-57EA-415D-BA4C-9D237D98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2FF5B-1A90-449C-9F51-BCC153EB6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Now that the lesson has ended, you should be able to: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Describe the </a:t>
            </a:r>
            <a:r>
              <a:rPr lang="en-US" altLang="zh-CN" b="1" dirty="0"/>
              <a:t>primary physical networking topologies </a:t>
            </a:r>
            <a:r>
              <a:rPr lang="en-US" altLang="zh-CN" dirty="0"/>
              <a:t>in common use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Describe the </a:t>
            </a:r>
            <a:r>
              <a:rPr lang="en-US" altLang="zh-CN" b="1" dirty="0"/>
              <a:t>primary logical networking topologies </a:t>
            </a:r>
            <a:r>
              <a:rPr lang="en-US" altLang="zh-CN" dirty="0"/>
              <a:t>in common use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Describe </a:t>
            </a:r>
            <a:r>
              <a:rPr lang="en-US" altLang="zh-CN" b="1" dirty="0"/>
              <a:t>major LAN networking technologies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Compare </a:t>
            </a:r>
            <a:r>
              <a:rPr lang="en-US" altLang="zh-CN" b="1" dirty="0"/>
              <a:t>Wi-Fi standards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Describe </a:t>
            </a:r>
            <a:r>
              <a:rPr lang="en-US" altLang="zh-CN" b="1" dirty="0"/>
              <a:t>ring topology networks</a:t>
            </a:r>
          </a:p>
        </p:txBody>
      </p:sp>
    </p:spTree>
    <p:extLst>
      <p:ext uri="{BB962C8B-B14F-4D97-AF65-F5344CB8AC3E}">
        <p14:creationId xmlns:p14="http://schemas.microsoft.com/office/powerpoint/2010/main" val="23223707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FULL TEXT TEMPLATE MASTER" val="7pb33sBP"/>
  <p:tag name="ARTICULATE_DESIGN_ID_FULL TEXT TEMPLATE MASTER (CONT.)" val="V3Eg5WUK"/>
  <p:tag name="ARTICULATE_DESIGN_ID_OPTIMIZED TEMPLATE MASTER" val="rzwWCka7"/>
  <p:tag name="ARTICULATE_DESIGN_ID_OPTIMIZED TEMPLATE MASTER (CONT.)" val="klKJ3eZ5"/>
  <p:tag name="ARTICULATE_SLIDE_COUNT" val="3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ptimized Template Master">
  <a:themeElements>
    <a:clrScheme name="Cengage New">
      <a:dk1>
        <a:srgbClr val="282F7C"/>
      </a:dk1>
      <a:lt1>
        <a:srgbClr val="FFFFFF"/>
      </a:lt1>
      <a:dk2>
        <a:srgbClr val="3841B0"/>
      </a:dk2>
      <a:lt2>
        <a:srgbClr val="F5F5F5"/>
      </a:lt2>
      <a:accent1>
        <a:srgbClr val="282F7C"/>
      </a:accent1>
      <a:accent2>
        <a:srgbClr val="FEE349"/>
      </a:accent2>
      <a:accent3>
        <a:srgbClr val="CDDEFF"/>
      </a:accent3>
      <a:accent4>
        <a:srgbClr val="F5F5F5"/>
      </a:accent4>
      <a:accent5>
        <a:srgbClr val="A3A1A3"/>
      </a:accent5>
      <a:accent6>
        <a:srgbClr val="454545"/>
      </a:accent6>
      <a:hlink>
        <a:srgbClr val="3841B0"/>
      </a:hlink>
      <a:folHlink>
        <a:srgbClr val="6900B0"/>
      </a:folHlink>
    </a:clrScheme>
    <a:fontScheme name="Cengage New">
      <a:majorFont>
        <a:latin typeface="Work Sans "/>
        <a:ea typeface=""/>
        <a:cs typeface=""/>
      </a:majorFont>
      <a:minorFont>
        <a:latin typeface="Work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11y_PPT_Template_Cengage_020221.pptx" id="{62A8FB47-AEAE-448A-A9EC-2B57E950A883}" vid="{DA52BCA4-C454-45F1-8147-C38687C750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cc1e726a-7c3b-4654-9122-87de3e28a51c">
      <UserInfo>
        <DisplayName/>
        <AccountId xsi:nil="true"/>
        <AccountType/>
      </UserInfo>
    </SharedWithUsers>
    <AdminNotes xmlns="c8ecdccd-e3b0-4392-94c4-49d90f16d1d5" xsi:nil="true"/>
    <Admin xmlns="c8ecdccd-e3b0-4392-94c4-49d90f16d1d5">
      <UserInfo>
        <DisplayName/>
        <AccountId xsi:nil="true"/>
        <AccountType/>
      </UserInfo>
    </Admin>
    <PartnerProgram xmlns="c8ecdccd-e3b0-4392-94c4-49d90f16d1d5" xsi:nil="true"/>
    <Topic xmlns="c8ecdccd-e3b0-4392-94c4-49d90f16d1d5">
      <Value>Accessibility</Value>
    </Topic>
    <Copy xmlns="c8ecdccd-e3b0-4392-94c4-49d90f16d1d5">false</Copy>
    <MasterLocation_x0028_ifCopy_x003d_Yes_x0029_ xmlns="c8ecdccd-e3b0-4392-94c4-49d90f16d1d5">n/a</MasterLocation_x0028_ifCopy_x003d_Yes_x0029_>
    <Owner xmlns="c8ecdccd-e3b0-4392-94c4-49d90f16d1d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A683995A7B1D46BAE4BA042997DC16" ma:contentTypeVersion="23" ma:contentTypeDescription="Create a new document." ma:contentTypeScope="" ma:versionID="bb91af784c98ffd54f07baef4de8c87a">
  <xsd:schema xmlns:xsd="http://www.w3.org/2001/XMLSchema" xmlns:xs="http://www.w3.org/2001/XMLSchema" xmlns:p="http://schemas.microsoft.com/office/2006/metadata/properties" xmlns:ns2="c8ecdccd-e3b0-4392-94c4-49d90f16d1d5" xmlns:ns3="cc1e726a-7c3b-4654-9122-87de3e28a51c" targetNamespace="http://schemas.microsoft.com/office/2006/metadata/properties" ma:root="true" ma:fieldsID="6483f901f2ec473eb96d4dadeaaace36" ns2:_="" ns3:_="">
    <xsd:import namespace="c8ecdccd-e3b0-4392-94c4-49d90f16d1d5"/>
    <xsd:import namespace="cc1e726a-7c3b-4654-9122-87de3e28a51c"/>
    <xsd:element name="properties">
      <xsd:complexType>
        <xsd:sequence>
          <xsd:element name="documentManagement">
            <xsd:complexType>
              <xsd:all>
                <xsd:element ref="ns2:Topic" minOccurs="0"/>
                <xsd:element ref="ns2:Owner" minOccurs="0"/>
                <xsd:element ref="ns2:Admin" minOccurs="0"/>
                <xsd:element ref="ns2:Copy" minOccurs="0"/>
                <xsd:element ref="ns2:MasterLocation_x0028_ifCopy_x003d_Yes_x0029_" minOccurs="0"/>
                <xsd:element ref="ns2:AdminNote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PartnerProgra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ecdccd-e3b0-4392-94c4-49d90f16d1d5" elementFormDefault="qualified">
    <xsd:import namespace="http://schemas.microsoft.com/office/2006/documentManagement/types"/>
    <xsd:import namespace="http://schemas.microsoft.com/office/infopath/2007/PartnerControls"/>
    <xsd:element name="Topic" ma:index="2" nillable="true" ma:displayName="Topic" ma:default="Unassigned" ma:format="Dropdown" ma:internalName="Topic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ccessibility"/>
                    <xsd:enumeration value="Alt text"/>
                    <xsd:enumeration value="Archiving"/>
                    <xsd:enumeration value="CenDoc"/>
                    <xsd:enumeration value="Content Corrections/Reprints"/>
                    <xsd:enumeration value="Content Creation"/>
                    <xsd:enumeration value="Files to Printer"/>
                    <xsd:enumeration value="Invoicing"/>
                    <xsd:enumeration value="Partner Programs"/>
                    <xsd:enumeration value="Project Management"/>
                    <xsd:enumeration value="Other"/>
                    <xsd:enumeration value="Unassigned"/>
                    <xsd:enumeration value="Source Document Only"/>
                    <xsd:enumeration value="Design"/>
                    <xsd:enumeration value="Inclusivity &amp; Diversity"/>
                    <xsd:enumeration value="Choice 16"/>
                  </xsd:restriction>
                </xsd:simpleType>
              </xsd:element>
            </xsd:sequence>
          </xsd:extension>
        </xsd:complexContent>
      </xsd:complexType>
    </xsd:element>
    <xsd:element name="Owner" ma:index="3" nillable="true" ma:displayName="Owner" ma:format="Dropdown" ma:internalName="Owner">
      <xsd:simpleType>
        <xsd:restriction base="dms:Choice">
          <xsd:enumeration value="Content Corrections"/>
          <xsd:enumeration value="Content Creation"/>
          <xsd:enumeration value="Content Management Services"/>
          <xsd:enumeration value="Creative Studio"/>
          <xsd:enumeration value="Digital Production"/>
          <xsd:enumeration value="Finance"/>
          <xsd:enumeration value="Learning"/>
          <xsd:enumeration value="Manufacturing"/>
          <xsd:enumeration value="NGL"/>
          <xsd:enumeration value="Strategic Sourcing"/>
        </xsd:restriction>
      </xsd:simpleType>
    </xsd:element>
    <xsd:element name="Admin" ma:index="4" nillable="true" ma:displayName="Admin" ma:list="UserInfo" ma:SharePointGroup="0" ma:internalName="Admin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Copy" ma:index="5" nillable="true" ma:displayName="Copy " ma:default="0" ma:description="This is a VIP copy of a master document that is posted/available internally" ma:format="Dropdown" ma:internalName="Copy">
      <xsd:simpleType>
        <xsd:restriction base="dms:Boolean"/>
      </xsd:simpleType>
    </xsd:element>
    <xsd:element name="MasterLocation_x0028_ifCopy_x003d_Yes_x0029_" ma:index="6" nillable="true" ma:displayName="Master Location (if Copy = Yes)" ma:default="n/a" ma:description="Site/document library where master version is maintained" ma:format="Dropdown" ma:internalName="MasterLocation_x0028_ifCopy_x003d_Yes_x0029_">
      <xsd:simpleType>
        <xsd:restriction base="dms:Choice">
          <xsd:enumeration value="Catalyst / Finance"/>
          <xsd:enumeration value="Content Creation"/>
          <xsd:enumeration value="Content Management Services"/>
          <xsd:enumeration value="GPMOT"/>
          <xsd:enumeration value="Learning"/>
          <xsd:enumeration value="Strategic Sourcing"/>
          <xsd:enumeration value="VIP Documents"/>
          <xsd:enumeration value="n/a"/>
          <xsd:enumeration value="Creative Studio"/>
          <xsd:enumeration value="NGL"/>
        </xsd:restriction>
      </xsd:simpleType>
    </xsd:element>
    <xsd:element name="AdminNotes" ma:index="7" nillable="true" ma:displayName="Admin Notes" ma:format="Dropdown" ma:internalName="AdminNotes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See VIP Source Documents"/>
                        <xsd:enumeration value="E2E copy"/>
                        <xsd:enumeration value="Link to VIP copy"/>
                        <xsd:enumeration value="Same as internal version"/>
                        <xsd:enumeration value="Vendor-facing version"/>
                        <xsd:enumeration value="Source document w/owner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PartnerProgram" ma:index="25" nillable="true" ma:displayName="Partner Program" ma:format="Dropdown" ma:internalName="PartnerProgram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HE Production"/>
                    <xsd:enumeration value="Design"/>
                    <xsd:enumeration value="Authoring"/>
                    <xsd:enumeration value="Ancillary Production"/>
                    <xsd:enumeration value="Archiving"/>
                    <xsd:enumeration value="NGL"/>
                    <xsd:enumeration value="Media"/>
                  </xsd:restriction>
                </xsd:simple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1e726a-7c3b-4654-9122-87de3e28a51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2CFAA7-E308-4DCB-89CD-C84C20E902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9BA192-EF86-48DF-982C-2C526A268392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cc1e726a-7c3b-4654-9122-87de3e28a51c"/>
    <ds:schemaRef ds:uri="http://purl.org/dc/terms/"/>
    <ds:schemaRef ds:uri="http://schemas.openxmlformats.org/package/2006/metadata/core-properties"/>
    <ds:schemaRef ds:uri="http://www.w3.org/XML/1998/namespace"/>
    <ds:schemaRef ds:uri="http://purl.org/dc/elements/1.1/"/>
    <ds:schemaRef ds:uri="c8ecdccd-e3b0-4392-94c4-49d90f16d1d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9006C67-D151-4DD6-B0C5-0010ADB115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ecdccd-e3b0-4392-94c4-49d90f16d1d5"/>
    <ds:schemaRef ds:uri="cc1e726a-7c3b-4654-9122-87de3e28a5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A11y_PPT_Template_Cengage_020221</Template>
  <TotalTime>7985</TotalTime>
  <Words>3989</Words>
  <Application>Microsoft Office PowerPoint</Application>
  <PresentationFormat>Widescreen</PresentationFormat>
  <Paragraphs>351</Paragraphs>
  <Slides>59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Arial</vt:lpstr>
      <vt:lpstr>Calibri</vt:lpstr>
      <vt:lpstr>Courier New</vt:lpstr>
      <vt:lpstr>Wingdings</vt:lpstr>
      <vt:lpstr>Work Sans</vt:lpstr>
      <vt:lpstr>Work Sans </vt:lpstr>
      <vt:lpstr>Optimized Template Master</vt:lpstr>
      <vt:lpstr>Guide to Networking Essentials, 9e</vt:lpstr>
      <vt:lpstr>Chapter Objectives</vt:lpstr>
      <vt:lpstr>Physical Topologies</vt:lpstr>
      <vt:lpstr>Physical Bus Topology (1 of 3)</vt:lpstr>
      <vt:lpstr>Physical Bus Topology (2 of 3)</vt:lpstr>
      <vt:lpstr>Physical Bus Topology (3 of 3)</vt:lpstr>
      <vt:lpstr>Physical Star Topology (1 of 5)</vt:lpstr>
      <vt:lpstr>Physical Star Topology (2 of 5)</vt:lpstr>
      <vt:lpstr>Physical Star Topology (3 of 5)</vt:lpstr>
      <vt:lpstr>Physical Star Topology (4 of 5)</vt:lpstr>
      <vt:lpstr>Physical Star Topology (5 of 5)</vt:lpstr>
      <vt:lpstr>Physical Ring Topology (1 of 2)</vt:lpstr>
      <vt:lpstr>Physical Ring Topology (2 of 2)</vt:lpstr>
      <vt:lpstr>Point-to-Point Topology (1 of 5)</vt:lpstr>
      <vt:lpstr>Point-to-Point Topology (2 of 5)</vt:lpstr>
      <vt:lpstr>Point-to-Point Topology (3 of 5)</vt:lpstr>
      <vt:lpstr>Point-to-Point Topology (4 of 5)</vt:lpstr>
      <vt:lpstr>Point-to-Point Topology (5 of 5)</vt:lpstr>
      <vt:lpstr>Logical Topologies (1 of 3)</vt:lpstr>
      <vt:lpstr>Logical Topologies (2 of 3)</vt:lpstr>
      <vt:lpstr>Logical Topologies (3 of 3)</vt:lpstr>
      <vt:lpstr>Knowledge Check Activity 3-1</vt:lpstr>
      <vt:lpstr>Knowledge Check Activity 3-1: Answer</vt:lpstr>
      <vt:lpstr>Network Technologies</vt:lpstr>
      <vt:lpstr>Network Technologies and Media (1 of 2)</vt:lpstr>
      <vt:lpstr>Network Technologies and Media (2 of 2)</vt:lpstr>
      <vt:lpstr>Ethernet Networks (1 of 8)</vt:lpstr>
      <vt:lpstr>Ethernet Networks (2 of 8)</vt:lpstr>
      <vt:lpstr>Ethernet Networks (3 of 8)</vt:lpstr>
      <vt:lpstr>Ethernet Networks (4 of 8)</vt:lpstr>
      <vt:lpstr>Ethernet Networks (5 of 8)</vt:lpstr>
      <vt:lpstr>Ethernet Networks (6 of 8)</vt:lpstr>
      <vt:lpstr>Ethernet Networks (7 of 8)</vt:lpstr>
      <vt:lpstr>Ethernet Networks (8 of 8)</vt:lpstr>
      <vt:lpstr>Ethernet Standards (1 of 4)</vt:lpstr>
      <vt:lpstr>Ethernet Standards (2 of 4)</vt:lpstr>
      <vt:lpstr>Ethernet Standards (3 of 4)</vt:lpstr>
      <vt:lpstr>Ethernet Standards (4 of 4)</vt:lpstr>
      <vt:lpstr>Additional Ethernet Standards (1 of 3)</vt:lpstr>
      <vt:lpstr>Additional Ethernet Standards (2 of 3)</vt:lpstr>
      <vt:lpstr>Additional Ethernet Standards (3 of 3)</vt:lpstr>
      <vt:lpstr>802.11 Wi-Fi</vt:lpstr>
      <vt:lpstr>Wi-Fi Modes of Operation</vt:lpstr>
      <vt:lpstr>Wi-Fi Channels and Frequencies (1 of 2)</vt:lpstr>
      <vt:lpstr>Wi-Fi Channels and Frequencies (2 of 2)</vt:lpstr>
      <vt:lpstr>Wi-Fi Antennas</vt:lpstr>
      <vt:lpstr>Wi-Fi Access Methods and Operation</vt:lpstr>
      <vt:lpstr>Wi-Fi Signal Characteristics (1 of 2)</vt:lpstr>
      <vt:lpstr>Wi-Fi Signal Characteristics (2 of 2)</vt:lpstr>
      <vt:lpstr>Wi-Fi Standards (1 of 3)</vt:lpstr>
      <vt:lpstr>Wi-Fi Standards (2 of 3)</vt:lpstr>
      <vt:lpstr>Wi-Fi Standards (3 of 3)</vt:lpstr>
      <vt:lpstr>Wi-Fi Security</vt:lpstr>
      <vt:lpstr>Token Ring</vt:lpstr>
      <vt:lpstr>Fiber Distributed Data Interface Technology</vt:lpstr>
      <vt:lpstr>Knowledge Check Activity 3-2</vt:lpstr>
      <vt:lpstr>Knowledge Check Activity 3-2: Answer</vt:lpstr>
      <vt:lpstr>Self Assessment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 Williams</dc:creator>
  <cp:lastModifiedBy>Anthony Pacheco</cp:lastModifiedBy>
  <cp:revision>250</cp:revision>
  <cp:lastPrinted>2016-10-03T15:29:39Z</cp:lastPrinted>
  <dcterms:created xsi:type="dcterms:W3CDTF">2021-12-10T16:21:02Z</dcterms:created>
  <dcterms:modified xsi:type="dcterms:W3CDTF">2026-02-05T15:40:21Z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0x01010025A683995A7B1D46BAE4BA042997DC16</vt:lpwstr>
  </property>
  <property fmtid="{D5CDD505-2E9C-101B-9397-08002B2CF9AE}" pid="3" name="Order">
    <vt:r8>112600</vt:r8>
  </property>
  <property fmtid="{D5CDD505-2E9C-101B-9397-08002B2CF9AE}" pid="4" name="Category">
    <vt:lpwstr>Accessibility</vt:lpwstr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Document Type">
    <vt:lpwstr>Template</vt:lpwstr>
  </property>
  <property fmtid="{D5CDD505-2E9C-101B-9397-08002B2CF9AE}" pid="8" name="Audience">
    <vt:lpwstr>Content Developer</vt:lpwstr>
  </property>
  <property fmtid="{D5CDD505-2E9C-101B-9397-08002B2CF9AE}" pid="9" name="Department">
    <vt:lpwstr>GPM Training</vt:lpwstr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ArticulateGUID">
    <vt:lpwstr>DA3FD099-5DDC-49B7-BC70-6C2871AE2813</vt:lpwstr>
  </property>
  <property fmtid="{D5CDD505-2E9C-101B-9397-08002B2CF9AE}" pid="13" name="ArticulatePath">
    <vt:lpwstr>Presentation3</vt:lpwstr>
  </property>
  <property fmtid="{D5CDD505-2E9C-101B-9397-08002B2CF9AE}" pid="14" name="_ExtendedDescription">
    <vt:lpwstr/>
  </property>
  <property fmtid="{D5CDD505-2E9C-101B-9397-08002B2CF9AE}" pid="15" name="TriggerFlowInfo">
    <vt:lpwstr/>
  </property>
  <property fmtid="{D5CDD505-2E9C-101B-9397-08002B2CF9AE}" pid="16" name="Notes">
    <vt:lpwstr>Manage access: Not shared</vt:lpwstr>
  </property>
</Properties>
</file>