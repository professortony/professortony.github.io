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4"/>
  </p:notesMasterIdLst>
  <p:handoutMasterIdLst>
    <p:handoutMasterId r:id="rId65"/>
  </p:handoutMasterIdLst>
  <p:sldIdLst>
    <p:sldId id="257" r:id="rId5"/>
    <p:sldId id="259" r:id="rId6"/>
    <p:sldId id="474" r:id="rId7"/>
    <p:sldId id="475" r:id="rId8"/>
    <p:sldId id="476" r:id="rId9"/>
    <p:sldId id="477" r:id="rId10"/>
    <p:sldId id="478" r:id="rId11"/>
    <p:sldId id="268" r:id="rId12"/>
    <p:sldId id="479" r:id="rId13"/>
    <p:sldId id="480" r:id="rId14"/>
    <p:sldId id="481" r:id="rId15"/>
    <p:sldId id="482" r:id="rId16"/>
    <p:sldId id="483" r:id="rId17"/>
    <p:sldId id="484" r:id="rId18"/>
    <p:sldId id="485" r:id="rId19"/>
    <p:sldId id="406" r:id="rId20"/>
    <p:sldId id="486" r:id="rId21"/>
    <p:sldId id="487" r:id="rId22"/>
    <p:sldId id="488" r:id="rId23"/>
    <p:sldId id="489" r:id="rId24"/>
    <p:sldId id="490" r:id="rId25"/>
    <p:sldId id="450" r:id="rId26"/>
    <p:sldId id="491" r:id="rId27"/>
    <p:sldId id="492" r:id="rId28"/>
    <p:sldId id="493" r:id="rId29"/>
    <p:sldId id="494" r:id="rId30"/>
    <p:sldId id="407" r:id="rId31"/>
    <p:sldId id="495" r:id="rId32"/>
    <p:sldId id="496" r:id="rId33"/>
    <p:sldId id="466" r:id="rId34"/>
    <p:sldId id="262" r:id="rId35"/>
    <p:sldId id="263" r:id="rId36"/>
    <p:sldId id="497" r:id="rId37"/>
    <p:sldId id="498" r:id="rId38"/>
    <p:sldId id="473" r:id="rId39"/>
    <p:sldId id="499" r:id="rId40"/>
    <p:sldId id="500" r:id="rId41"/>
    <p:sldId id="501" r:id="rId42"/>
    <p:sldId id="502" r:id="rId43"/>
    <p:sldId id="503" r:id="rId44"/>
    <p:sldId id="433" r:id="rId45"/>
    <p:sldId id="504" r:id="rId46"/>
    <p:sldId id="505" r:id="rId47"/>
    <p:sldId id="506" r:id="rId48"/>
    <p:sldId id="507" r:id="rId49"/>
    <p:sldId id="508" r:id="rId50"/>
    <p:sldId id="509" r:id="rId51"/>
    <p:sldId id="510" r:id="rId52"/>
    <p:sldId id="511" r:id="rId53"/>
    <p:sldId id="512" r:id="rId54"/>
    <p:sldId id="513" r:id="rId55"/>
    <p:sldId id="514" r:id="rId56"/>
    <p:sldId id="515" r:id="rId57"/>
    <p:sldId id="516" r:id="rId58"/>
    <p:sldId id="517" r:id="rId59"/>
    <p:sldId id="313" r:id="rId60"/>
    <p:sldId id="314" r:id="rId61"/>
    <p:sldId id="269" r:id="rId62"/>
    <p:sldId id="270" r:id="rId63"/>
  </p:sldIdLst>
  <p:sldSz cx="12192000" cy="6858000"/>
  <p:notesSz cx="6858000" cy="9144000"/>
  <p:custDataLst>
    <p:tags r:id="rId66"/>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5C7817-CE52-473C-9B48-B1295A6152BE}" v="2" dt="2026-04-16T04:18:38.7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1041" autoAdjust="0"/>
  </p:normalViewPr>
  <p:slideViewPr>
    <p:cSldViewPr snapToGrid="0" snapToObjects="1">
      <p:cViewPr varScale="1">
        <p:scale>
          <a:sx n="84" d="100"/>
          <a:sy n="84" d="100"/>
        </p:scale>
        <p:origin x="1164" y="30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gs" Target="tags/tag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46C61306-57F8-4F30-B63F-8877BEB9A9E1}"/>
    <pc:docChg chg="undo custSel modSld sldOrd modMainMaster">
      <pc:chgData name="Anthony Pacheco" userId="fdf46b62-f4f9-461f-bfbc-c3446c220a65" providerId="ADAL" clId="{46C61306-57F8-4F30-B63F-8877BEB9A9E1}" dt="2026-04-16T04:21:27.937" v="400" actId="14100"/>
      <pc:docMkLst>
        <pc:docMk/>
      </pc:docMkLst>
      <pc:sldChg chg="modSp mod">
        <pc:chgData name="Anthony Pacheco" userId="fdf46b62-f4f9-461f-bfbc-c3446c220a65" providerId="ADAL" clId="{46C61306-57F8-4F30-B63F-8877BEB9A9E1}" dt="2026-04-07T03:39:05.306" v="0" actId="20577"/>
        <pc:sldMkLst>
          <pc:docMk/>
          <pc:sldMk cId="2293288057" sldId="257"/>
        </pc:sldMkLst>
        <pc:spChg chg="mod">
          <ac:chgData name="Anthony Pacheco" userId="fdf46b62-f4f9-461f-bfbc-c3446c220a65" providerId="ADAL" clId="{46C61306-57F8-4F30-B63F-8877BEB9A9E1}" dt="2026-04-07T03:39:05.306" v="0"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4-14T04:17:14.173" v="38" actId="113"/>
        <pc:sldMkLst>
          <pc:docMk/>
          <pc:sldMk cId="3724899739" sldId="259"/>
        </pc:sldMkLst>
        <pc:spChg chg="mod">
          <ac:chgData name="Anthony Pacheco" userId="fdf46b62-f4f9-461f-bfbc-c3446c220a65" providerId="ADAL" clId="{46C61306-57F8-4F30-B63F-8877BEB9A9E1}" dt="2026-04-14T04:17:14.173" v="38"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4-14T04:25:54.549" v="164" actId="1076"/>
        <pc:sldMkLst>
          <pc:docMk/>
          <pc:sldMk cId="3683800090" sldId="262"/>
        </pc:sldMkLst>
        <pc:spChg chg="mod">
          <ac:chgData name="Anthony Pacheco" userId="fdf46b62-f4f9-461f-bfbc-c3446c220a65" providerId="ADAL" clId="{46C61306-57F8-4F30-B63F-8877BEB9A9E1}" dt="2026-04-14T04:25:54.549" v="164" actId="1076"/>
          <ac:spMkLst>
            <pc:docMk/>
            <pc:sldMk cId="3683800090" sldId="262"/>
            <ac:spMk id="15" creationId="{5464F008-21F9-FCFB-BF06-39C357DBA52E}"/>
          </ac:spMkLst>
        </pc:spChg>
      </pc:sldChg>
      <pc:sldChg chg="modSp mod">
        <pc:chgData name="Anthony Pacheco" userId="fdf46b62-f4f9-461f-bfbc-c3446c220a65" providerId="ADAL" clId="{46C61306-57F8-4F30-B63F-8877BEB9A9E1}" dt="2026-04-14T04:26:32.188" v="166" actId="255"/>
        <pc:sldMkLst>
          <pc:docMk/>
          <pc:sldMk cId="3889104735" sldId="263"/>
        </pc:sldMkLst>
        <pc:spChg chg="mod">
          <ac:chgData name="Anthony Pacheco" userId="fdf46b62-f4f9-461f-bfbc-c3446c220a65" providerId="ADAL" clId="{46C61306-57F8-4F30-B63F-8877BEB9A9E1}" dt="2026-04-14T04:26:32.188" v="166" actId="255"/>
          <ac:spMkLst>
            <pc:docMk/>
            <pc:sldMk cId="3889104735" sldId="263"/>
            <ac:spMk id="12" creationId="{945F9FD1-AEB1-00C2-F6D0-11C11AF9B426}"/>
          </ac:spMkLst>
        </pc:spChg>
      </pc:sldChg>
      <pc:sldChg chg="modSp mod">
        <pc:chgData name="Anthony Pacheco" userId="fdf46b62-f4f9-461f-bfbc-c3446c220a65" providerId="ADAL" clId="{46C61306-57F8-4F30-B63F-8877BEB9A9E1}" dt="2026-04-14T04:18:43.058" v="51" actId="14100"/>
        <pc:sldMkLst>
          <pc:docMk/>
          <pc:sldMk cId="1204174999" sldId="268"/>
        </pc:sldMkLst>
        <pc:picChg chg="mod">
          <ac:chgData name="Anthony Pacheco" userId="fdf46b62-f4f9-461f-bfbc-c3446c220a65" providerId="ADAL" clId="{46C61306-57F8-4F30-B63F-8877BEB9A9E1}" dt="2026-04-14T04:18:43.058" v="51" actId="14100"/>
          <ac:picMkLst>
            <pc:docMk/>
            <pc:sldMk cId="1204174999" sldId="268"/>
            <ac:picMk id="4" creationId="{6EF241EE-0653-FF75-5C42-0DB2C9225EBF}"/>
          </ac:picMkLst>
        </pc:picChg>
      </pc:sldChg>
      <pc:sldChg chg="modSp mod">
        <pc:chgData name="Anthony Pacheco" userId="fdf46b62-f4f9-461f-bfbc-c3446c220a65" providerId="ADAL" clId="{46C61306-57F8-4F30-B63F-8877BEB9A9E1}" dt="2026-04-16T04:21:27.937" v="400" actId="14100"/>
        <pc:sldMkLst>
          <pc:docMk/>
          <pc:sldMk cId="1997762903" sldId="314"/>
        </pc:sldMkLst>
        <pc:spChg chg="mod">
          <ac:chgData name="Anthony Pacheco" userId="fdf46b62-f4f9-461f-bfbc-c3446c220a65" providerId="ADAL" clId="{46C61306-57F8-4F30-B63F-8877BEB9A9E1}" dt="2026-04-16T04:21:27.937" v="400" actId="14100"/>
          <ac:spMkLst>
            <pc:docMk/>
            <pc:sldMk cId="1997762903" sldId="314"/>
            <ac:spMk id="12" creationId="{945F9FD1-AEB1-00C2-F6D0-11C11AF9B426}"/>
          </ac:spMkLst>
        </pc:spChg>
      </pc:sldChg>
      <pc:sldChg chg="modSp mod">
        <pc:chgData name="Anthony Pacheco" userId="fdf46b62-f4f9-461f-bfbc-c3446c220a65" providerId="ADAL" clId="{46C61306-57F8-4F30-B63F-8877BEB9A9E1}" dt="2026-04-14T04:24:53.024" v="138" actId="14100"/>
        <pc:sldMkLst>
          <pc:docMk/>
          <pc:sldMk cId="1773535094" sldId="407"/>
        </pc:sldMkLst>
        <pc:picChg chg="mod">
          <ac:chgData name="Anthony Pacheco" userId="fdf46b62-f4f9-461f-bfbc-c3446c220a65" providerId="ADAL" clId="{46C61306-57F8-4F30-B63F-8877BEB9A9E1}" dt="2026-04-14T04:24:53.024" v="138" actId="14100"/>
          <ac:picMkLst>
            <pc:docMk/>
            <pc:sldMk cId="1773535094" sldId="407"/>
            <ac:picMk id="4" creationId="{0B59E255-7693-8445-194F-3C526CCD15AA}"/>
          </ac:picMkLst>
        </pc:picChg>
      </pc:sldChg>
      <pc:sldChg chg="modSp mod">
        <pc:chgData name="Anthony Pacheco" userId="fdf46b62-f4f9-461f-bfbc-c3446c220a65" providerId="ADAL" clId="{46C61306-57F8-4F30-B63F-8877BEB9A9E1}" dt="2026-04-16T03:49:43.977" v="307" actId="14100"/>
        <pc:sldMkLst>
          <pc:docMk/>
          <pc:sldMk cId="1318877529" sldId="433"/>
        </pc:sldMkLst>
        <pc:spChg chg="mod">
          <ac:chgData name="Anthony Pacheco" userId="fdf46b62-f4f9-461f-bfbc-c3446c220a65" providerId="ADAL" clId="{46C61306-57F8-4F30-B63F-8877BEB9A9E1}" dt="2026-04-14T04:14:25.238" v="16" actId="255"/>
          <ac:spMkLst>
            <pc:docMk/>
            <pc:sldMk cId="1318877529" sldId="433"/>
            <ac:spMk id="2" creationId="{6C9D3480-C9DB-84C3-6FCB-BA6A48A4A0CE}"/>
          </ac:spMkLst>
        </pc:spChg>
        <pc:picChg chg="mod">
          <ac:chgData name="Anthony Pacheco" userId="fdf46b62-f4f9-461f-bfbc-c3446c220a65" providerId="ADAL" clId="{46C61306-57F8-4F30-B63F-8877BEB9A9E1}" dt="2026-04-16T03:49:43.977" v="307" actId="14100"/>
          <ac:picMkLst>
            <pc:docMk/>
            <pc:sldMk cId="1318877529" sldId="433"/>
            <ac:picMk id="4" creationId="{6E2677D8-0D08-E0C8-34E4-53BB71A2FD2E}"/>
          </ac:picMkLst>
        </pc:picChg>
      </pc:sldChg>
      <pc:sldChg chg="modSp mod">
        <pc:chgData name="Anthony Pacheco" userId="fdf46b62-f4f9-461f-bfbc-c3446c220a65" providerId="ADAL" clId="{46C61306-57F8-4F30-B63F-8877BEB9A9E1}" dt="2026-04-14T04:24:00.457" v="126" actId="1076"/>
        <pc:sldMkLst>
          <pc:docMk/>
          <pc:sldMk cId="4093059358" sldId="450"/>
        </pc:sldMkLst>
        <pc:spChg chg="mod">
          <ac:chgData name="Anthony Pacheco" userId="fdf46b62-f4f9-461f-bfbc-c3446c220a65" providerId="ADAL" clId="{46C61306-57F8-4F30-B63F-8877BEB9A9E1}" dt="2026-04-14T04:24:00.457" v="126" actId="1076"/>
          <ac:spMkLst>
            <pc:docMk/>
            <pc:sldMk cId="4093059358" sldId="450"/>
            <ac:spMk id="5" creationId="{2D9544EB-8182-5875-E8A4-D7CF3DEBB0B9}"/>
          </ac:spMkLst>
        </pc:spChg>
        <pc:picChg chg="mod">
          <ac:chgData name="Anthony Pacheco" userId="fdf46b62-f4f9-461f-bfbc-c3446c220a65" providerId="ADAL" clId="{46C61306-57F8-4F30-B63F-8877BEB9A9E1}" dt="2026-04-14T04:23:57.749" v="125" actId="14100"/>
          <ac:picMkLst>
            <pc:docMk/>
            <pc:sldMk cId="4093059358" sldId="450"/>
            <ac:picMk id="4" creationId="{3FB6C4E1-5650-2EE2-C1F0-991BCF384549}"/>
          </ac:picMkLst>
        </pc:picChg>
      </pc:sldChg>
      <pc:sldChg chg="addSp modSp mod">
        <pc:chgData name="Anthony Pacheco" userId="fdf46b62-f4f9-461f-bfbc-c3446c220a65" providerId="ADAL" clId="{46C61306-57F8-4F30-B63F-8877BEB9A9E1}" dt="2026-04-14T04:38:29.252" v="250" actId="1076"/>
        <pc:sldMkLst>
          <pc:docMk/>
          <pc:sldMk cId="1335286666" sldId="466"/>
        </pc:sldMkLst>
        <pc:spChg chg="add mod">
          <ac:chgData name="Anthony Pacheco" userId="fdf46b62-f4f9-461f-bfbc-c3446c220a65" providerId="ADAL" clId="{46C61306-57F8-4F30-B63F-8877BEB9A9E1}" dt="2026-04-14T04:38:29.252" v="250" actId="1076"/>
          <ac:spMkLst>
            <pc:docMk/>
            <pc:sldMk cId="1335286666" sldId="466"/>
            <ac:spMk id="6" creationId="{A55DF279-DF7C-6EC5-4573-00119988BAF4}"/>
          </ac:spMkLst>
        </pc:spChg>
        <pc:picChg chg="mod">
          <ac:chgData name="Anthony Pacheco" userId="fdf46b62-f4f9-461f-bfbc-c3446c220a65" providerId="ADAL" clId="{46C61306-57F8-4F30-B63F-8877BEB9A9E1}" dt="2026-04-14T04:25:47.096" v="163" actId="14100"/>
          <ac:picMkLst>
            <pc:docMk/>
            <pc:sldMk cId="1335286666" sldId="466"/>
            <ac:picMk id="4" creationId="{A05DD8DF-EA04-55E4-EB1F-DC96520E375A}"/>
          </ac:picMkLst>
        </pc:picChg>
      </pc:sldChg>
      <pc:sldChg chg="modSp mod">
        <pc:chgData name="Anthony Pacheco" userId="fdf46b62-f4f9-461f-bfbc-c3446c220a65" providerId="ADAL" clId="{46C61306-57F8-4F30-B63F-8877BEB9A9E1}" dt="2026-04-14T04:27:45.967" v="213" actId="14100"/>
        <pc:sldMkLst>
          <pc:docMk/>
          <pc:sldMk cId="2422417328" sldId="473"/>
        </pc:sldMkLst>
        <pc:spChg chg="mod">
          <ac:chgData name="Anthony Pacheco" userId="fdf46b62-f4f9-461f-bfbc-c3446c220a65" providerId="ADAL" clId="{46C61306-57F8-4F30-B63F-8877BEB9A9E1}" dt="2026-04-14T04:13:32.941" v="10" actId="255"/>
          <ac:spMkLst>
            <pc:docMk/>
            <pc:sldMk cId="2422417328" sldId="473"/>
            <ac:spMk id="2" creationId="{C7420B75-AA11-11FA-C4E7-B7B9B59D4100}"/>
          </ac:spMkLst>
        </pc:spChg>
        <pc:picChg chg="mod">
          <ac:chgData name="Anthony Pacheco" userId="fdf46b62-f4f9-461f-bfbc-c3446c220a65" providerId="ADAL" clId="{46C61306-57F8-4F30-B63F-8877BEB9A9E1}" dt="2026-04-14T04:27:45.967" v="213" actId="14100"/>
          <ac:picMkLst>
            <pc:docMk/>
            <pc:sldMk cId="2422417328" sldId="473"/>
            <ac:picMk id="4" creationId="{C65D3640-BEA2-8EC5-3D79-1F7353F8D1AB}"/>
          </ac:picMkLst>
        </pc:picChg>
      </pc:sldChg>
      <pc:sldChg chg="modSp mod">
        <pc:chgData name="Anthony Pacheco" userId="fdf46b62-f4f9-461f-bfbc-c3446c220a65" providerId="ADAL" clId="{46C61306-57F8-4F30-B63F-8877BEB9A9E1}" dt="2026-04-14T04:17:28.440" v="41" actId="113"/>
        <pc:sldMkLst>
          <pc:docMk/>
          <pc:sldMk cId="1834381466" sldId="474"/>
        </pc:sldMkLst>
        <pc:spChg chg="mod">
          <ac:chgData name="Anthony Pacheco" userId="fdf46b62-f4f9-461f-bfbc-c3446c220a65" providerId="ADAL" clId="{46C61306-57F8-4F30-B63F-8877BEB9A9E1}" dt="2026-04-14T04:17:28.440" v="41" actId="113"/>
          <ac:spMkLst>
            <pc:docMk/>
            <pc:sldMk cId="1834381466" sldId="474"/>
            <ac:spMk id="3" creationId="{2A62CCCF-6D60-D63F-2180-BBE6846D993A}"/>
          </ac:spMkLst>
        </pc:spChg>
      </pc:sldChg>
      <pc:sldChg chg="modSp mod">
        <pc:chgData name="Anthony Pacheco" userId="fdf46b62-f4f9-461f-bfbc-c3446c220a65" providerId="ADAL" clId="{46C61306-57F8-4F30-B63F-8877BEB9A9E1}" dt="2026-04-14T04:17:47.625" v="44" actId="113"/>
        <pc:sldMkLst>
          <pc:docMk/>
          <pc:sldMk cId="1268296760" sldId="475"/>
        </pc:sldMkLst>
        <pc:spChg chg="mod">
          <ac:chgData name="Anthony Pacheco" userId="fdf46b62-f4f9-461f-bfbc-c3446c220a65" providerId="ADAL" clId="{46C61306-57F8-4F30-B63F-8877BEB9A9E1}" dt="2026-04-14T04:17:39.335" v="43" actId="255"/>
          <ac:spMkLst>
            <pc:docMk/>
            <pc:sldMk cId="1268296760" sldId="475"/>
            <ac:spMk id="2" creationId="{ECFA2335-2B48-9C5D-D338-6ED8D8C77C2D}"/>
          </ac:spMkLst>
        </pc:spChg>
        <pc:spChg chg="mod">
          <ac:chgData name="Anthony Pacheco" userId="fdf46b62-f4f9-461f-bfbc-c3446c220a65" providerId="ADAL" clId="{46C61306-57F8-4F30-B63F-8877BEB9A9E1}" dt="2026-04-14T04:17:47.625" v="44" actId="113"/>
          <ac:spMkLst>
            <pc:docMk/>
            <pc:sldMk cId="1268296760" sldId="475"/>
            <ac:spMk id="3" creationId="{FADF14A1-8AE8-3D0E-D5D7-375E7BDD2053}"/>
          </ac:spMkLst>
        </pc:spChg>
      </pc:sldChg>
      <pc:sldChg chg="modSp mod">
        <pc:chgData name="Anthony Pacheco" userId="fdf46b62-f4f9-461f-bfbc-c3446c220a65" providerId="ADAL" clId="{46C61306-57F8-4F30-B63F-8877BEB9A9E1}" dt="2026-04-14T04:18:01.414" v="46" actId="255"/>
        <pc:sldMkLst>
          <pc:docMk/>
          <pc:sldMk cId="873519119" sldId="476"/>
        </pc:sldMkLst>
        <pc:spChg chg="mod">
          <ac:chgData name="Anthony Pacheco" userId="fdf46b62-f4f9-461f-bfbc-c3446c220a65" providerId="ADAL" clId="{46C61306-57F8-4F30-B63F-8877BEB9A9E1}" dt="2026-04-14T04:18:01.414" v="46" actId="255"/>
          <ac:spMkLst>
            <pc:docMk/>
            <pc:sldMk cId="873519119" sldId="476"/>
            <ac:spMk id="2" creationId="{0C3EFBC9-25DE-3192-6EA4-E95ECD682FE8}"/>
          </ac:spMkLst>
        </pc:spChg>
        <pc:spChg chg="mod">
          <ac:chgData name="Anthony Pacheco" userId="fdf46b62-f4f9-461f-bfbc-c3446c220a65" providerId="ADAL" clId="{46C61306-57F8-4F30-B63F-8877BEB9A9E1}" dt="2026-04-14T04:17:55.976" v="45" actId="1076"/>
          <ac:spMkLst>
            <pc:docMk/>
            <pc:sldMk cId="873519119" sldId="476"/>
            <ac:spMk id="3" creationId="{40F5B7FE-DEC6-6233-EA75-763F717C37C5}"/>
          </ac:spMkLst>
        </pc:spChg>
      </pc:sldChg>
      <pc:sldChg chg="modSp mod">
        <pc:chgData name="Anthony Pacheco" userId="fdf46b62-f4f9-461f-bfbc-c3446c220a65" providerId="ADAL" clId="{46C61306-57F8-4F30-B63F-8877BEB9A9E1}" dt="2026-04-14T04:18:18.533" v="48" actId="113"/>
        <pc:sldMkLst>
          <pc:docMk/>
          <pc:sldMk cId="1147781445" sldId="477"/>
        </pc:sldMkLst>
        <pc:spChg chg="mod">
          <ac:chgData name="Anthony Pacheco" userId="fdf46b62-f4f9-461f-bfbc-c3446c220a65" providerId="ADAL" clId="{46C61306-57F8-4F30-B63F-8877BEB9A9E1}" dt="2026-04-14T04:18:18.533" v="48" actId="113"/>
          <ac:spMkLst>
            <pc:docMk/>
            <pc:sldMk cId="1147781445" sldId="477"/>
            <ac:spMk id="3" creationId="{B7FF87C1-F826-736F-A1E7-38ECA543127C}"/>
          </ac:spMkLst>
        </pc:spChg>
      </pc:sldChg>
      <pc:sldChg chg="modSp mod">
        <pc:chgData name="Anthony Pacheco" userId="fdf46b62-f4f9-461f-bfbc-c3446c220a65" providerId="ADAL" clId="{46C61306-57F8-4F30-B63F-8877BEB9A9E1}" dt="2026-04-14T04:18:36.717" v="50" actId="113"/>
        <pc:sldMkLst>
          <pc:docMk/>
          <pc:sldMk cId="1082085813" sldId="478"/>
        </pc:sldMkLst>
        <pc:spChg chg="mod">
          <ac:chgData name="Anthony Pacheco" userId="fdf46b62-f4f9-461f-bfbc-c3446c220a65" providerId="ADAL" clId="{46C61306-57F8-4F30-B63F-8877BEB9A9E1}" dt="2026-04-14T04:18:36.717" v="50" actId="113"/>
          <ac:spMkLst>
            <pc:docMk/>
            <pc:sldMk cId="1082085813" sldId="478"/>
            <ac:spMk id="3" creationId="{6D87C86F-F6CE-F9AC-CC5B-5E8192DBCB62}"/>
          </ac:spMkLst>
        </pc:spChg>
      </pc:sldChg>
      <pc:sldChg chg="modSp mod">
        <pc:chgData name="Anthony Pacheco" userId="fdf46b62-f4f9-461f-bfbc-c3446c220a65" providerId="ADAL" clId="{46C61306-57F8-4F30-B63F-8877BEB9A9E1}" dt="2026-04-14T04:18:53.745" v="59" actId="1036"/>
        <pc:sldMkLst>
          <pc:docMk/>
          <pc:sldMk cId="3113432143" sldId="479"/>
        </pc:sldMkLst>
        <pc:picChg chg="mod">
          <ac:chgData name="Anthony Pacheco" userId="fdf46b62-f4f9-461f-bfbc-c3446c220a65" providerId="ADAL" clId="{46C61306-57F8-4F30-B63F-8877BEB9A9E1}" dt="2026-04-14T04:18:53.745" v="59" actId="1036"/>
          <ac:picMkLst>
            <pc:docMk/>
            <pc:sldMk cId="3113432143" sldId="479"/>
            <ac:picMk id="4" creationId="{6F3A4BCD-4301-C17B-BCB7-747CA3A27C78}"/>
          </ac:picMkLst>
        </pc:picChg>
      </pc:sldChg>
      <pc:sldChg chg="modSp mod">
        <pc:chgData name="Anthony Pacheco" userId="fdf46b62-f4f9-461f-bfbc-c3446c220a65" providerId="ADAL" clId="{46C61306-57F8-4F30-B63F-8877BEB9A9E1}" dt="2026-04-14T04:19:22.664" v="63" actId="113"/>
        <pc:sldMkLst>
          <pc:docMk/>
          <pc:sldMk cId="2334501712" sldId="480"/>
        </pc:sldMkLst>
        <pc:spChg chg="mod">
          <ac:chgData name="Anthony Pacheco" userId="fdf46b62-f4f9-461f-bfbc-c3446c220a65" providerId="ADAL" clId="{46C61306-57F8-4F30-B63F-8877BEB9A9E1}" dt="2026-04-14T04:19:22.664" v="63" actId="113"/>
          <ac:spMkLst>
            <pc:docMk/>
            <pc:sldMk cId="2334501712" sldId="480"/>
            <ac:spMk id="3" creationId="{F59FCB76-A956-595F-B5DA-CBD166EF0D18}"/>
          </ac:spMkLst>
        </pc:spChg>
      </pc:sldChg>
      <pc:sldChg chg="addSp modSp mod ord">
        <pc:chgData name="Anthony Pacheco" userId="fdf46b62-f4f9-461f-bfbc-c3446c220a65" providerId="ADAL" clId="{46C61306-57F8-4F30-B63F-8877BEB9A9E1}" dt="2026-04-14T04:34:25.670" v="224" actId="27309"/>
        <pc:sldMkLst>
          <pc:docMk/>
          <pc:sldMk cId="3626364470" sldId="481"/>
        </pc:sldMkLst>
        <pc:spChg chg="mod">
          <ac:chgData name="Anthony Pacheco" userId="fdf46b62-f4f9-461f-bfbc-c3446c220a65" providerId="ADAL" clId="{46C61306-57F8-4F30-B63F-8877BEB9A9E1}" dt="2026-04-14T04:19:32.646" v="65" actId="113"/>
          <ac:spMkLst>
            <pc:docMk/>
            <pc:sldMk cId="3626364470" sldId="481"/>
            <ac:spMk id="3" creationId="{90B5F602-051F-9098-DE2B-A7FE9E7D0E8C}"/>
          </ac:spMkLst>
        </pc:spChg>
        <pc:graphicFrameChg chg="add modGraphic">
          <ac:chgData name="Anthony Pacheco" userId="fdf46b62-f4f9-461f-bfbc-c3446c220a65" providerId="ADAL" clId="{46C61306-57F8-4F30-B63F-8877BEB9A9E1}" dt="2026-04-14T04:34:25.670" v="224" actId="27309"/>
          <ac:graphicFrameMkLst>
            <pc:docMk/>
            <pc:sldMk cId="3626364470" sldId="481"/>
            <ac:graphicFrameMk id="5" creationId="{8C626419-D10C-4B69-C6CB-73D1B792D7C5}"/>
          </ac:graphicFrameMkLst>
        </pc:graphicFrameChg>
      </pc:sldChg>
      <pc:sldChg chg="modSp mod">
        <pc:chgData name="Anthony Pacheco" userId="fdf46b62-f4f9-461f-bfbc-c3446c220a65" providerId="ADAL" clId="{46C61306-57F8-4F30-B63F-8877BEB9A9E1}" dt="2026-04-14T04:20:05.901" v="100" actId="255"/>
        <pc:sldMkLst>
          <pc:docMk/>
          <pc:sldMk cId="2614503066" sldId="482"/>
        </pc:sldMkLst>
        <pc:spChg chg="mod">
          <ac:chgData name="Anthony Pacheco" userId="fdf46b62-f4f9-461f-bfbc-c3446c220a65" providerId="ADAL" clId="{46C61306-57F8-4F30-B63F-8877BEB9A9E1}" dt="2026-04-14T04:19:56.448" v="98" actId="1035"/>
          <ac:spMkLst>
            <pc:docMk/>
            <pc:sldMk cId="2614503066" sldId="482"/>
            <ac:spMk id="5" creationId="{18B68780-3154-71BC-61F4-F5238B5371D7}"/>
          </ac:spMkLst>
        </pc:spChg>
        <pc:graphicFrameChg chg="mod modGraphic">
          <ac:chgData name="Anthony Pacheco" userId="fdf46b62-f4f9-461f-bfbc-c3446c220a65" providerId="ADAL" clId="{46C61306-57F8-4F30-B63F-8877BEB9A9E1}" dt="2026-04-14T04:20:05.901" v="100" actId="255"/>
          <ac:graphicFrameMkLst>
            <pc:docMk/>
            <pc:sldMk cId="2614503066" sldId="482"/>
            <ac:graphicFrameMk id="4" creationId="{22C1D4D0-E775-5137-4423-19E1B6D62496}"/>
          </ac:graphicFrameMkLst>
        </pc:graphicFrameChg>
      </pc:sldChg>
      <pc:sldChg chg="addSp modSp mod">
        <pc:chgData name="Anthony Pacheco" userId="fdf46b62-f4f9-461f-bfbc-c3446c220a65" providerId="ADAL" clId="{46C61306-57F8-4F30-B63F-8877BEB9A9E1}" dt="2026-04-14T04:35:37.403" v="243" actId="1035"/>
        <pc:sldMkLst>
          <pc:docMk/>
          <pc:sldMk cId="3181575999" sldId="483"/>
        </pc:sldMkLst>
        <pc:spChg chg="mod">
          <ac:chgData name="Anthony Pacheco" userId="fdf46b62-f4f9-461f-bfbc-c3446c220a65" providerId="ADAL" clId="{46C61306-57F8-4F30-B63F-8877BEB9A9E1}" dt="2026-04-14T04:35:37.403" v="243" actId="1035"/>
          <ac:spMkLst>
            <pc:docMk/>
            <pc:sldMk cId="3181575999" sldId="483"/>
            <ac:spMk id="3" creationId="{B98128A7-D2F0-F17F-2647-A8A410764195}"/>
          </ac:spMkLst>
        </pc:spChg>
        <pc:spChg chg="add mod">
          <ac:chgData name="Anthony Pacheco" userId="fdf46b62-f4f9-461f-bfbc-c3446c220a65" providerId="ADAL" clId="{46C61306-57F8-4F30-B63F-8877BEB9A9E1}" dt="2026-04-14T04:35:04.848" v="231" actId="255"/>
          <ac:spMkLst>
            <pc:docMk/>
            <pc:sldMk cId="3181575999" sldId="483"/>
            <ac:spMk id="5" creationId="{AE26FB96-4608-A4A1-BEC8-3C7B2747BE22}"/>
          </ac:spMkLst>
        </pc:spChg>
      </pc:sldChg>
      <pc:sldChg chg="modSp mod">
        <pc:chgData name="Anthony Pacheco" userId="fdf46b62-f4f9-461f-bfbc-c3446c220a65" providerId="ADAL" clId="{46C61306-57F8-4F30-B63F-8877BEB9A9E1}" dt="2026-04-14T04:21:08.737" v="108" actId="113"/>
        <pc:sldMkLst>
          <pc:docMk/>
          <pc:sldMk cId="3733839886" sldId="484"/>
        </pc:sldMkLst>
        <pc:spChg chg="mod">
          <ac:chgData name="Anthony Pacheco" userId="fdf46b62-f4f9-461f-bfbc-c3446c220a65" providerId="ADAL" clId="{46C61306-57F8-4F30-B63F-8877BEB9A9E1}" dt="2026-04-14T04:21:08.737" v="108" actId="113"/>
          <ac:spMkLst>
            <pc:docMk/>
            <pc:sldMk cId="3733839886" sldId="484"/>
            <ac:spMk id="3" creationId="{E37CE877-62D3-AFA3-F47B-03A73B249F24}"/>
          </ac:spMkLst>
        </pc:spChg>
      </pc:sldChg>
      <pc:sldChg chg="modSp mod">
        <pc:chgData name="Anthony Pacheco" userId="fdf46b62-f4f9-461f-bfbc-c3446c220a65" providerId="ADAL" clId="{46C61306-57F8-4F30-B63F-8877BEB9A9E1}" dt="2026-04-14T04:21:45.003" v="110" actId="113"/>
        <pc:sldMkLst>
          <pc:docMk/>
          <pc:sldMk cId="402400683" sldId="485"/>
        </pc:sldMkLst>
        <pc:spChg chg="mod">
          <ac:chgData name="Anthony Pacheco" userId="fdf46b62-f4f9-461f-bfbc-c3446c220a65" providerId="ADAL" clId="{46C61306-57F8-4F30-B63F-8877BEB9A9E1}" dt="2026-04-14T04:21:45.003" v="110" actId="113"/>
          <ac:spMkLst>
            <pc:docMk/>
            <pc:sldMk cId="402400683" sldId="485"/>
            <ac:spMk id="3" creationId="{BB07794D-DF7E-05E9-6817-0FCFAECC048A}"/>
          </ac:spMkLst>
        </pc:spChg>
      </pc:sldChg>
      <pc:sldChg chg="modSp mod">
        <pc:chgData name="Anthony Pacheco" userId="fdf46b62-f4f9-461f-bfbc-c3446c220a65" providerId="ADAL" clId="{46C61306-57F8-4F30-B63F-8877BEB9A9E1}" dt="2026-04-14T04:22:05.807" v="114" actId="113"/>
        <pc:sldMkLst>
          <pc:docMk/>
          <pc:sldMk cId="810987112" sldId="486"/>
        </pc:sldMkLst>
        <pc:spChg chg="mod">
          <ac:chgData name="Anthony Pacheco" userId="fdf46b62-f4f9-461f-bfbc-c3446c220a65" providerId="ADAL" clId="{46C61306-57F8-4F30-B63F-8877BEB9A9E1}" dt="2026-04-14T04:22:05.807" v="114" actId="113"/>
          <ac:spMkLst>
            <pc:docMk/>
            <pc:sldMk cId="810987112" sldId="486"/>
            <ac:spMk id="3" creationId="{374867E1-E373-6C63-2C12-7FC813CA0511}"/>
          </ac:spMkLst>
        </pc:spChg>
      </pc:sldChg>
      <pc:sldChg chg="modSp mod">
        <pc:chgData name="Anthony Pacheco" userId="fdf46b62-f4f9-461f-bfbc-c3446c220a65" providerId="ADAL" clId="{46C61306-57F8-4F30-B63F-8877BEB9A9E1}" dt="2026-04-14T04:22:19.653" v="115" actId="1076"/>
        <pc:sldMkLst>
          <pc:docMk/>
          <pc:sldMk cId="1703042211" sldId="487"/>
        </pc:sldMkLst>
        <pc:spChg chg="mod">
          <ac:chgData name="Anthony Pacheco" userId="fdf46b62-f4f9-461f-bfbc-c3446c220a65" providerId="ADAL" clId="{46C61306-57F8-4F30-B63F-8877BEB9A9E1}" dt="2026-04-14T04:22:19.653" v="115" actId="1076"/>
          <ac:spMkLst>
            <pc:docMk/>
            <pc:sldMk cId="1703042211" sldId="487"/>
            <ac:spMk id="3" creationId="{B32F0314-F6E3-30DA-EF8D-FAFD83335ADD}"/>
          </ac:spMkLst>
        </pc:spChg>
      </pc:sldChg>
      <pc:sldChg chg="modSp mod">
        <pc:chgData name="Anthony Pacheco" userId="fdf46b62-f4f9-461f-bfbc-c3446c220a65" providerId="ADAL" clId="{46C61306-57F8-4F30-B63F-8877BEB9A9E1}" dt="2026-04-14T04:22:24.657" v="116" actId="1076"/>
        <pc:sldMkLst>
          <pc:docMk/>
          <pc:sldMk cId="2874023054" sldId="488"/>
        </pc:sldMkLst>
        <pc:spChg chg="mod">
          <ac:chgData name="Anthony Pacheco" userId="fdf46b62-f4f9-461f-bfbc-c3446c220a65" providerId="ADAL" clId="{46C61306-57F8-4F30-B63F-8877BEB9A9E1}" dt="2026-04-14T04:22:24.657" v="116" actId="1076"/>
          <ac:spMkLst>
            <pc:docMk/>
            <pc:sldMk cId="2874023054" sldId="488"/>
            <ac:spMk id="3" creationId="{F4AE6D08-2603-710C-B1FD-CA7C55CE5DEF}"/>
          </ac:spMkLst>
        </pc:spChg>
      </pc:sldChg>
      <pc:sldChg chg="modSp mod">
        <pc:chgData name="Anthony Pacheco" userId="fdf46b62-f4f9-461f-bfbc-c3446c220a65" providerId="ADAL" clId="{46C61306-57F8-4F30-B63F-8877BEB9A9E1}" dt="2026-04-14T04:22:49.744" v="119" actId="113"/>
        <pc:sldMkLst>
          <pc:docMk/>
          <pc:sldMk cId="146759858" sldId="489"/>
        </pc:sldMkLst>
        <pc:spChg chg="mod">
          <ac:chgData name="Anthony Pacheco" userId="fdf46b62-f4f9-461f-bfbc-c3446c220a65" providerId="ADAL" clId="{46C61306-57F8-4F30-B63F-8877BEB9A9E1}" dt="2026-04-14T04:22:49.744" v="119" actId="113"/>
          <ac:spMkLst>
            <pc:docMk/>
            <pc:sldMk cId="146759858" sldId="489"/>
            <ac:spMk id="3" creationId="{54457C23-C00C-12B1-FB20-4F6047B302C2}"/>
          </ac:spMkLst>
        </pc:spChg>
      </pc:sldChg>
      <pc:sldChg chg="modSp mod">
        <pc:chgData name="Anthony Pacheco" userId="fdf46b62-f4f9-461f-bfbc-c3446c220a65" providerId="ADAL" clId="{46C61306-57F8-4F30-B63F-8877BEB9A9E1}" dt="2026-04-14T04:23:43.306" v="122" actId="113"/>
        <pc:sldMkLst>
          <pc:docMk/>
          <pc:sldMk cId="1234809326" sldId="490"/>
        </pc:sldMkLst>
        <pc:spChg chg="mod">
          <ac:chgData name="Anthony Pacheco" userId="fdf46b62-f4f9-461f-bfbc-c3446c220a65" providerId="ADAL" clId="{46C61306-57F8-4F30-B63F-8877BEB9A9E1}" dt="2026-04-14T04:23:43.306" v="122" actId="113"/>
          <ac:spMkLst>
            <pc:docMk/>
            <pc:sldMk cId="1234809326" sldId="490"/>
            <ac:spMk id="3" creationId="{4595F4F5-F034-E98E-90EF-347DC2E48964}"/>
          </ac:spMkLst>
        </pc:spChg>
      </pc:sldChg>
      <pc:sldChg chg="modSp mod">
        <pc:chgData name="Anthony Pacheco" userId="fdf46b62-f4f9-461f-bfbc-c3446c220a65" providerId="ADAL" clId="{46C61306-57F8-4F30-B63F-8877BEB9A9E1}" dt="2026-04-14T04:24:18.505" v="130" actId="1076"/>
        <pc:sldMkLst>
          <pc:docMk/>
          <pc:sldMk cId="2938829649" sldId="491"/>
        </pc:sldMkLst>
        <pc:spChg chg="mod">
          <ac:chgData name="Anthony Pacheco" userId="fdf46b62-f4f9-461f-bfbc-c3446c220a65" providerId="ADAL" clId="{46C61306-57F8-4F30-B63F-8877BEB9A9E1}" dt="2026-04-14T04:24:18.505" v="130" actId="1076"/>
          <ac:spMkLst>
            <pc:docMk/>
            <pc:sldMk cId="2938829649" sldId="491"/>
            <ac:spMk id="5" creationId="{4CCACC51-83C0-92BE-EB57-60762884949B}"/>
          </ac:spMkLst>
        </pc:spChg>
        <pc:picChg chg="mod">
          <ac:chgData name="Anthony Pacheco" userId="fdf46b62-f4f9-461f-bfbc-c3446c220a65" providerId="ADAL" clId="{46C61306-57F8-4F30-B63F-8877BEB9A9E1}" dt="2026-04-14T04:24:15.204" v="129" actId="14100"/>
          <ac:picMkLst>
            <pc:docMk/>
            <pc:sldMk cId="2938829649" sldId="491"/>
            <ac:picMk id="4" creationId="{EC998186-F828-658E-6D90-187B5A574ACE}"/>
          </ac:picMkLst>
        </pc:picChg>
      </pc:sldChg>
      <pc:sldChg chg="modSp mod">
        <pc:chgData name="Anthony Pacheco" userId="fdf46b62-f4f9-461f-bfbc-c3446c220a65" providerId="ADAL" clId="{46C61306-57F8-4F30-B63F-8877BEB9A9E1}" dt="2026-04-14T04:24:29.577" v="133" actId="14100"/>
        <pc:sldMkLst>
          <pc:docMk/>
          <pc:sldMk cId="3137131589" sldId="492"/>
        </pc:sldMkLst>
        <pc:picChg chg="mod">
          <ac:chgData name="Anthony Pacheco" userId="fdf46b62-f4f9-461f-bfbc-c3446c220a65" providerId="ADAL" clId="{46C61306-57F8-4F30-B63F-8877BEB9A9E1}" dt="2026-04-14T04:24:29.577" v="133" actId="14100"/>
          <ac:picMkLst>
            <pc:docMk/>
            <pc:sldMk cId="3137131589" sldId="492"/>
            <ac:picMk id="4" creationId="{3BD0580C-795A-E00C-7915-9D8E3CF69BAB}"/>
          </ac:picMkLst>
        </pc:picChg>
      </pc:sldChg>
      <pc:sldChg chg="modSp mod">
        <pc:chgData name="Anthony Pacheco" userId="fdf46b62-f4f9-461f-bfbc-c3446c220a65" providerId="ADAL" clId="{46C61306-57F8-4F30-B63F-8877BEB9A9E1}" dt="2026-04-14T04:24:36.305" v="134" actId="1076"/>
        <pc:sldMkLst>
          <pc:docMk/>
          <pc:sldMk cId="1290129513" sldId="493"/>
        </pc:sldMkLst>
        <pc:spChg chg="mod">
          <ac:chgData name="Anthony Pacheco" userId="fdf46b62-f4f9-461f-bfbc-c3446c220a65" providerId="ADAL" clId="{46C61306-57F8-4F30-B63F-8877BEB9A9E1}" dt="2026-04-14T04:24:36.305" v="134" actId="1076"/>
          <ac:spMkLst>
            <pc:docMk/>
            <pc:sldMk cId="1290129513" sldId="493"/>
            <ac:spMk id="3" creationId="{99F39ECE-5596-B3F3-E3DE-BC267FF88F25}"/>
          </ac:spMkLst>
        </pc:spChg>
      </pc:sldChg>
      <pc:sldChg chg="modSp mod">
        <pc:chgData name="Anthony Pacheco" userId="fdf46b62-f4f9-461f-bfbc-c3446c220a65" providerId="ADAL" clId="{46C61306-57F8-4F30-B63F-8877BEB9A9E1}" dt="2026-04-14T04:24:42.817" v="135" actId="1076"/>
        <pc:sldMkLst>
          <pc:docMk/>
          <pc:sldMk cId="1828660297" sldId="494"/>
        </pc:sldMkLst>
        <pc:spChg chg="mod">
          <ac:chgData name="Anthony Pacheco" userId="fdf46b62-f4f9-461f-bfbc-c3446c220a65" providerId="ADAL" clId="{46C61306-57F8-4F30-B63F-8877BEB9A9E1}" dt="2026-04-14T04:24:42.817" v="135" actId="1076"/>
          <ac:spMkLst>
            <pc:docMk/>
            <pc:sldMk cId="1828660297" sldId="494"/>
            <ac:spMk id="3" creationId="{CBCFB12F-37C9-A7AA-8228-880417088DEC}"/>
          </ac:spMkLst>
        </pc:spChg>
      </pc:sldChg>
      <pc:sldChg chg="modSp mod">
        <pc:chgData name="Anthony Pacheco" userId="fdf46b62-f4f9-461f-bfbc-c3446c220a65" providerId="ADAL" clId="{46C61306-57F8-4F30-B63F-8877BEB9A9E1}" dt="2026-04-14T04:25:08.868" v="141" actId="113"/>
        <pc:sldMkLst>
          <pc:docMk/>
          <pc:sldMk cId="3737856312" sldId="495"/>
        </pc:sldMkLst>
        <pc:spChg chg="mod">
          <ac:chgData name="Anthony Pacheco" userId="fdf46b62-f4f9-461f-bfbc-c3446c220a65" providerId="ADAL" clId="{46C61306-57F8-4F30-B63F-8877BEB9A9E1}" dt="2026-04-14T04:25:08.868" v="141" actId="113"/>
          <ac:spMkLst>
            <pc:docMk/>
            <pc:sldMk cId="3737856312" sldId="495"/>
            <ac:spMk id="3" creationId="{DD694AEB-E021-33F0-A908-403317BB4314}"/>
          </ac:spMkLst>
        </pc:spChg>
      </pc:sldChg>
      <pc:sldChg chg="modSp mod">
        <pc:chgData name="Anthony Pacheco" userId="fdf46b62-f4f9-461f-bfbc-c3446c220a65" providerId="ADAL" clId="{46C61306-57F8-4F30-B63F-8877BEB9A9E1}" dt="2026-04-14T04:25:31.583" v="144" actId="113"/>
        <pc:sldMkLst>
          <pc:docMk/>
          <pc:sldMk cId="686571856" sldId="496"/>
        </pc:sldMkLst>
        <pc:spChg chg="mod">
          <ac:chgData name="Anthony Pacheco" userId="fdf46b62-f4f9-461f-bfbc-c3446c220a65" providerId="ADAL" clId="{46C61306-57F8-4F30-B63F-8877BEB9A9E1}" dt="2026-04-14T04:25:31.583" v="144" actId="113"/>
          <ac:spMkLst>
            <pc:docMk/>
            <pc:sldMk cId="686571856" sldId="496"/>
            <ac:spMk id="3" creationId="{AEDE0AC3-DA8B-349F-965E-BEDD96C045BB}"/>
          </ac:spMkLst>
        </pc:spChg>
      </pc:sldChg>
      <pc:sldChg chg="modSp mod">
        <pc:chgData name="Anthony Pacheco" userId="fdf46b62-f4f9-461f-bfbc-c3446c220a65" providerId="ADAL" clId="{46C61306-57F8-4F30-B63F-8877BEB9A9E1}" dt="2026-04-14T04:27:08.006" v="169" actId="113"/>
        <pc:sldMkLst>
          <pc:docMk/>
          <pc:sldMk cId="804899176" sldId="497"/>
        </pc:sldMkLst>
        <pc:spChg chg="mod">
          <ac:chgData name="Anthony Pacheco" userId="fdf46b62-f4f9-461f-bfbc-c3446c220a65" providerId="ADAL" clId="{46C61306-57F8-4F30-B63F-8877BEB9A9E1}" dt="2026-04-14T04:27:08.006" v="169" actId="113"/>
          <ac:spMkLst>
            <pc:docMk/>
            <pc:sldMk cId="804899176" sldId="497"/>
            <ac:spMk id="3" creationId="{E81DD877-51BD-1ABD-6C44-0F3C9275E788}"/>
          </ac:spMkLst>
        </pc:spChg>
      </pc:sldChg>
      <pc:sldChg chg="addSp modSp mod">
        <pc:chgData name="Anthony Pacheco" userId="fdf46b62-f4f9-461f-bfbc-c3446c220a65" providerId="ADAL" clId="{46C61306-57F8-4F30-B63F-8877BEB9A9E1}" dt="2026-04-14T04:27:28.068" v="170" actId="113"/>
        <pc:sldMkLst>
          <pc:docMk/>
          <pc:sldMk cId="2060852652" sldId="498"/>
        </pc:sldMkLst>
        <pc:spChg chg="mod">
          <ac:chgData name="Anthony Pacheco" userId="fdf46b62-f4f9-461f-bfbc-c3446c220a65" providerId="ADAL" clId="{46C61306-57F8-4F30-B63F-8877BEB9A9E1}" dt="2026-04-14T04:15:01.433" v="19" actId="14100"/>
          <ac:spMkLst>
            <pc:docMk/>
            <pc:sldMk cId="2060852652" sldId="498"/>
            <ac:spMk id="2" creationId="{3CF38CA3-225A-561B-B15B-B9FF1081C6A9}"/>
          </ac:spMkLst>
        </pc:spChg>
        <pc:spChg chg="mod">
          <ac:chgData name="Anthony Pacheco" userId="fdf46b62-f4f9-461f-bfbc-c3446c220a65" providerId="ADAL" clId="{46C61306-57F8-4F30-B63F-8877BEB9A9E1}" dt="2026-04-14T04:27:28.068" v="170" actId="113"/>
          <ac:spMkLst>
            <pc:docMk/>
            <pc:sldMk cId="2060852652" sldId="498"/>
            <ac:spMk id="3" creationId="{DC61AA43-CD60-D8E7-4131-BB71401DD6C6}"/>
          </ac:spMkLst>
        </pc:spChg>
        <pc:spChg chg="add mod">
          <ac:chgData name="Anthony Pacheco" userId="fdf46b62-f4f9-461f-bfbc-c3446c220a65" providerId="ADAL" clId="{46C61306-57F8-4F30-B63F-8877BEB9A9E1}" dt="2026-04-14T04:15:53.739" v="33" actId="113"/>
          <ac:spMkLst>
            <pc:docMk/>
            <pc:sldMk cId="2060852652" sldId="498"/>
            <ac:spMk id="5" creationId="{500A9FA7-CE64-3C28-4DEF-0E3C4150BCD2}"/>
          </ac:spMkLst>
        </pc:spChg>
      </pc:sldChg>
      <pc:sldChg chg="modSp mod">
        <pc:chgData name="Anthony Pacheco" userId="fdf46b62-f4f9-461f-bfbc-c3446c220a65" providerId="ADAL" clId="{46C61306-57F8-4F30-B63F-8877BEB9A9E1}" dt="2026-04-16T03:37:44.426" v="251" actId="113"/>
        <pc:sldMkLst>
          <pc:docMk/>
          <pc:sldMk cId="238544336" sldId="499"/>
        </pc:sldMkLst>
        <pc:spChg chg="mod">
          <ac:chgData name="Anthony Pacheco" userId="fdf46b62-f4f9-461f-bfbc-c3446c220a65" providerId="ADAL" clId="{46C61306-57F8-4F30-B63F-8877BEB9A9E1}" dt="2026-04-14T04:13:50.950" v="13" actId="255"/>
          <ac:spMkLst>
            <pc:docMk/>
            <pc:sldMk cId="238544336" sldId="499"/>
            <ac:spMk id="2" creationId="{F8A6D82F-4416-8180-CE27-60EC009432EA}"/>
          </ac:spMkLst>
        </pc:spChg>
        <pc:spChg chg="mod">
          <ac:chgData name="Anthony Pacheco" userId="fdf46b62-f4f9-461f-bfbc-c3446c220a65" providerId="ADAL" clId="{46C61306-57F8-4F30-B63F-8877BEB9A9E1}" dt="2026-04-16T03:37:44.426" v="251" actId="113"/>
          <ac:spMkLst>
            <pc:docMk/>
            <pc:sldMk cId="238544336" sldId="499"/>
            <ac:spMk id="3" creationId="{D81C03B0-39C2-A043-EE41-E6E4B21CF4E0}"/>
          </ac:spMkLst>
        </pc:spChg>
      </pc:sldChg>
      <pc:sldChg chg="modSp mod">
        <pc:chgData name="Anthony Pacheco" userId="fdf46b62-f4f9-461f-bfbc-c3446c220a65" providerId="ADAL" clId="{46C61306-57F8-4F30-B63F-8877BEB9A9E1}" dt="2026-04-16T03:38:14.597" v="254" actId="14100"/>
        <pc:sldMkLst>
          <pc:docMk/>
          <pc:sldMk cId="691672770" sldId="500"/>
        </pc:sldMkLst>
        <pc:spChg chg="mod">
          <ac:chgData name="Anthony Pacheco" userId="fdf46b62-f4f9-461f-bfbc-c3446c220a65" providerId="ADAL" clId="{46C61306-57F8-4F30-B63F-8877BEB9A9E1}" dt="2026-04-14T04:13:59.901" v="14" actId="255"/>
          <ac:spMkLst>
            <pc:docMk/>
            <pc:sldMk cId="691672770" sldId="500"/>
            <ac:spMk id="2" creationId="{60C85AA0-1089-D38F-9610-E359C73732BF}"/>
          </ac:spMkLst>
        </pc:spChg>
        <pc:picChg chg="mod">
          <ac:chgData name="Anthony Pacheco" userId="fdf46b62-f4f9-461f-bfbc-c3446c220a65" providerId="ADAL" clId="{46C61306-57F8-4F30-B63F-8877BEB9A9E1}" dt="2026-04-16T03:38:14.597" v="254" actId="14100"/>
          <ac:picMkLst>
            <pc:docMk/>
            <pc:sldMk cId="691672770" sldId="500"/>
            <ac:picMk id="4" creationId="{A8F41F85-5D57-AE79-AF00-666CAEF17A04}"/>
          </ac:picMkLst>
        </pc:picChg>
      </pc:sldChg>
      <pc:sldChg chg="modSp mod">
        <pc:chgData name="Anthony Pacheco" userId="fdf46b62-f4f9-461f-bfbc-c3446c220a65" providerId="ADAL" clId="{46C61306-57F8-4F30-B63F-8877BEB9A9E1}" dt="2026-04-16T03:38:47.533" v="255" actId="1076"/>
        <pc:sldMkLst>
          <pc:docMk/>
          <pc:sldMk cId="1354297031" sldId="501"/>
        </pc:sldMkLst>
        <pc:spChg chg="mod">
          <ac:chgData name="Anthony Pacheco" userId="fdf46b62-f4f9-461f-bfbc-c3446c220a65" providerId="ADAL" clId="{46C61306-57F8-4F30-B63F-8877BEB9A9E1}" dt="2026-04-16T03:38:47.533" v="255" actId="1076"/>
          <ac:spMkLst>
            <pc:docMk/>
            <pc:sldMk cId="1354297031" sldId="501"/>
            <ac:spMk id="3" creationId="{CD71CAAC-5F77-FD13-C94F-5FC905021A1F}"/>
          </ac:spMkLst>
        </pc:spChg>
      </pc:sldChg>
      <pc:sldChg chg="addSp modSp mod">
        <pc:chgData name="Anthony Pacheco" userId="fdf46b62-f4f9-461f-bfbc-c3446c220a65" providerId="ADAL" clId="{46C61306-57F8-4F30-B63F-8877BEB9A9E1}" dt="2026-04-16T03:47:54.588" v="296" actId="14100"/>
        <pc:sldMkLst>
          <pc:docMk/>
          <pc:sldMk cId="2825353119" sldId="502"/>
        </pc:sldMkLst>
        <pc:spChg chg="mod">
          <ac:chgData name="Anthony Pacheco" userId="fdf46b62-f4f9-461f-bfbc-c3446c220a65" providerId="ADAL" clId="{46C61306-57F8-4F30-B63F-8877BEB9A9E1}" dt="2026-04-16T03:39:02.158" v="256" actId="113"/>
          <ac:spMkLst>
            <pc:docMk/>
            <pc:sldMk cId="2825353119" sldId="502"/>
            <ac:spMk id="3" creationId="{1BD1E879-1283-B901-A33C-5C201C9EB4B6}"/>
          </ac:spMkLst>
        </pc:spChg>
        <pc:spChg chg="add mod">
          <ac:chgData name="Anthony Pacheco" userId="fdf46b62-f4f9-461f-bfbc-c3446c220a65" providerId="ADAL" clId="{46C61306-57F8-4F30-B63F-8877BEB9A9E1}" dt="2026-04-16T03:47:54.588" v="296" actId="14100"/>
          <ac:spMkLst>
            <pc:docMk/>
            <pc:sldMk cId="2825353119" sldId="502"/>
            <ac:spMk id="5" creationId="{1CD9070F-2DD1-8607-CFCD-02B214868E7F}"/>
          </ac:spMkLst>
        </pc:spChg>
      </pc:sldChg>
      <pc:sldChg chg="modSp mod">
        <pc:chgData name="Anthony Pacheco" userId="fdf46b62-f4f9-461f-bfbc-c3446c220a65" providerId="ADAL" clId="{46C61306-57F8-4F30-B63F-8877BEB9A9E1}" dt="2026-04-16T03:48:42.874" v="303" actId="113"/>
        <pc:sldMkLst>
          <pc:docMk/>
          <pc:sldMk cId="3729339994" sldId="503"/>
        </pc:sldMkLst>
        <pc:spChg chg="mod">
          <ac:chgData name="Anthony Pacheco" userId="fdf46b62-f4f9-461f-bfbc-c3446c220a65" providerId="ADAL" clId="{46C61306-57F8-4F30-B63F-8877BEB9A9E1}" dt="2026-04-14T04:14:11.677" v="15" actId="255"/>
          <ac:spMkLst>
            <pc:docMk/>
            <pc:sldMk cId="3729339994" sldId="503"/>
            <ac:spMk id="2" creationId="{EFBB1BE5-4A51-F7D2-FAB3-F3016FC528A7}"/>
          </ac:spMkLst>
        </pc:spChg>
        <pc:spChg chg="mod">
          <ac:chgData name="Anthony Pacheco" userId="fdf46b62-f4f9-461f-bfbc-c3446c220a65" providerId="ADAL" clId="{46C61306-57F8-4F30-B63F-8877BEB9A9E1}" dt="2026-04-16T03:48:42.874" v="303" actId="113"/>
          <ac:spMkLst>
            <pc:docMk/>
            <pc:sldMk cId="3729339994" sldId="503"/>
            <ac:spMk id="3" creationId="{E5DEDBD2-AFBF-4CBB-81B8-9E44114324FE}"/>
          </ac:spMkLst>
        </pc:spChg>
      </pc:sldChg>
      <pc:sldChg chg="modSp mod">
        <pc:chgData name="Anthony Pacheco" userId="fdf46b62-f4f9-461f-bfbc-c3446c220a65" providerId="ADAL" clId="{46C61306-57F8-4F30-B63F-8877BEB9A9E1}" dt="2026-04-16T03:49:57.697" v="310" actId="113"/>
        <pc:sldMkLst>
          <pc:docMk/>
          <pc:sldMk cId="610034426" sldId="504"/>
        </pc:sldMkLst>
        <pc:spChg chg="mod">
          <ac:chgData name="Anthony Pacheco" userId="fdf46b62-f4f9-461f-bfbc-c3446c220a65" providerId="ADAL" clId="{46C61306-57F8-4F30-B63F-8877BEB9A9E1}" dt="2026-04-14T04:14:33.125" v="17" actId="255"/>
          <ac:spMkLst>
            <pc:docMk/>
            <pc:sldMk cId="610034426" sldId="504"/>
            <ac:spMk id="2" creationId="{979AC88E-D6F0-023C-4879-C173F3B1FE37}"/>
          </ac:spMkLst>
        </pc:spChg>
        <pc:spChg chg="mod">
          <ac:chgData name="Anthony Pacheco" userId="fdf46b62-f4f9-461f-bfbc-c3446c220a65" providerId="ADAL" clId="{46C61306-57F8-4F30-B63F-8877BEB9A9E1}" dt="2026-04-16T03:49:57.697" v="310" actId="113"/>
          <ac:spMkLst>
            <pc:docMk/>
            <pc:sldMk cId="610034426" sldId="504"/>
            <ac:spMk id="3" creationId="{78080CBF-2C2B-87BA-3C9E-D8D6D834461A}"/>
          </ac:spMkLst>
        </pc:spChg>
      </pc:sldChg>
      <pc:sldChg chg="modSp mod">
        <pc:chgData name="Anthony Pacheco" userId="fdf46b62-f4f9-461f-bfbc-c3446c220a65" providerId="ADAL" clId="{46C61306-57F8-4F30-B63F-8877BEB9A9E1}" dt="2026-04-16T03:50:10.149" v="313" actId="14100"/>
        <pc:sldMkLst>
          <pc:docMk/>
          <pc:sldMk cId="296580641" sldId="505"/>
        </pc:sldMkLst>
        <pc:spChg chg="mod">
          <ac:chgData name="Anthony Pacheco" userId="fdf46b62-f4f9-461f-bfbc-c3446c220a65" providerId="ADAL" clId="{46C61306-57F8-4F30-B63F-8877BEB9A9E1}" dt="2026-04-14T04:14:41.142" v="18" actId="255"/>
          <ac:spMkLst>
            <pc:docMk/>
            <pc:sldMk cId="296580641" sldId="505"/>
            <ac:spMk id="2" creationId="{7BF91A36-179B-A1E8-30CD-A8C907E4AE71}"/>
          </ac:spMkLst>
        </pc:spChg>
        <pc:picChg chg="mod">
          <ac:chgData name="Anthony Pacheco" userId="fdf46b62-f4f9-461f-bfbc-c3446c220a65" providerId="ADAL" clId="{46C61306-57F8-4F30-B63F-8877BEB9A9E1}" dt="2026-04-16T03:50:10.149" v="313" actId="14100"/>
          <ac:picMkLst>
            <pc:docMk/>
            <pc:sldMk cId="296580641" sldId="505"/>
            <ac:picMk id="4" creationId="{12B43072-FAC1-44AF-07AA-0AED77850B02}"/>
          </ac:picMkLst>
        </pc:picChg>
      </pc:sldChg>
      <pc:sldChg chg="modSp mod">
        <pc:chgData name="Anthony Pacheco" userId="fdf46b62-f4f9-461f-bfbc-c3446c220a65" providerId="ADAL" clId="{46C61306-57F8-4F30-B63F-8877BEB9A9E1}" dt="2026-04-16T03:50:24.037" v="315" actId="113"/>
        <pc:sldMkLst>
          <pc:docMk/>
          <pc:sldMk cId="1737759355" sldId="506"/>
        </pc:sldMkLst>
        <pc:spChg chg="mod">
          <ac:chgData name="Anthony Pacheco" userId="fdf46b62-f4f9-461f-bfbc-c3446c220a65" providerId="ADAL" clId="{46C61306-57F8-4F30-B63F-8877BEB9A9E1}" dt="2026-04-16T03:50:24.037" v="315" actId="113"/>
          <ac:spMkLst>
            <pc:docMk/>
            <pc:sldMk cId="1737759355" sldId="506"/>
            <ac:spMk id="3" creationId="{7D1F916B-6FF0-17F6-51A5-8982C5EA3689}"/>
          </ac:spMkLst>
        </pc:spChg>
      </pc:sldChg>
      <pc:sldChg chg="modSp mod">
        <pc:chgData name="Anthony Pacheco" userId="fdf46b62-f4f9-461f-bfbc-c3446c220a65" providerId="ADAL" clId="{46C61306-57F8-4F30-B63F-8877BEB9A9E1}" dt="2026-04-16T03:57:13.319" v="318" actId="113"/>
        <pc:sldMkLst>
          <pc:docMk/>
          <pc:sldMk cId="1644485396" sldId="507"/>
        </pc:sldMkLst>
        <pc:spChg chg="mod">
          <ac:chgData name="Anthony Pacheco" userId="fdf46b62-f4f9-461f-bfbc-c3446c220a65" providerId="ADAL" clId="{46C61306-57F8-4F30-B63F-8877BEB9A9E1}" dt="2026-04-16T03:57:13.319" v="318" actId="113"/>
          <ac:spMkLst>
            <pc:docMk/>
            <pc:sldMk cId="1644485396" sldId="507"/>
            <ac:spMk id="3" creationId="{1DC95517-15C8-BEC5-5B55-1AFE2DA55471}"/>
          </ac:spMkLst>
        </pc:spChg>
      </pc:sldChg>
      <pc:sldChg chg="modSp mod">
        <pc:chgData name="Anthony Pacheco" userId="fdf46b62-f4f9-461f-bfbc-c3446c220a65" providerId="ADAL" clId="{46C61306-57F8-4F30-B63F-8877BEB9A9E1}" dt="2026-04-16T03:58:08.630" v="321" actId="113"/>
        <pc:sldMkLst>
          <pc:docMk/>
          <pc:sldMk cId="2199892929" sldId="508"/>
        </pc:sldMkLst>
        <pc:spChg chg="mod">
          <ac:chgData name="Anthony Pacheco" userId="fdf46b62-f4f9-461f-bfbc-c3446c220a65" providerId="ADAL" clId="{46C61306-57F8-4F30-B63F-8877BEB9A9E1}" dt="2026-04-16T03:58:08.630" v="321" actId="113"/>
          <ac:spMkLst>
            <pc:docMk/>
            <pc:sldMk cId="2199892929" sldId="508"/>
            <ac:spMk id="3" creationId="{6B0E6930-AC8B-05EA-5E6B-9547195A8C59}"/>
          </ac:spMkLst>
        </pc:spChg>
      </pc:sldChg>
      <pc:sldChg chg="modSp mod">
        <pc:chgData name="Anthony Pacheco" userId="fdf46b62-f4f9-461f-bfbc-c3446c220a65" providerId="ADAL" clId="{46C61306-57F8-4F30-B63F-8877BEB9A9E1}" dt="2026-04-16T04:02:31.736" v="325" actId="113"/>
        <pc:sldMkLst>
          <pc:docMk/>
          <pc:sldMk cId="2405551218" sldId="509"/>
        </pc:sldMkLst>
        <pc:spChg chg="mod">
          <ac:chgData name="Anthony Pacheco" userId="fdf46b62-f4f9-461f-bfbc-c3446c220a65" providerId="ADAL" clId="{46C61306-57F8-4F30-B63F-8877BEB9A9E1}" dt="2026-04-16T04:02:31.736" v="325" actId="113"/>
          <ac:spMkLst>
            <pc:docMk/>
            <pc:sldMk cId="2405551218" sldId="509"/>
            <ac:spMk id="3" creationId="{94E286CE-4262-21C4-1130-867DFCDED1E8}"/>
          </ac:spMkLst>
        </pc:spChg>
      </pc:sldChg>
      <pc:sldChg chg="modSp mod">
        <pc:chgData name="Anthony Pacheco" userId="fdf46b62-f4f9-461f-bfbc-c3446c220a65" providerId="ADAL" clId="{46C61306-57F8-4F30-B63F-8877BEB9A9E1}" dt="2026-04-16T04:02:45.628" v="327" actId="113"/>
        <pc:sldMkLst>
          <pc:docMk/>
          <pc:sldMk cId="3334652790" sldId="510"/>
        </pc:sldMkLst>
        <pc:spChg chg="mod">
          <ac:chgData name="Anthony Pacheco" userId="fdf46b62-f4f9-461f-bfbc-c3446c220a65" providerId="ADAL" clId="{46C61306-57F8-4F30-B63F-8877BEB9A9E1}" dt="2026-04-16T04:02:45.628" v="327" actId="113"/>
          <ac:spMkLst>
            <pc:docMk/>
            <pc:sldMk cId="3334652790" sldId="510"/>
            <ac:spMk id="3" creationId="{257C0B85-CC7B-D29E-7AFD-D3694657D3B2}"/>
          </ac:spMkLst>
        </pc:spChg>
      </pc:sldChg>
      <pc:sldChg chg="modSp mod">
        <pc:chgData name="Anthony Pacheco" userId="fdf46b62-f4f9-461f-bfbc-c3446c220a65" providerId="ADAL" clId="{46C61306-57F8-4F30-B63F-8877BEB9A9E1}" dt="2026-04-16T04:03:42.687" v="329" actId="113"/>
        <pc:sldMkLst>
          <pc:docMk/>
          <pc:sldMk cId="2882055222" sldId="511"/>
        </pc:sldMkLst>
        <pc:spChg chg="mod">
          <ac:chgData name="Anthony Pacheco" userId="fdf46b62-f4f9-461f-bfbc-c3446c220a65" providerId="ADAL" clId="{46C61306-57F8-4F30-B63F-8877BEB9A9E1}" dt="2026-04-16T04:03:42.687" v="329" actId="113"/>
          <ac:spMkLst>
            <pc:docMk/>
            <pc:sldMk cId="2882055222" sldId="511"/>
            <ac:spMk id="3" creationId="{6194ABAA-7B6F-5886-C9B3-7ACE2A76070B}"/>
          </ac:spMkLst>
        </pc:spChg>
      </pc:sldChg>
      <pc:sldChg chg="modSp mod">
        <pc:chgData name="Anthony Pacheco" userId="fdf46b62-f4f9-461f-bfbc-c3446c220a65" providerId="ADAL" clId="{46C61306-57F8-4F30-B63F-8877BEB9A9E1}" dt="2026-04-16T04:06:24.204" v="332" actId="113"/>
        <pc:sldMkLst>
          <pc:docMk/>
          <pc:sldMk cId="3409194368" sldId="512"/>
        </pc:sldMkLst>
        <pc:spChg chg="mod">
          <ac:chgData name="Anthony Pacheco" userId="fdf46b62-f4f9-461f-bfbc-c3446c220a65" providerId="ADAL" clId="{46C61306-57F8-4F30-B63F-8877BEB9A9E1}" dt="2026-04-16T04:06:16.308" v="330" actId="255"/>
          <ac:spMkLst>
            <pc:docMk/>
            <pc:sldMk cId="3409194368" sldId="512"/>
            <ac:spMk id="2" creationId="{974C7E83-461F-AC75-B991-2F92CEBB8809}"/>
          </ac:spMkLst>
        </pc:spChg>
        <pc:spChg chg="mod">
          <ac:chgData name="Anthony Pacheco" userId="fdf46b62-f4f9-461f-bfbc-c3446c220a65" providerId="ADAL" clId="{46C61306-57F8-4F30-B63F-8877BEB9A9E1}" dt="2026-04-16T04:06:24.204" v="332" actId="113"/>
          <ac:spMkLst>
            <pc:docMk/>
            <pc:sldMk cId="3409194368" sldId="512"/>
            <ac:spMk id="3" creationId="{036DD2DD-945A-A394-026A-C2E66C3D0933}"/>
          </ac:spMkLst>
        </pc:spChg>
      </pc:sldChg>
      <pc:sldChg chg="modSp mod">
        <pc:chgData name="Anthony Pacheco" userId="fdf46b62-f4f9-461f-bfbc-c3446c220a65" providerId="ADAL" clId="{46C61306-57F8-4F30-B63F-8877BEB9A9E1}" dt="2026-04-16T04:07:12.326" v="335" actId="113"/>
        <pc:sldMkLst>
          <pc:docMk/>
          <pc:sldMk cId="2329281545" sldId="513"/>
        </pc:sldMkLst>
        <pc:spChg chg="mod">
          <ac:chgData name="Anthony Pacheco" userId="fdf46b62-f4f9-461f-bfbc-c3446c220a65" providerId="ADAL" clId="{46C61306-57F8-4F30-B63F-8877BEB9A9E1}" dt="2026-04-16T04:06:34.923" v="333" actId="255"/>
          <ac:spMkLst>
            <pc:docMk/>
            <pc:sldMk cId="2329281545" sldId="513"/>
            <ac:spMk id="2" creationId="{A866F4BD-D457-283A-E552-CE55555AE73F}"/>
          </ac:spMkLst>
        </pc:spChg>
        <pc:spChg chg="mod">
          <ac:chgData name="Anthony Pacheco" userId="fdf46b62-f4f9-461f-bfbc-c3446c220a65" providerId="ADAL" clId="{46C61306-57F8-4F30-B63F-8877BEB9A9E1}" dt="2026-04-16T04:07:12.326" v="335" actId="113"/>
          <ac:spMkLst>
            <pc:docMk/>
            <pc:sldMk cId="2329281545" sldId="513"/>
            <ac:spMk id="3" creationId="{9066B1A9-A86D-7A3D-CEAB-327D3C745A42}"/>
          </ac:spMkLst>
        </pc:spChg>
      </pc:sldChg>
      <pc:sldChg chg="modSp mod">
        <pc:chgData name="Anthony Pacheco" userId="fdf46b62-f4f9-461f-bfbc-c3446c220a65" providerId="ADAL" clId="{46C61306-57F8-4F30-B63F-8877BEB9A9E1}" dt="2026-04-16T04:08:58.054" v="339" actId="1076"/>
        <pc:sldMkLst>
          <pc:docMk/>
          <pc:sldMk cId="636055830" sldId="514"/>
        </pc:sldMkLst>
        <pc:spChg chg="mod">
          <ac:chgData name="Anthony Pacheco" userId="fdf46b62-f4f9-461f-bfbc-c3446c220a65" providerId="ADAL" clId="{46C61306-57F8-4F30-B63F-8877BEB9A9E1}" dt="2026-04-16T04:08:50.306" v="337" actId="14100"/>
          <ac:spMkLst>
            <pc:docMk/>
            <pc:sldMk cId="636055830" sldId="514"/>
            <ac:spMk id="2" creationId="{6139E604-D8D3-0C8D-EC51-A0C0065355C6}"/>
          </ac:spMkLst>
        </pc:spChg>
        <pc:spChg chg="mod">
          <ac:chgData name="Anthony Pacheco" userId="fdf46b62-f4f9-461f-bfbc-c3446c220a65" providerId="ADAL" clId="{46C61306-57F8-4F30-B63F-8877BEB9A9E1}" dt="2026-04-16T04:08:58.054" v="339" actId="1076"/>
          <ac:spMkLst>
            <pc:docMk/>
            <pc:sldMk cId="636055830" sldId="514"/>
            <ac:spMk id="3" creationId="{2A55A28B-4BDA-3855-813B-996561A53527}"/>
          </ac:spMkLst>
        </pc:spChg>
      </pc:sldChg>
      <pc:sldChg chg="modSp mod">
        <pc:chgData name="Anthony Pacheco" userId="fdf46b62-f4f9-461f-bfbc-c3446c220a65" providerId="ADAL" clId="{46C61306-57F8-4F30-B63F-8877BEB9A9E1}" dt="2026-04-16T04:09:14.474" v="341" actId="1076"/>
        <pc:sldMkLst>
          <pc:docMk/>
          <pc:sldMk cId="934846745" sldId="515"/>
        </pc:sldMkLst>
        <pc:spChg chg="mod">
          <ac:chgData name="Anthony Pacheco" userId="fdf46b62-f4f9-461f-bfbc-c3446c220a65" providerId="ADAL" clId="{46C61306-57F8-4F30-B63F-8877BEB9A9E1}" dt="2026-04-16T04:09:09.481" v="340" actId="255"/>
          <ac:spMkLst>
            <pc:docMk/>
            <pc:sldMk cId="934846745" sldId="515"/>
            <ac:spMk id="2" creationId="{27137A5A-E9A6-AE6F-297C-AC3D247382AC}"/>
          </ac:spMkLst>
        </pc:spChg>
        <pc:spChg chg="mod">
          <ac:chgData name="Anthony Pacheco" userId="fdf46b62-f4f9-461f-bfbc-c3446c220a65" providerId="ADAL" clId="{46C61306-57F8-4F30-B63F-8877BEB9A9E1}" dt="2026-04-16T04:09:14.474" v="341" actId="1076"/>
          <ac:spMkLst>
            <pc:docMk/>
            <pc:sldMk cId="934846745" sldId="515"/>
            <ac:spMk id="3" creationId="{04D76F4D-E550-A4DE-CD04-2EC355D89CD9}"/>
          </ac:spMkLst>
        </pc:spChg>
      </pc:sldChg>
      <pc:sldChg chg="modSp mod">
        <pc:chgData name="Anthony Pacheco" userId="fdf46b62-f4f9-461f-bfbc-c3446c220a65" providerId="ADAL" clId="{46C61306-57F8-4F30-B63F-8877BEB9A9E1}" dt="2026-04-16T04:09:28.110" v="343" actId="14100"/>
        <pc:sldMkLst>
          <pc:docMk/>
          <pc:sldMk cId="174172846" sldId="516"/>
        </pc:sldMkLst>
        <pc:spChg chg="mod">
          <ac:chgData name="Anthony Pacheco" userId="fdf46b62-f4f9-461f-bfbc-c3446c220a65" providerId="ADAL" clId="{46C61306-57F8-4F30-B63F-8877BEB9A9E1}" dt="2026-04-16T04:09:28.110" v="343" actId="14100"/>
          <ac:spMkLst>
            <pc:docMk/>
            <pc:sldMk cId="174172846" sldId="516"/>
            <ac:spMk id="2" creationId="{CBDBEFE6-817C-BC13-A67E-55A07ED424B5}"/>
          </ac:spMkLst>
        </pc:spChg>
      </pc:sldChg>
      <pc:sldChg chg="addSp modSp mod">
        <pc:chgData name="Anthony Pacheco" userId="fdf46b62-f4f9-461f-bfbc-c3446c220a65" providerId="ADAL" clId="{46C61306-57F8-4F30-B63F-8877BEB9A9E1}" dt="2026-04-16T04:18:47.044" v="398" actId="1035"/>
        <pc:sldMkLst>
          <pc:docMk/>
          <pc:sldMk cId="147896995" sldId="517"/>
        </pc:sldMkLst>
        <pc:spChg chg="mod">
          <ac:chgData name="Anthony Pacheco" userId="fdf46b62-f4f9-461f-bfbc-c3446c220a65" providerId="ADAL" clId="{46C61306-57F8-4F30-B63F-8877BEB9A9E1}" dt="2026-04-16T04:17:58.663" v="351" actId="14100"/>
          <ac:spMkLst>
            <pc:docMk/>
            <pc:sldMk cId="147896995" sldId="517"/>
            <ac:spMk id="2" creationId="{355439FB-32C5-414A-8FC2-DB950F82F59C}"/>
          </ac:spMkLst>
        </pc:spChg>
        <pc:spChg chg="mod">
          <ac:chgData name="Anthony Pacheco" userId="fdf46b62-f4f9-461f-bfbc-c3446c220a65" providerId="ADAL" clId="{46C61306-57F8-4F30-B63F-8877BEB9A9E1}" dt="2026-04-16T04:09:57.449" v="350" actId="113"/>
          <ac:spMkLst>
            <pc:docMk/>
            <pc:sldMk cId="147896995" sldId="517"/>
            <ac:spMk id="3" creationId="{BFF13F50-75C9-6FCE-AE47-DB812B7A9926}"/>
          </ac:spMkLst>
        </pc:spChg>
        <pc:spChg chg="add mod">
          <ac:chgData name="Anthony Pacheco" userId="fdf46b62-f4f9-461f-bfbc-c3446c220a65" providerId="ADAL" clId="{46C61306-57F8-4F30-B63F-8877BEB9A9E1}" dt="2026-04-16T04:18:47.044" v="398" actId="1035"/>
          <ac:spMkLst>
            <pc:docMk/>
            <pc:sldMk cId="147896995" sldId="517"/>
            <ac:spMk id="5" creationId="{DDB7CDF2-2C96-4EC0-3738-56B40156D684}"/>
          </ac:spMkLst>
        </pc:spChg>
      </pc:sldChg>
      <pc:sldMasterChg chg="delSp modSp mod modSldLayout">
        <pc:chgData name="Anthony Pacheco" userId="fdf46b62-f4f9-461f-bfbc-c3446c220a65" providerId="ADAL" clId="{46C61306-57F8-4F30-B63F-8877BEB9A9E1}" dt="2026-04-14T04:12:28.421" v="6" actId="20577"/>
        <pc:sldMasterMkLst>
          <pc:docMk/>
          <pc:sldMasterMk cId="682046013" sldId="2147483725"/>
        </pc:sldMasterMkLst>
        <pc:spChg chg="mod">
          <ac:chgData name="Anthony Pacheco" userId="fdf46b62-f4f9-461f-bfbc-c3446c220a65" providerId="ADAL" clId="{46C61306-57F8-4F30-B63F-8877BEB9A9E1}" dt="2026-04-14T04:12:07.168" v="2" actId="20577"/>
          <ac:spMkLst>
            <pc:docMk/>
            <pc:sldMasterMk cId="682046013" sldId="2147483725"/>
            <ac:spMk id="8" creationId="{0E6636BF-D3CC-4DFC-A057-41CF18719446}"/>
          </ac:spMkLst>
        </pc:spChg>
        <pc:spChg chg="mod">
          <ac:chgData name="Anthony Pacheco" userId="fdf46b62-f4f9-461f-bfbc-c3446c220a65" providerId="ADAL" clId="{46C61306-57F8-4F30-B63F-8877BEB9A9E1}" dt="2026-04-14T04:12:15.126" v="3" actId="14100"/>
          <ac:spMkLst>
            <pc:docMk/>
            <pc:sldMasterMk cId="682046013" sldId="2147483725"/>
            <ac:spMk id="13" creationId="{A34EF16C-F8E9-4C74-8268-011BE18366AF}"/>
          </ac:spMkLst>
        </pc:spChg>
        <pc:sldLayoutChg chg="delSp modSp mod">
          <pc:chgData name="Anthony Pacheco" userId="fdf46b62-f4f9-461f-bfbc-c3446c220a65" providerId="ADAL" clId="{46C61306-57F8-4F30-B63F-8877BEB9A9E1}" dt="2026-04-14T04:12:28.421" v="6"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4-14T04:12:28.421" v="6" actId="20577"/>
            <ac:spMkLst>
              <pc:docMk/>
              <pc:sldMasterMk cId="682046013" sldId="2147483725"/>
              <pc:sldLayoutMk cId="803553635" sldId="2147483763"/>
              <ac:spMk id="11" creationId="{09216FC3-84E9-4B73-9DA8-CF771043770B}"/>
            </ac:spMkLst>
          </pc:spChg>
        </pc:sldLayoutChg>
        <pc:sldLayoutChg chg="delSp mod">
          <pc:chgData name="Anthony Pacheco" userId="fdf46b62-f4f9-461f-bfbc-c3446c220a65" providerId="ADAL" clId="{46C61306-57F8-4F30-B63F-8877BEB9A9E1}" dt="2026-04-14T04:12:20.548" v="4" actId="478"/>
          <pc:sldLayoutMkLst>
            <pc:docMk/>
            <pc:sldMasterMk cId="682046013" sldId="2147483725"/>
            <pc:sldLayoutMk cId="2170826813" sldId="2147483765"/>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492237"/>
            <a:ext cx="12192000" cy="3657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www.youtube.com/watch?v=OfXJlmuoc20"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aqFfHKpRF7k" TargetMode="External"/><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hyperlink" Target="https://www.youtube.com/watch?v=K-oHcDYmhUs" TargetMode="Externa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hyperlink" Target="https://www.youtube.com/watch?v=3Lis4w4_bBc" TargetMode="Externa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12: Network Management and Administration</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38938537-CCD6-93B9-153B-61E0D2634D1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22715" y="861193"/>
            <a:ext cx="3857509" cy="4940051"/>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253331"/>
            <a:ext cx="11241915" cy="4351338"/>
          </a:xfrm>
        </p:spPr>
        <p:txBody>
          <a:bodyPr/>
          <a:lstStyle/>
          <a:p>
            <a:pPr marL="0" indent="0">
              <a:buNone/>
            </a:pPr>
            <a:r>
              <a:rPr lang="en-US" dirty="0"/>
              <a:t>By the end of this chapter, you should be able to:</a:t>
            </a:r>
          </a:p>
          <a:p>
            <a:pPr marL="457200" indent="-457200">
              <a:buFont typeface="+mj-lt"/>
              <a:buAutoNum type="arabicPeriod"/>
            </a:pPr>
            <a:r>
              <a:rPr lang="en-US" altLang="zh-CN" b="1" dirty="0"/>
              <a:t>Manage</a:t>
            </a:r>
            <a:r>
              <a:rPr lang="en-US" altLang="zh-CN" dirty="0"/>
              <a:t> user and group accounts</a:t>
            </a:r>
          </a:p>
          <a:p>
            <a:pPr marL="457200" indent="-457200">
              <a:buFont typeface="+mj-lt"/>
              <a:buAutoNum type="arabicPeriod"/>
            </a:pPr>
            <a:r>
              <a:rPr lang="en-US" altLang="zh-CN" b="1" dirty="0"/>
              <a:t>Administer</a:t>
            </a:r>
            <a:r>
              <a:rPr lang="en-US" altLang="zh-CN" dirty="0"/>
              <a:t> permissions on storage volumes</a:t>
            </a:r>
          </a:p>
          <a:p>
            <a:pPr marL="457200" indent="-457200">
              <a:buFont typeface="+mj-lt"/>
              <a:buAutoNum type="arabicPeriod"/>
            </a:pPr>
            <a:r>
              <a:rPr lang="en-US" altLang="zh-CN" dirty="0"/>
              <a:t>Work with shared files and printers</a:t>
            </a:r>
          </a:p>
          <a:p>
            <a:pPr marL="457200" indent="-457200">
              <a:buFont typeface="+mj-lt"/>
              <a:buAutoNum type="arabicPeriod"/>
            </a:pPr>
            <a:r>
              <a:rPr lang="en-US" altLang="zh-CN" b="1" dirty="0"/>
              <a:t>Monitor</a:t>
            </a:r>
            <a:r>
              <a:rPr lang="en-US" altLang="zh-CN" dirty="0"/>
              <a:t> a system’s performance and reliability</a:t>
            </a:r>
          </a:p>
          <a:p>
            <a:pPr marL="457200" indent="-457200">
              <a:buFont typeface="+mj-lt"/>
              <a:buAutoNum type="arabicPeriod"/>
            </a:pPr>
            <a:r>
              <a:rPr lang="en-US" altLang="zh-CN" dirty="0"/>
              <a:t>Describe </a:t>
            </a:r>
            <a:r>
              <a:rPr lang="en-US" altLang="zh-CN" b="1" dirty="0"/>
              <a:t>fault-tolerance</a:t>
            </a:r>
            <a:r>
              <a:rPr lang="en-US" altLang="zh-CN" dirty="0"/>
              <a:t> and backup solutions</a:t>
            </a:r>
          </a:p>
          <a:p>
            <a:pPr marL="457200" indent="-457200">
              <a:buFont typeface="+mj-lt"/>
              <a:buAutoNum type="arabicPeriod"/>
            </a:pPr>
            <a:endParaRPr lang="en-US" altLang="zh-CN" dirty="0"/>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77A2B-7182-CD72-D2B7-911247C307A3}"/>
              </a:ext>
            </a:extLst>
          </p:cNvPr>
          <p:cNvSpPr>
            <a:spLocks noGrp="1"/>
          </p:cNvSpPr>
          <p:nvPr>
            <p:ph type="title"/>
          </p:nvPr>
        </p:nvSpPr>
        <p:spPr/>
        <p:txBody>
          <a:bodyPr/>
          <a:lstStyle/>
          <a:p>
            <a:r>
              <a:rPr lang="en-US" dirty="0"/>
              <a:t>Managing User and Group Accounts</a:t>
            </a:r>
          </a:p>
        </p:txBody>
      </p:sp>
      <p:sp>
        <p:nvSpPr>
          <p:cNvPr id="3" name="Content Placeholder 2">
            <a:extLst>
              <a:ext uri="{FF2B5EF4-FFF2-40B4-BE49-F238E27FC236}">
                <a16:creationId xmlns:a16="http://schemas.microsoft.com/office/drawing/2014/main" id="{2A62CCCF-6D60-D63F-2180-BBE6846D993A}"/>
              </a:ext>
            </a:extLst>
          </p:cNvPr>
          <p:cNvSpPr>
            <a:spLocks noGrp="1"/>
          </p:cNvSpPr>
          <p:nvPr>
            <p:ph idx="1"/>
          </p:nvPr>
        </p:nvSpPr>
        <p:spPr>
          <a:xfrm>
            <a:off x="473242" y="1437005"/>
            <a:ext cx="11241915" cy="4351338"/>
          </a:xfrm>
        </p:spPr>
        <p:txBody>
          <a:bodyPr/>
          <a:lstStyle/>
          <a:p>
            <a:r>
              <a:rPr lang="en-US" b="1" dirty="0"/>
              <a:t>User accounts </a:t>
            </a:r>
            <a:r>
              <a:rPr lang="en-US" dirty="0"/>
              <a:t>have two main functions:</a:t>
            </a:r>
          </a:p>
          <a:p>
            <a:pPr lvl="1"/>
            <a:r>
              <a:rPr lang="en-US" dirty="0"/>
              <a:t>Provide a method for users to authenticate themselves to the network</a:t>
            </a:r>
          </a:p>
          <a:p>
            <a:pPr lvl="1"/>
            <a:r>
              <a:rPr lang="en-US" dirty="0"/>
              <a:t>Provide detailed information about a user</a:t>
            </a:r>
          </a:p>
          <a:p>
            <a:r>
              <a:rPr lang="en-US" b="1" dirty="0"/>
              <a:t>Group accounts </a:t>
            </a:r>
            <a:r>
              <a:rPr lang="en-US" dirty="0"/>
              <a:t>are used to organize users so that assignment of resource permissions and rights can be managed more easily than working with dozens or hundreds of individual user accounts</a:t>
            </a:r>
          </a:p>
          <a:p>
            <a:endParaRPr lang="en-US" dirty="0"/>
          </a:p>
        </p:txBody>
      </p:sp>
    </p:spTree>
    <p:extLst>
      <p:ext uri="{BB962C8B-B14F-4D97-AF65-F5344CB8AC3E}">
        <p14:creationId xmlns:p14="http://schemas.microsoft.com/office/powerpoint/2010/main" val="1834381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A2335-2B48-9C5D-D338-6ED8D8C77C2D}"/>
              </a:ext>
            </a:extLst>
          </p:cNvPr>
          <p:cNvSpPr>
            <a:spLocks noGrp="1"/>
          </p:cNvSpPr>
          <p:nvPr>
            <p:ph type="title"/>
          </p:nvPr>
        </p:nvSpPr>
        <p:spPr/>
        <p:txBody>
          <a:bodyPr/>
          <a:lstStyle/>
          <a:p>
            <a:r>
              <a:rPr lang="en-US" dirty="0"/>
              <a:t>Account and Password Conventions </a:t>
            </a:r>
            <a:r>
              <a:rPr lang="en-US" sz="3200" dirty="0"/>
              <a:t>(1 of 2)</a:t>
            </a:r>
          </a:p>
        </p:txBody>
      </p:sp>
      <p:sp>
        <p:nvSpPr>
          <p:cNvPr id="3" name="Content Placeholder 2">
            <a:extLst>
              <a:ext uri="{FF2B5EF4-FFF2-40B4-BE49-F238E27FC236}">
                <a16:creationId xmlns:a16="http://schemas.microsoft.com/office/drawing/2014/main" id="{FADF14A1-8AE8-3D0E-D5D7-375E7BDD2053}"/>
              </a:ext>
            </a:extLst>
          </p:cNvPr>
          <p:cNvSpPr>
            <a:spLocks noGrp="1"/>
          </p:cNvSpPr>
          <p:nvPr>
            <p:ph idx="1"/>
          </p:nvPr>
        </p:nvSpPr>
        <p:spPr>
          <a:xfrm>
            <a:off x="476843" y="1471295"/>
            <a:ext cx="11241915" cy="4351338"/>
          </a:xfrm>
        </p:spPr>
        <p:txBody>
          <a:bodyPr/>
          <a:lstStyle/>
          <a:p>
            <a:r>
              <a:rPr lang="en-US" dirty="0"/>
              <a:t>In a large network, a </a:t>
            </a:r>
            <a:r>
              <a:rPr lang="en-US" b="1" dirty="0"/>
              <a:t>scheme</a:t>
            </a:r>
            <a:r>
              <a:rPr lang="en-US" dirty="0"/>
              <a:t> for naming user and group accounts as well as network devices is crucial. Consider the following:</a:t>
            </a:r>
          </a:p>
          <a:p>
            <a:pPr lvl="1"/>
            <a:r>
              <a:rPr lang="en-US" dirty="0"/>
              <a:t>Is there a minimum and maximum number of characters user account names should have?</a:t>
            </a:r>
          </a:p>
          <a:p>
            <a:pPr lvl="1"/>
            <a:r>
              <a:rPr lang="en-US" dirty="0"/>
              <a:t>Should the username be based on the user’s real name, or, if security is important, should names be more cryptic?</a:t>
            </a:r>
          </a:p>
          <a:p>
            <a:pPr lvl="1"/>
            <a:r>
              <a:rPr lang="en-US" dirty="0"/>
              <a:t>Some OSs distinguish between uppercase and lowercase letters. Should usernames contain both as well as special characters?</a:t>
            </a:r>
          </a:p>
          <a:p>
            <a:endParaRPr lang="en-US" dirty="0"/>
          </a:p>
        </p:txBody>
      </p:sp>
    </p:spTree>
    <p:extLst>
      <p:ext uri="{BB962C8B-B14F-4D97-AF65-F5344CB8AC3E}">
        <p14:creationId xmlns:p14="http://schemas.microsoft.com/office/powerpoint/2010/main" val="1268296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B36F4-53ED-B673-7790-592E02516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EFBC9-25DE-3192-6EA4-E95ECD682FE8}"/>
              </a:ext>
            </a:extLst>
          </p:cNvPr>
          <p:cNvSpPr>
            <a:spLocks noGrp="1"/>
          </p:cNvSpPr>
          <p:nvPr>
            <p:ph type="title"/>
          </p:nvPr>
        </p:nvSpPr>
        <p:spPr/>
        <p:txBody>
          <a:bodyPr/>
          <a:lstStyle/>
          <a:p>
            <a:r>
              <a:rPr lang="en-US" dirty="0"/>
              <a:t>Account and Password Conventions </a:t>
            </a:r>
            <a:r>
              <a:rPr lang="en-US" sz="3200" dirty="0"/>
              <a:t>(2 of 2)</a:t>
            </a:r>
          </a:p>
        </p:txBody>
      </p:sp>
      <p:sp>
        <p:nvSpPr>
          <p:cNvPr id="3" name="Content Placeholder 2">
            <a:extLst>
              <a:ext uri="{FF2B5EF4-FFF2-40B4-BE49-F238E27FC236}">
                <a16:creationId xmlns:a16="http://schemas.microsoft.com/office/drawing/2014/main" id="{40F5B7FE-DEC6-6233-EA75-763F717C37C5}"/>
              </a:ext>
            </a:extLst>
          </p:cNvPr>
          <p:cNvSpPr>
            <a:spLocks noGrp="1"/>
          </p:cNvSpPr>
          <p:nvPr>
            <p:ph idx="1"/>
          </p:nvPr>
        </p:nvSpPr>
        <p:spPr>
          <a:xfrm>
            <a:off x="476843" y="1471295"/>
            <a:ext cx="11241915" cy="4351338"/>
          </a:xfrm>
        </p:spPr>
        <p:txBody>
          <a:bodyPr/>
          <a:lstStyle/>
          <a:p>
            <a:r>
              <a:rPr lang="en-US" dirty="0"/>
              <a:t>Considerations for password naming conventions include the following:</a:t>
            </a:r>
          </a:p>
          <a:p>
            <a:pPr lvl="1"/>
            <a:r>
              <a:rPr lang="en-US" sz="2200" dirty="0"/>
              <a:t>Minimum length</a:t>
            </a:r>
          </a:p>
          <a:p>
            <a:pPr lvl="1"/>
            <a:r>
              <a:rPr lang="en-US" sz="2200" dirty="0"/>
              <a:t>Complexity requirements—use of uppercase and lowercase along with numbers and special characters</a:t>
            </a:r>
          </a:p>
          <a:p>
            <a:pPr lvl="1"/>
            <a:r>
              <a:rPr lang="en-US" sz="2200" dirty="0"/>
              <a:t>User or administrator created</a:t>
            </a:r>
          </a:p>
          <a:p>
            <a:pPr lvl="1"/>
            <a:r>
              <a:rPr lang="en-US" sz="2200" dirty="0"/>
              <a:t>Password change frequency</a:t>
            </a:r>
          </a:p>
          <a:p>
            <a:r>
              <a:rPr lang="en-US" dirty="0"/>
              <a:t>Group account names should reflect the group membership or the resource to which the group is assigned permissions</a:t>
            </a:r>
          </a:p>
          <a:p>
            <a:r>
              <a:rPr lang="en-US" dirty="0"/>
              <a:t>Once naming conventions have been established, stick to them</a:t>
            </a:r>
          </a:p>
          <a:p>
            <a:endParaRPr lang="en-US" dirty="0"/>
          </a:p>
        </p:txBody>
      </p:sp>
    </p:spTree>
    <p:extLst>
      <p:ext uri="{BB962C8B-B14F-4D97-AF65-F5344CB8AC3E}">
        <p14:creationId xmlns:p14="http://schemas.microsoft.com/office/powerpoint/2010/main" val="873519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CC99F-9C4F-73A7-6BCF-38E2F5846C16}"/>
              </a:ext>
            </a:extLst>
          </p:cNvPr>
          <p:cNvSpPr>
            <a:spLocks noGrp="1"/>
          </p:cNvSpPr>
          <p:nvPr>
            <p:ph type="title"/>
          </p:nvPr>
        </p:nvSpPr>
        <p:spPr/>
        <p:txBody>
          <a:bodyPr/>
          <a:lstStyle/>
          <a:p>
            <a:r>
              <a:rPr lang="en-US" dirty="0"/>
              <a:t>Working with Accounts in Windows (1 of 8)</a:t>
            </a:r>
          </a:p>
        </p:txBody>
      </p:sp>
      <p:sp>
        <p:nvSpPr>
          <p:cNvPr id="3" name="Content Placeholder 2">
            <a:extLst>
              <a:ext uri="{FF2B5EF4-FFF2-40B4-BE49-F238E27FC236}">
                <a16:creationId xmlns:a16="http://schemas.microsoft.com/office/drawing/2014/main" id="{B7FF87C1-F826-736F-A1E7-38ECA543127C}"/>
              </a:ext>
            </a:extLst>
          </p:cNvPr>
          <p:cNvSpPr>
            <a:spLocks noGrp="1"/>
          </p:cNvSpPr>
          <p:nvPr>
            <p:ph idx="1"/>
          </p:nvPr>
        </p:nvSpPr>
        <p:spPr>
          <a:xfrm>
            <a:off x="476843" y="1448435"/>
            <a:ext cx="11241915" cy="4351338"/>
          </a:xfrm>
        </p:spPr>
        <p:txBody>
          <a:bodyPr/>
          <a:lstStyle/>
          <a:p>
            <a:r>
              <a:rPr lang="en-US" dirty="0"/>
              <a:t>When Windows is first installed, </a:t>
            </a:r>
            <a:r>
              <a:rPr lang="en-US" b="1" dirty="0"/>
              <a:t>two users are created</a:t>
            </a:r>
            <a:r>
              <a:rPr lang="en-US" dirty="0"/>
              <a:t>: Administrator and Guest </a:t>
            </a:r>
          </a:p>
          <a:p>
            <a:pPr lvl="1"/>
            <a:r>
              <a:rPr lang="en-US" sz="2200" dirty="0"/>
              <a:t>On a Windows Server the Guest account is disabled and in Windows clients both Administrator and Guest are disabled</a:t>
            </a:r>
          </a:p>
          <a:p>
            <a:r>
              <a:rPr lang="en-US" dirty="0"/>
              <a:t>You create a user with administrator privileges during installation</a:t>
            </a:r>
          </a:p>
          <a:p>
            <a:r>
              <a:rPr lang="en-US" dirty="0"/>
              <a:t>The Administrator account has full access to a computer</a:t>
            </a:r>
          </a:p>
          <a:p>
            <a:r>
              <a:rPr lang="en-US" dirty="0"/>
              <a:t>In a Windows domain, the domain Administrator account’s access is extended to all computers that are domain members</a:t>
            </a:r>
          </a:p>
          <a:p>
            <a:endParaRPr lang="en-US" dirty="0"/>
          </a:p>
        </p:txBody>
      </p:sp>
    </p:spTree>
    <p:extLst>
      <p:ext uri="{BB962C8B-B14F-4D97-AF65-F5344CB8AC3E}">
        <p14:creationId xmlns:p14="http://schemas.microsoft.com/office/powerpoint/2010/main" val="1147781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8847-CCF4-B3B9-2EF3-DCAB3C153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D6A91-2432-B2E2-2FF0-DA42D562E4AD}"/>
              </a:ext>
            </a:extLst>
          </p:cNvPr>
          <p:cNvSpPr>
            <a:spLocks noGrp="1"/>
          </p:cNvSpPr>
          <p:nvPr>
            <p:ph type="title"/>
          </p:nvPr>
        </p:nvSpPr>
        <p:spPr/>
        <p:txBody>
          <a:bodyPr/>
          <a:lstStyle/>
          <a:p>
            <a:r>
              <a:rPr lang="en-US" dirty="0"/>
              <a:t>Working with Accounts in Windows (2 of 8)</a:t>
            </a:r>
          </a:p>
        </p:txBody>
      </p:sp>
      <p:sp>
        <p:nvSpPr>
          <p:cNvPr id="3" name="Content Placeholder 2">
            <a:extLst>
              <a:ext uri="{FF2B5EF4-FFF2-40B4-BE49-F238E27FC236}">
                <a16:creationId xmlns:a16="http://schemas.microsoft.com/office/drawing/2014/main" id="{6D87C86F-F6CE-F9AC-CC5B-5E8192DBCB62}"/>
              </a:ext>
            </a:extLst>
          </p:cNvPr>
          <p:cNvSpPr>
            <a:spLocks noGrp="1"/>
          </p:cNvSpPr>
          <p:nvPr>
            <p:ph idx="1"/>
          </p:nvPr>
        </p:nvSpPr>
        <p:spPr>
          <a:xfrm>
            <a:off x="476843" y="1459865"/>
            <a:ext cx="11241915" cy="4351338"/>
          </a:xfrm>
        </p:spPr>
        <p:txBody>
          <a:bodyPr/>
          <a:lstStyle/>
          <a:p>
            <a:r>
              <a:rPr lang="en-US" dirty="0"/>
              <a:t>Creating User Accounts in Windows Domains</a:t>
            </a:r>
          </a:p>
          <a:p>
            <a:pPr lvl="1"/>
            <a:r>
              <a:rPr lang="en-US" b="1" dirty="0"/>
              <a:t>Windows domain users </a:t>
            </a:r>
            <a:r>
              <a:rPr lang="en-US" dirty="0"/>
              <a:t>are created in Active Directory Users and Computers, in Active Directory Administrative Center (ADAC), or with command-line tools</a:t>
            </a:r>
          </a:p>
          <a:p>
            <a:pPr lvl="1"/>
            <a:r>
              <a:rPr lang="en-US" dirty="0"/>
              <a:t>You can create folders for organizing users and groups (called organization units or OUs)</a:t>
            </a:r>
          </a:p>
          <a:p>
            <a:pPr lvl="1"/>
            <a:r>
              <a:rPr lang="en-US" dirty="0"/>
              <a:t>Follow the steps outlined in the text to create a user</a:t>
            </a:r>
          </a:p>
          <a:p>
            <a:endParaRPr lang="en-US" dirty="0"/>
          </a:p>
        </p:txBody>
      </p:sp>
    </p:spTree>
    <p:extLst>
      <p:ext uri="{BB962C8B-B14F-4D97-AF65-F5344CB8AC3E}">
        <p14:creationId xmlns:p14="http://schemas.microsoft.com/office/powerpoint/2010/main" val="1082085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Working with Accounts in Windows (3 of 8)</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12-2  </a:t>
            </a:r>
            <a:r>
              <a:rPr lang="en-US" sz="2400" dirty="0">
                <a:latin typeface="Work Sans" pitchFamily="2" charset="0"/>
              </a:rPr>
              <a:t>Creating a user in Active Directory</a:t>
            </a:r>
          </a:p>
        </p:txBody>
      </p:sp>
      <p:pic>
        <p:nvPicPr>
          <p:cNvPr id="4" name="Picture 3" descr="A screenshot of the New Object User window in Active Directory displays the creation of a new user account in the n e t e s s corp Users directory. The First name field contains John, the Last name field contains Doe, and the Full name field displays John Doe. The User logon name is set as jdoe with the domain suffix n e t e s s corp. The pre Windows 2000 logon name is N E T E S S backslash jdoe. Below are three buttons labeled Back, Next (highlighted), and Cancel. The window has a title bar and a user icon in the top left corner.&#10;">
            <a:extLst>
              <a:ext uri="{FF2B5EF4-FFF2-40B4-BE49-F238E27FC236}">
                <a16:creationId xmlns:a16="http://schemas.microsoft.com/office/drawing/2014/main" id="{6EF241EE-0653-FF75-5C42-0DB2C9225EB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8751" y="1194547"/>
            <a:ext cx="5379162" cy="4048766"/>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32D62-241E-51ED-7D99-87EDBC090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E6B92-5B8F-3897-60C6-190D2E26C05F}"/>
              </a:ext>
            </a:extLst>
          </p:cNvPr>
          <p:cNvSpPr>
            <a:spLocks noGrp="1"/>
          </p:cNvSpPr>
          <p:nvPr>
            <p:ph type="title"/>
          </p:nvPr>
        </p:nvSpPr>
        <p:spPr/>
        <p:txBody>
          <a:bodyPr/>
          <a:lstStyle/>
          <a:p>
            <a:r>
              <a:rPr lang="en-US" dirty="0"/>
              <a:t>Working with Accounts in Windows (4 of 8)</a:t>
            </a:r>
          </a:p>
        </p:txBody>
      </p:sp>
      <p:sp>
        <p:nvSpPr>
          <p:cNvPr id="5" name="TextBox 4">
            <a:extLst>
              <a:ext uri="{FF2B5EF4-FFF2-40B4-BE49-F238E27FC236}">
                <a16:creationId xmlns:a16="http://schemas.microsoft.com/office/drawing/2014/main" id="{99F77C21-A2D0-3F83-F19A-210B33EF41FC}"/>
              </a:ext>
            </a:extLst>
          </p:cNvPr>
          <p:cNvSpPr txBox="1"/>
          <p:nvPr/>
        </p:nvSpPr>
        <p:spPr>
          <a:xfrm>
            <a:off x="7315200" y="2755013"/>
            <a:ext cx="4294598" cy="1569660"/>
          </a:xfrm>
          <a:prstGeom prst="rect">
            <a:avLst/>
          </a:prstGeom>
          <a:noFill/>
        </p:spPr>
        <p:txBody>
          <a:bodyPr wrap="square" rtlCol="0">
            <a:spAutoFit/>
          </a:bodyPr>
          <a:lstStyle/>
          <a:p>
            <a:r>
              <a:rPr lang="en-US" sz="2400" b="1" dirty="0">
                <a:latin typeface="Work Sans" pitchFamily="2" charset="0"/>
              </a:rPr>
              <a:t>Figure 12-4  </a:t>
            </a:r>
            <a:r>
              <a:rPr lang="en-US" sz="2400" dirty="0">
                <a:latin typeface="Work Sans" pitchFamily="2" charset="0"/>
              </a:rPr>
              <a:t>User properties in Active Directory (left) and in Windows 11 (right)</a:t>
            </a:r>
          </a:p>
        </p:txBody>
      </p:sp>
      <p:pic>
        <p:nvPicPr>
          <p:cNvPr id="4" name="Picture 3" descr="A screenshot displays two user properties windows. The left window, titled John Doe Properties, is from Active Directory Users and Computers. It contains multiple tabs including General, Address, Account, Profile, Telephones, and Organization. The General tab is active, displaying fields for First name as John, Last name as Doe, Display name as John Doe, and additional fields for description, office, telephone number, email, and web page. Buttons for OK, Cancel, Apply, and Help are at the bottom. The right window, titled NetAdmin Properties, appears to be from Windows 11 user management. The General tab is active, displaying the Full name as NetAdmin and a blank description field. Below, account options include checkboxes for User must change password at next logon, User cannot change password, Password never expires selected, Account is disabled, and Account is locked out. The bottom section contains buttons for OK, Cancel, Apply, and Help.&#10;">
            <a:extLst>
              <a:ext uri="{FF2B5EF4-FFF2-40B4-BE49-F238E27FC236}">
                <a16:creationId xmlns:a16="http://schemas.microsoft.com/office/drawing/2014/main" id="{6F3A4BCD-4301-C17B-BCB7-747CA3A27C7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8680" y="1115263"/>
            <a:ext cx="6446520" cy="4839425"/>
          </a:xfrm>
          <a:prstGeom prst="rect">
            <a:avLst/>
          </a:prstGeom>
        </p:spPr>
      </p:pic>
    </p:spTree>
    <p:extLst>
      <p:ext uri="{BB962C8B-B14F-4D97-AF65-F5344CB8AC3E}">
        <p14:creationId xmlns:p14="http://schemas.microsoft.com/office/powerpoint/2010/main" val="3113432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387BF-AE34-4D8D-43E9-E04A0FC27348}"/>
              </a:ext>
            </a:extLst>
          </p:cNvPr>
          <p:cNvSpPr>
            <a:spLocks noGrp="1"/>
          </p:cNvSpPr>
          <p:nvPr>
            <p:ph type="title"/>
          </p:nvPr>
        </p:nvSpPr>
        <p:spPr/>
        <p:txBody>
          <a:bodyPr/>
          <a:lstStyle/>
          <a:p>
            <a:r>
              <a:rPr lang="en-US" dirty="0"/>
              <a:t>Working with Accounts in Windows (5 of 8)</a:t>
            </a:r>
          </a:p>
        </p:txBody>
      </p:sp>
      <p:sp>
        <p:nvSpPr>
          <p:cNvPr id="3" name="Content Placeholder 2">
            <a:extLst>
              <a:ext uri="{FF2B5EF4-FFF2-40B4-BE49-F238E27FC236}">
                <a16:creationId xmlns:a16="http://schemas.microsoft.com/office/drawing/2014/main" id="{F59FCB76-A956-595F-B5DA-CBD166EF0D18}"/>
              </a:ext>
            </a:extLst>
          </p:cNvPr>
          <p:cNvSpPr>
            <a:spLocks noGrp="1"/>
          </p:cNvSpPr>
          <p:nvPr>
            <p:ph idx="1"/>
          </p:nvPr>
        </p:nvSpPr>
        <p:spPr>
          <a:xfrm>
            <a:off x="476843" y="1459865"/>
            <a:ext cx="11241915" cy="4351338"/>
          </a:xfrm>
        </p:spPr>
        <p:txBody>
          <a:bodyPr/>
          <a:lstStyle/>
          <a:p>
            <a:r>
              <a:rPr lang="en-US" dirty="0"/>
              <a:t>Creating </a:t>
            </a:r>
            <a:r>
              <a:rPr lang="en-US" b="1" dirty="0"/>
              <a:t>Group Accounts </a:t>
            </a:r>
            <a:r>
              <a:rPr lang="en-US" dirty="0"/>
              <a:t>in Windows Domains</a:t>
            </a:r>
          </a:p>
          <a:p>
            <a:pPr lvl="1"/>
            <a:r>
              <a:rPr lang="en-US" sz="2200" dirty="0"/>
              <a:t>Group accounts only require a name in order to be created</a:t>
            </a:r>
          </a:p>
          <a:p>
            <a:pPr lvl="1"/>
            <a:r>
              <a:rPr lang="en-US" sz="2200" dirty="0"/>
              <a:t>After they are created you </a:t>
            </a:r>
            <a:r>
              <a:rPr lang="en-US" sz="2200" b="1" dirty="0"/>
              <a:t>can begin adding users as members</a:t>
            </a:r>
          </a:p>
          <a:p>
            <a:pPr lvl="1"/>
            <a:r>
              <a:rPr lang="en-US" sz="2200" dirty="0"/>
              <a:t>Group scope has three options: Domain local, Global, and Universal </a:t>
            </a:r>
          </a:p>
          <a:p>
            <a:pPr lvl="1"/>
            <a:r>
              <a:rPr lang="en-US" sz="2200" dirty="0"/>
              <a:t>Group type has </a:t>
            </a:r>
            <a:r>
              <a:rPr lang="en-US" sz="2200" b="1" dirty="0"/>
              <a:t>two options</a:t>
            </a:r>
            <a:r>
              <a:rPr lang="en-US" sz="2200" dirty="0"/>
              <a:t>:</a:t>
            </a:r>
          </a:p>
          <a:p>
            <a:pPr lvl="2"/>
            <a:r>
              <a:rPr lang="en-US" sz="2200" dirty="0"/>
              <a:t>Security (default)</a:t>
            </a:r>
          </a:p>
          <a:p>
            <a:pPr lvl="2"/>
            <a:r>
              <a:rPr lang="en-US" sz="2200" dirty="0"/>
              <a:t>Distribution</a:t>
            </a:r>
          </a:p>
          <a:p>
            <a:endParaRPr lang="en-US" dirty="0"/>
          </a:p>
          <a:p>
            <a:endParaRPr lang="en-US" dirty="0"/>
          </a:p>
        </p:txBody>
      </p:sp>
    </p:spTree>
    <p:extLst>
      <p:ext uri="{BB962C8B-B14F-4D97-AF65-F5344CB8AC3E}">
        <p14:creationId xmlns:p14="http://schemas.microsoft.com/office/powerpoint/2010/main" val="2334501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A32A1-C22C-2074-8241-A3C8E704F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4B2BD-A6E4-6B44-A716-2683589C3014}"/>
              </a:ext>
            </a:extLst>
          </p:cNvPr>
          <p:cNvSpPr>
            <a:spLocks noGrp="1"/>
          </p:cNvSpPr>
          <p:nvPr>
            <p:ph type="title"/>
          </p:nvPr>
        </p:nvSpPr>
        <p:spPr/>
        <p:txBody>
          <a:bodyPr/>
          <a:lstStyle/>
          <a:p>
            <a:r>
              <a:rPr lang="en-US" dirty="0"/>
              <a:t>Working with Accounts in Windows (6 of 8)</a:t>
            </a:r>
          </a:p>
        </p:txBody>
      </p:sp>
      <p:sp>
        <p:nvSpPr>
          <p:cNvPr id="3" name="Content Placeholder 2">
            <a:extLst>
              <a:ext uri="{FF2B5EF4-FFF2-40B4-BE49-F238E27FC236}">
                <a16:creationId xmlns:a16="http://schemas.microsoft.com/office/drawing/2014/main" id="{90B5F602-051F-9098-DE2B-A7FE9E7D0E8C}"/>
              </a:ext>
            </a:extLst>
          </p:cNvPr>
          <p:cNvSpPr>
            <a:spLocks noGrp="1"/>
          </p:cNvSpPr>
          <p:nvPr>
            <p:ph idx="1"/>
          </p:nvPr>
        </p:nvSpPr>
        <p:spPr>
          <a:xfrm>
            <a:off x="473242" y="1391285"/>
            <a:ext cx="11241915" cy="4351338"/>
          </a:xfrm>
        </p:spPr>
        <p:txBody>
          <a:bodyPr/>
          <a:lstStyle/>
          <a:p>
            <a:r>
              <a:rPr lang="en-US" dirty="0"/>
              <a:t>Windows Default Groups</a:t>
            </a:r>
          </a:p>
          <a:p>
            <a:pPr lvl="1"/>
            <a:r>
              <a:rPr lang="en-US" sz="2200" dirty="0"/>
              <a:t>Default groups have </a:t>
            </a:r>
            <a:r>
              <a:rPr lang="en-US" sz="2200" b="1" dirty="0"/>
              <a:t>preassigned rights </a:t>
            </a:r>
            <a:r>
              <a:rPr lang="en-US" sz="2200" dirty="0"/>
              <a:t>that apply to all group members</a:t>
            </a:r>
          </a:p>
          <a:p>
            <a:pPr lvl="1"/>
            <a:r>
              <a:rPr lang="en-US" sz="2200" dirty="0"/>
              <a:t>Table 12-1 on the following slide shows the most important default domain local groups in Windows Server running Active Directory and the rights assigned to these groups</a:t>
            </a:r>
          </a:p>
          <a:p>
            <a:r>
              <a:rPr lang="en-US" dirty="0"/>
              <a:t>Special Identity Groups</a:t>
            </a:r>
          </a:p>
          <a:p>
            <a:pPr lvl="1"/>
            <a:r>
              <a:rPr lang="en-US" sz="2200" dirty="0"/>
              <a:t>Special identity groups don’t appear as objects in Active Directory Users and Computers or in Local Users and Groups, but they can be assigned permissions and rights</a:t>
            </a:r>
          </a:p>
          <a:p>
            <a:endParaRPr lang="en-US" dirty="0"/>
          </a:p>
          <a:p>
            <a:endParaRPr lang="en-US" dirty="0"/>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8C626419-D10C-4B69-C6CB-73D1B792D7C5}"/>
                  </a:ext>
                </a:extLst>
              </p:cNvPr>
              <p:cNvGraphicFramePr>
                <a:graphicFrameLocks noChangeAspect="1"/>
              </p:cNvGraphicFramePr>
              <p:nvPr>
                <p:extLst>
                  <p:ext uri="{D42A27DB-BD31-4B8C-83A1-F6EECF244321}">
                    <p14:modId xmlns:p14="http://schemas.microsoft.com/office/powerpoint/2010/main" val="2392209660"/>
                  </p:ext>
                </p:extLst>
              </p:nvPr>
            </p:nvGraphicFramePr>
            <p:xfrm>
              <a:off x="-3592184" y="548640"/>
              <a:ext cx="3048000" cy="1714500"/>
            </p:xfrm>
            <a:graphic>
              <a:graphicData uri="http://schemas.microsoft.com/office/powerpoint/2016/slidezoom">
                <pslz:sldZm>
                  <pslz:sldZmObj sldId="481" cId="3626364470">
                    <pslz:zmPr id="{7CE756B1-0AB4-49F0-BD23-A3CC4036E52A}"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8C626419-D10C-4B69-C6CB-73D1B792D7C5}"/>
                  </a:ext>
                </a:extLst>
              </p:cNvPr>
              <p:cNvPicPr>
                <a:picLocks noGrp="1" noRot="1" noChangeAspect="1" noMove="1" noResize="1" noEditPoints="1" noAdjustHandles="1" noChangeArrowheads="1" noChangeShapeType="1"/>
              </p:cNvPicPr>
              <p:nvPr/>
            </p:nvPicPr>
            <p:blipFill>
              <a:blip r:embed="rId3"/>
              <a:stretch>
                <a:fillRect/>
              </a:stretch>
            </p:blipFill>
            <p:spPr>
              <a:xfrm>
                <a:off x="-3592184" y="548640"/>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626364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4F31-30DD-7655-E66F-A346AA7C875E}"/>
              </a:ext>
            </a:extLst>
          </p:cNvPr>
          <p:cNvSpPr>
            <a:spLocks noGrp="1"/>
          </p:cNvSpPr>
          <p:nvPr>
            <p:ph type="title"/>
          </p:nvPr>
        </p:nvSpPr>
        <p:spPr/>
        <p:txBody>
          <a:bodyPr/>
          <a:lstStyle/>
          <a:p>
            <a:r>
              <a:rPr lang="en-US" dirty="0"/>
              <a:t>Working with Accounts in Windows (7 of 8)</a:t>
            </a:r>
          </a:p>
        </p:txBody>
      </p:sp>
      <p:graphicFrame>
        <p:nvGraphicFramePr>
          <p:cNvPr id="4" name="Content Placeholder 3">
            <a:extLst>
              <a:ext uri="{FF2B5EF4-FFF2-40B4-BE49-F238E27FC236}">
                <a16:creationId xmlns:a16="http://schemas.microsoft.com/office/drawing/2014/main" id="{22C1D4D0-E775-5137-4423-19E1B6D62496}"/>
              </a:ext>
            </a:extLst>
          </p:cNvPr>
          <p:cNvGraphicFramePr>
            <a:graphicFrameLocks noGrp="1"/>
          </p:cNvGraphicFramePr>
          <p:nvPr>
            <p:ph idx="1"/>
            <p:extLst>
              <p:ext uri="{D42A27DB-BD31-4B8C-83A1-F6EECF244321}">
                <p14:modId xmlns:p14="http://schemas.microsoft.com/office/powerpoint/2010/main" val="368263070"/>
              </p:ext>
            </p:extLst>
          </p:nvPr>
        </p:nvGraphicFramePr>
        <p:xfrm>
          <a:off x="474663" y="1737084"/>
          <a:ext cx="11242674" cy="3924102"/>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3867080849"/>
                    </a:ext>
                  </a:extLst>
                </a:gridCol>
                <a:gridCol w="8689974">
                  <a:extLst>
                    <a:ext uri="{9D8B030D-6E8A-4147-A177-3AD203B41FA5}">
                      <a16:colId xmlns:a16="http://schemas.microsoft.com/office/drawing/2014/main" val="4247262185"/>
                    </a:ext>
                  </a:extLst>
                </a:gridCol>
              </a:tblGrid>
              <a:tr h="469146">
                <a:tc>
                  <a:txBody>
                    <a:bodyPr/>
                    <a:lstStyle/>
                    <a:p>
                      <a:r>
                        <a:rPr lang="en-US" sz="1800" dirty="0"/>
                        <a:t>Group</a:t>
                      </a:r>
                    </a:p>
                  </a:txBody>
                  <a:tcPr/>
                </a:tc>
                <a:tc>
                  <a:txBody>
                    <a:bodyPr/>
                    <a:lstStyle/>
                    <a:p>
                      <a:r>
                        <a:rPr lang="en-US" sz="1800" dirty="0"/>
                        <a:t>Rights</a:t>
                      </a:r>
                    </a:p>
                  </a:txBody>
                  <a:tcPr/>
                </a:tc>
                <a:extLst>
                  <a:ext uri="{0D108BD9-81ED-4DB2-BD59-A6C34878D82A}">
                    <a16:rowId xmlns:a16="http://schemas.microsoft.com/office/drawing/2014/main" val="438205619"/>
                  </a:ext>
                </a:extLst>
              </a:tr>
              <a:tr h="469146">
                <a:tc>
                  <a:txBody>
                    <a:bodyPr/>
                    <a:lstStyle/>
                    <a:p>
                      <a:r>
                        <a:rPr lang="en-US" sz="1800" dirty="0"/>
                        <a:t>Administrators</a:t>
                      </a:r>
                    </a:p>
                  </a:txBody>
                  <a:tcPr/>
                </a:tc>
                <a:tc>
                  <a:txBody>
                    <a:bodyPr/>
                    <a:lstStyle/>
                    <a:p>
                      <a:r>
                        <a:rPr lang="en-US" sz="1800" dirty="0"/>
                        <a:t>Has complete control over the computer and domain</a:t>
                      </a:r>
                    </a:p>
                  </a:txBody>
                  <a:tcPr/>
                </a:tc>
                <a:extLst>
                  <a:ext uri="{0D108BD9-81ED-4DB2-BD59-A6C34878D82A}">
                    <a16:rowId xmlns:a16="http://schemas.microsoft.com/office/drawing/2014/main" val="3984442317"/>
                  </a:ext>
                </a:extLst>
              </a:tr>
              <a:tr h="469146">
                <a:tc>
                  <a:txBody>
                    <a:bodyPr/>
                    <a:lstStyle/>
                    <a:p>
                      <a:r>
                        <a:rPr lang="en-US" sz="1800" dirty="0"/>
                        <a:t>Account Operators</a:t>
                      </a:r>
                    </a:p>
                  </a:txBody>
                  <a:tcPr/>
                </a:tc>
                <a:tc>
                  <a:txBody>
                    <a:bodyPr/>
                    <a:lstStyle/>
                    <a:p>
                      <a:r>
                        <a:rPr lang="en-US" sz="1800" dirty="0"/>
                        <a:t>Can administer user and group accounts for the local domain</a:t>
                      </a:r>
                    </a:p>
                  </a:txBody>
                  <a:tcPr/>
                </a:tc>
                <a:extLst>
                  <a:ext uri="{0D108BD9-81ED-4DB2-BD59-A6C34878D82A}">
                    <a16:rowId xmlns:a16="http://schemas.microsoft.com/office/drawing/2014/main" val="2724381996"/>
                  </a:ext>
                </a:extLst>
              </a:tr>
              <a:tr h="469146">
                <a:tc>
                  <a:txBody>
                    <a:bodyPr/>
                    <a:lstStyle/>
                    <a:p>
                      <a:r>
                        <a:rPr lang="en-US" sz="1800" dirty="0"/>
                        <a:t>Backup Operators</a:t>
                      </a:r>
                    </a:p>
                  </a:txBody>
                  <a:tcPr/>
                </a:tc>
                <a:tc>
                  <a:txBody>
                    <a:bodyPr/>
                    <a:lstStyle/>
                    <a:p>
                      <a:r>
                        <a:rPr lang="en-US" sz="1800" dirty="0"/>
                        <a:t>Can back up and restore files that users normally can’t access</a:t>
                      </a:r>
                    </a:p>
                  </a:txBody>
                  <a:tcPr/>
                </a:tc>
                <a:extLst>
                  <a:ext uri="{0D108BD9-81ED-4DB2-BD59-A6C34878D82A}">
                    <a16:rowId xmlns:a16="http://schemas.microsoft.com/office/drawing/2014/main" val="967791817"/>
                  </a:ext>
                </a:extLst>
              </a:tr>
              <a:tr h="469146">
                <a:tc>
                  <a:txBody>
                    <a:bodyPr/>
                    <a:lstStyle/>
                    <a:p>
                      <a:r>
                        <a:rPr lang="en-US" sz="1800" dirty="0"/>
                        <a:t>Guests</a:t>
                      </a:r>
                    </a:p>
                  </a:txBody>
                  <a:tcPr/>
                </a:tc>
                <a:tc>
                  <a:txBody>
                    <a:bodyPr/>
                    <a:lstStyle/>
                    <a:p>
                      <a:r>
                        <a:rPr lang="en-US" sz="1800" dirty="0"/>
                        <a:t>Is allowed guest access to domain resources; same access as the Users group</a:t>
                      </a:r>
                    </a:p>
                  </a:txBody>
                  <a:tcPr/>
                </a:tc>
                <a:extLst>
                  <a:ext uri="{0D108BD9-81ED-4DB2-BD59-A6C34878D82A}">
                    <a16:rowId xmlns:a16="http://schemas.microsoft.com/office/drawing/2014/main" val="615751773"/>
                  </a:ext>
                </a:extLst>
              </a:tr>
              <a:tr h="469146">
                <a:tc>
                  <a:txBody>
                    <a:bodyPr/>
                    <a:lstStyle/>
                    <a:p>
                      <a:r>
                        <a:rPr lang="en-US" sz="1800" dirty="0"/>
                        <a:t>Print Operators</a:t>
                      </a:r>
                    </a:p>
                  </a:txBody>
                  <a:tcPr/>
                </a:tc>
                <a:tc>
                  <a:txBody>
                    <a:bodyPr/>
                    <a:lstStyle/>
                    <a:p>
                      <a:r>
                        <a:rPr lang="en-US" sz="1800" dirty="0"/>
                        <a:t>Can add, delete, and manage domain printers</a:t>
                      </a:r>
                    </a:p>
                  </a:txBody>
                  <a:tcPr/>
                </a:tc>
                <a:extLst>
                  <a:ext uri="{0D108BD9-81ED-4DB2-BD59-A6C34878D82A}">
                    <a16:rowId xmlns:a16="http://schemas.microsoft.com/office/drawing/2014/main" val="2654473963"/>
                  </a:ext>
                </a:extLst>
              </a:tr>
              <a:tr h="469146">
                <a:tc>
                  <a:txBody>
                    <a:bodyPr/>
                    <a:lstStyle/>
                    <a:p>
                      <a:r>
                        <a:rPr lang="en-US" sz="1800" dirty="0"/>
                        <a:t>Server Operators</a:t>
                      </a:r>
                    </a:p>
                  </a:txBody>
                  <a:tcPr/>
                </a:tc>
                <a:tc>
                  <a:txBody>
                    <a:bodyPr/>
                    <a:lstStyle/>
                    <a:p>
                      <a:r>
                        <a:rPr lang="en-US" sz="1800" dirty="0"/>
                        <a:t>Can administer domain servers</a:t>
                      </a:r>
                    </a:p>
                  </a:txBody>
                  <a:tcPr/>
                </a:tc>
                <a:extLst>
                  <a:ext uri="{0D108BD9-81ED-4DB2-BD59-A6C34878D82A}">
                    <a16:rowId xmlns:a16="http://schemas.microsoft.com/office/drawing/2014/main" val="2484209722"/>
                  </a:ext>
                </a:extLst>
              </a:tr>
              <a:tr h="469146">
                <a:tc>
                  <a:txBody>
                    <a:bodyPr/>
                    <a:lstStyle/>
                    <a:p>
                      <a:r>
                        <a:rPr lang="en-US" sz="1800" dirty="0"/>
                        <a:t>Users</a:t>
                      </a:r>
                    </a:p>
                  </a:txBody>
                  <a:tcPr/>
                </a:tc>
                <a:tc>
                  <a:txBody>
                    <a:bodyPr/>
                    <a:lstStyle/>
                    <a:p>
                      <a:r>
                        <a:rPr lang="en-US" sz="1800" dirty="0"/>
                        <a:t>Has default access rights that ordinary user accounts have</a:t>
                      </a:r>
                    </a:p>
                  </a:txBody>
                  <a:tcPr/>
                </a:tc>
                <a:extLst>
                  <a:ext uri="{0D108BD9-81ED-4DB2-BD59-A6C34878D82A}">
                    <a16:rowId xmlns:a16="http://schemas.microsoft.com/office/drawing/2014/main" val="1967607748"/>
                  </a:ext>
                </a:extLst>
              </a:tr>
            </a:tbl>
          </a:graphicData>
        </a:graphic>
      </p:graphicFrame>
      <p:sp>
        <p:nvSpPr>
          <p:cNvPr id="5" name="TextBox 4">
            <a:extLst>
              <a:ext uri="{FF2B5EF4-FFF2-40B4-BE49-F238E27FC236}">
                <a16:creationId xmlns:a16="http://schemas.microsoft.com/office/drawing/2014/main" id="{18B68780-3154-71BC-61F4-F5238B5371D7}"/>
              </a:ext>
            </a:extLst>
          </p:cNvPr>
          <p:cNvSpPr txBox="1"/>
          <p:nvPr/>
        </p:nvSpPr>
        <p:spPr>
          <a:xfrm>
            <a:off x="476843" y="1367752"/>
            <a:ext cx="6031651" cy="369332"/>
          </a:xfrm>
          <a:prstGeom prst="rect">
            <a:avLst/>
          </a:prstGeom>
          <a:noFill/>
        </p:spPr>
        <p:txBody>
          <a:bodyPr wrap="none" rtlCol="0">
            <a:spAutoFit/>
          </a:bodyPr>
          <a:lstStyle/>
          <a:p>
            <a:r>
              <a:rPr lang="en-US" b="1" dirty="0"/>
              <a:t>Table 12-1  </a:t>
            </a:r>
            <a:r>
              <a:rPr lang="en-US" dirty="0"/>
              <a:t>Some Windows Server default domain local groups</a:t>
            </a:r>
          </a:p>
        </p:txBody>
      </p:sp>
    </p:spTree>
    <p:extLst>
      <p:ext uri="{BB962C8B-B14F-4D97-AF65-F5344CB8AC3E}">
        <p14:creationId xmlns:p14="http://schemas.microsoft.com/office/powerpoint/2010/main" val="2614503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4CF60-0442-814F-15B7-0C66F9FF5968}"/>
              </a:ext>
            </a:extLst>
          </p:cNvPr>
          <p:cNvSpPr>
            <a:spLocks noGrp="1"/>
          </p:cNvSpPr>
          <p:nvPr>
            <p:ph type="title"/>
          </p:nvPr>
        </p:nvSpPr>
        <p:spPr/>
        <p:txBody>
          <a:bodyPr/>
          <a:lstStyle/>
          <a:p>
            <a:r>
              <a:rPr lang="en-US" dirty="0"/>
              <a:t>Working with Accounts in Windows (8 of 8)</a:t>
            </a:r>
          </a:p>
        </p:txBody>
      </p:sp>
      <p:sp>
        <p:nvSpPr>
          <p:cNvPr id="3" name="Content Placeholder 2">
            <a:extLst>
              <a:ext uri="{FF2B5EF4-FFF2-40B4-BE49-F238E27FC236}">
                <a16:creationId xmlns:a16="http://schemas.microsoft.com/office/drawing/2014/main" id="{B98128A7-D2F0-F17F-2647-A8A410764195}"/>
              </a:ext>
            </a:extLst>
          </p:cNvPr>
          <p:cNvSpPr>
            <a:spLocks noGrp="1"/>
          </p:cNvSpPr>
          <p:nvPr>
            <p:ph idx="1"/>
          </p:nvPr>
        </p:nvSpPr>
        <p:spPr>
          <a:xfrm>
            <a:off x="476843" y="1356995"/>
            <a:ext cx="11241915" cy="4166672"/>
          </a:xfrm>
        </p:spPr>
        <p:txBody>
          <a:bodyPr/>
          <a:lstStyle/>
          <a:p>
            <a:r>
              <a:rPr lang="en-US" dirty="0"/>
              <a:t>A </a:t>
            </a:r>
            <a:r>
              <a:rPr lang="en-US" b="1" dirty="0"/>
              <a:t>user profile </a:t>
            </a:r>
            <a:r>
              <a:rPr lang="en-US" dirty="0"/>
              <a:t>is a collection of user’s personal files and </a:t>
            </a:r>
            <a:r>
              <a:rPr lang="en-US" b="1" dirty="0"/>
              <a:t>settings</a:t>
            </a:r>
            <a:r>
              <a:rPr lang="en-US" dirty="0"/>
              <a:t> that define their working environment</a:t>
            </a:r>
          </a:p>
          <a:p>
            <a:pPr lvl="1"/>
            <a:r>
              <a:rPr lang="en-US" sz="2200" dirty="0"/>
              <a:t>A user profile stored on the same system where the user logs on is called a </a:t>
            </a:r>
            <a:r>
              <a:rPr lang="en-US" sz="2200" b="1" dirty="0"/>
              <a:t>local profile</a:t>
            </a:r>
          </a:p>
          <a:p>
            <a:pPr lvl="1"/>
            <a:r>
              <a:rPr lang="en-US" sz="2200" dirty="0"/>
              <a:t>When logging off, </a:t>
            </a:r>
            <a:r>
              <a:rPr lang="en-US" sz="2200" b="1" dirty="0"/>
              <a:t>profile settings are saved in their local profiles </a:t>
            </a:r>
            <a:r>
              <a:rPr lang="en-US" sz="2200" dirty="0"/>
              <a:t>so that all their settings are preserved</a:t>
            </a:r>
          </a:p>
          <a:p>
            <a:pPr lvl="1"/>
            <a:r>
              <a:rPr lang="en-US" sz="2200" dirty="0"/>
              <a:t>If administrators want to make users’ profiles available on any computer they log on to, they can set up </a:t>
            </a:r>
            <a:r>
              <a:rPr lang="en-US" sz="2200" b="1" dirty="0"/>
              <a:t>roaming profiles</a:t>
            </a:r>
          </a:p>
          <a:p>
            <a:pPr lvl="1"/>
            <a:r>
              <a:rPr lang="en-US" sz="2200" dirty="0"/>
              <a:t>Mandatory profiles discard a user’s profile changes at log off so the profile is always </a:t>
            </a:r>
            <a:r>
              <a:rPr lang="en-US" sz="2200"/>
              <a:t>the same</a:t>
            </a:r>
            <a:endParaRPr lang="en-US" sz="2200" dirty="0"/>
          </a:p>
          <a:p>
            <a:endParaRPr lang="en-US" dirty="0"/>
          </a:p>
        </p:txBody>
      </p:sp>
      <p:sp>
        <p:nvSpPr>
          <p:cNvPr id="5" name="TextBox 4">
            <a:extLst>
              <a:ext uri="{FF2B5EF4-FFF2-40B4-BE49-F238E27FC236}">
                <a16:creationId xmlns:a16="http://schemas.microsoft.com/office/drawing/2014/main" id="{AE26FB96-4608-A4A1-BEC8-3C7B2747BE22}"/>
              </a:ext>
            </a:extLst>
          </p:cNvPr>
          <p:cNvSpPr txBox="1"/>
          <p:nvPr/>
        </p:nvSpPr>
        <p:spPr>
          <a:xfrm>
            <a:off x="4294823" y="5649397"/>
            <a:ext cx="6097904" cy="523220"/>
          </a:xfrm>
          <a:prstGeom prst="rect">
            <a:avLst/>
          </a:prstGeom>
          <a:noFill/>
        </p:spPr>
        <p:txBody>
          <a:bodyPr wrap="square">
            <a:spAutoFit/>
          </a:bodyPr>
          <a:lstStyle/>
          <a:p>
            <a:r>
              <a:rPr lang="en-US" sz="2800">
                <a:hlinkClick r:id="rId2"/>
              </a:rPr>
              <a:t>youtube.com/watch?v=OfXJlmuoc20</a:t>
            </a:r>
            <a:endParaRPr lang="en-US" sz="2800"/>
          </a:p>
        </p:txBody>
      </p:sp>
    </p:spTree>
    <p:extLst>
      <p:ext uri="{BB962C8B-B14F-4D97-AF65-F5344CB8AC3E}">
        <p14:creationId xmlns:p14="http://schemas.microsoft.com/office/powerpoint/2010/main" val="3181575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AE93-F37B-10EB-C7A1-2EF30B42F0AA}"/>
              </a:ext>
            </a:extLst>
          </p:cNvPr>
          <p:cNvSpPr>
            <a:spLocks noGrp="1"/>
          </p:cNvSpPr>
          <p:nvPr>
            <p:ph type="title"/>
          </p:nvPr>
        </p:nvSpPr>
        <p:spPr/>
        <p:txBody>
          <a:bodyPr/>
          <a:lstStyle/>
          <a:p>
            <a:r>
              <a:rPr lang="en-US" dirty="0"/>
              <a:t>Working with Accounts in Linux (1 of 3)</a:t>
            </a:r>
          </a:p>
        </p:txBody>
      </p:sp>
      <p:sp>
        <p:nvSpPr>
          <p:cNvPr id="3" name="Content Placeholder 2">
            <a:extLst>
              <a:ext uri="{FF2B5EF4-FFF2-40B4-BE49-F238E27FC236}">
                <a16:creationId xmlns:a16="http://schemas.microsoft.com/office/drawing/2014/main" id="{E37CE877-62D3-AFA3-F47B-03A73B249F24}"/>
              </a:ext>
            </a:extLst>
          </p:cNvPr>
          <p:cNvSpPr>
            <a:spLocks noGrp="1"/>
          </p:cNvSpPr>
          <p:nvPr>
            <p:ph idx="1"/>
          </p:nvPr>
        </p:nvSpPr>
        <p:spPr>
          <a:xfrm>
            <a:off x="476843" y="1368425"/>
            <a:ext cx="11241915" cy="4351338"/>
          </a:xfrm>
        </p:spPr>
        <p:txBody>
          <a:bodyPr/>
          <a:lstStyle/>
          <a:p>
            <a:r>
              <a:rPr lang="en-US" b="1" dirty="0"/>
              <a:t>User and group accounts </a:t>
            </a:r>
            <a:r>
              <a:rPr lang="en-US" dirty="0"/>
              <a:t>in </a:t>
            </a:r>
            <a:r>
              <a:rPr lang="en-US" b="1" dirty="0"/>
              <a:t>Linux</a:t>
            </a:r>
            <a:r>
              <a:rPr lang="en-US" dirty="0"/>
              <a:t> are used for the same purpose as Windows: user authentication and authorization</a:t>
            </a:r>
          </a:p>
          <a:p>
            <a:r>
              <a:rPr lang="en-US" dirty="0"/>
              <a:t>Linux OSs also have a default user who has full control over the system—named “</a:t>
            </a:r>
            <a:r>
              <a:rPr lang="en-US" b="1" dirty="0"/>
              <a:t>root</a:t>
            </a:r>
            <a:r>
              <a:rPr lang="en-US" dirty="0"/>
              <a:t>”</a:t>
            </a:r>
          </a:p>
          <a:p>
            <a:r>
              <a:rPr lang="en-US" dirty="0"/>
              <a:t>Most Linux administration takes place at the </a:t>
            </a:r>
            <a:r>
              <a:rPr lang="en-US" b="1" dirty="0"/>
              <a:t>command line</a:t>
            </a:r>
          </a:p>
          <a:p>
            <a:r>
              <a:rPr lang="en-US" dirty="0">
                <a:latin typeface="Courier New" panose="02070309020205020404" pitchFamily="49" charset="0"/>
                <a:cs typeface="Courier New" panose="02070309020205020404" pitchFamily="49" charset="0"/>
              </a:rPr>
              <a:t>useradd </a:t>
            </a:r>
            <a:r>
              <a:rPr lang="en-US" i="1" dirty="0">
                <a:latin typeface="Courier New" panose="02070309020205020404" pitchFamily="49" charset="0"/>
                <a:cs typeface="Courier New" panose="02070309020205020404" pitchFamily="49" charset="0"/>
              </a:rPr>
              <a:t>newuser</a:t>
            </a:r>
            <a:r>
              <a:rPr lang="en-US" dirty="0">
                <a:latin typeface="Courier New" panose="02070309020205020404" pitchFamily="49" charset="0"/>
                <a:cs typeface="Courier New" panose="02070309020205020404" pitchFamily="49" charset="0"/>
              </a:rPr>
              <a:t> </a:t>
            </a:r>
            <a:r>
              <a:rPr lang="en-US" dirty="0"/>
              <a:t>(replace newuser with the logon name for the user account you’re creating) command creates a new user</a:t>
            </a:r>
          </a:p>
          <a:p>
            <a:r>
              <a:rPr lang="en-US" dirty="0"/>
              <a:t>You will then create a password for the user with the </a:t>
            </a:r>
            <a:r>
              <a:rPr lang="en-US" dirty="0">
                <a:latin typeface="Courier New" panose="02070309020205020404" pitchFamily="49" charset="0"/>
                <a:cs typeface="Courier New" panose="02070309020205020404" pitchFamily="49" charset="0"/>
              </a:rPr>
              <a:t>passwd </a:t>
            </a:r>
            <a:r>
              <a:rPr lang="en-US" i="1" dirty="0">
                <a:latin typeface="Courier New" panose="02070309020205020404" pitchFamily="49" charset="0"/>
                <a:cs typeface="Courier New" panose="02070309020205020404" pitchFamily="49" charset="0"/>
              </a:rPr>
              <a:t>newuser</a:t>
            </a:r>
            <a:r>
              <a:rPr lang="en-US" dirty="0">
                <a:latin typeface="Courier New" panose="02070309020205020404" pitchFamily="49" charset="0"/>
                <a:cs typeface="Courier New" panose="02070309020205020404" pitchFamily="49" charset="0"/>
              </a:rPr>
              <a:t> </a:t>
            </a:r>
            <a:r>
              <a:rPr lang="en-US" dirty="0"/>
              <a:t>command</a:t>
            </a:r>
          </a:p>
          <a:p>
            <a:endParaRPr lang="en-US" dirty="0"/>
          </a:p>
        </p:txBody>
      </p:sp>
    </p:spTree>
    <p:extLst>
      <p:ext uri="{BB962C8B-B14F-4D97-AF65-F5344CB8AC3E}">
        <p14:creationId xmlns:p14="http://schemas.microsoft.com/office/powerpoint/2010/main" val="3733839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97E0-A5B5-D256-8D11-5F53A2911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6D1C3-7D45-5B3F-F9F3-42654B9DF4E3}"/>
              </a:ext>
            </a:extLst>
          </p:cNvPr>
          <p:cNvSpPr>
            <a:spLocks noGrp="1"/>
          </p:cNvSpPr>
          <p:nvPr>
            <p:ph type="title"/>
          </p:nvPr>
        </p:nvSpPr>
        <p:spPr/>
        <p:txBody>
          <a:bodyPr/>
          <a:lstStyle/>
          <a:p>
            <a:r>
              <a:rPr lang="en-US" dirty="0"/>
              <a:t>Working with Accounts in Linux (2 of 3)</a:t>
            </a:r>
          </a:p>
        </p:txBody>
      </p:sp>
      <p:sp>
        <p:nvSpPr>
          <p:cNvPr id="3" name="Content Placeholder 2">
            <a:extLst>
              <a:ext uri="{FF2B5EF4-FFF2-40B4-BE49-F238E27FC236}">
                <a16:creationId xmlns:a16="http://schemas.microsoft.com/office/drawing/2014/main" id="{BB07794D-DF7E-05E9-6817-0FCFAECC048A}"/>
              </a:ext>
            </a:extLst>
          </p:cNvPr>
          <p:cNvSpPr>
            <a:spLocks noGrp="1"/>
          </p:cNvSpPr>
          <p:nvPr>
            <p:ph idx="1"/>
          </p:nvPr>
        </p:nvSpPr>
        <p:spPr>
          <a:xfrm>
            <a:off x="476843" y="1690692"/>
            <a:ext cx="11241915" cy="4351338"/>
          </a:xfrm>
        </p:spPr>
        <p:txBody>
          <a:bodyPr/>
          <a:lstStyle/>
          <a:p>
            <a:r>
              <a:rPr lang="en-US" dirty="0"/>
              <a:t>All users must belong to at least one group in Linux</a:t>
            </a:r>
          </a:p>
          <a:p>
            <a:r>
              <a:rPr lang="en-US" dirty="0"/>
              <a:t>When a new user is created, a new group with the same name is also created and the user is made a member</a:t>
            </a:r>
          </a:p>
          <a:p>
            <a:r>
              <a:rPr lang="en-US" dirty="0"/>
              <a:t>Use the </a:t>
            </a:r>
            <a:r>
              <a:rPr lang="en-US" dirty="0">
                <a:latin typeface="Courier New" panose="02070309020205020404" pitchFamily="49" charset="0"/>
                <a:cs typeface="Courier New" panose="02070309020205020404" pitchFamily="49" charset="0"/>
              </a:rPr>
              <a:t>groupadd</a:t>
            </a:r>
            <a:r>
              <a:rPr lang="en-US" dirty="0"/>
              <a:t> command to create groups</a:t>
            </a:r>
          </a:p>
          <a:p>
            <a:r>
              <a:rPr lang="en-US" dirty="0"/>
              <a:t>To add users to a group:</a:t>
            </a:r>
          </a:p>
          <a:p>
            <a:pPr lvl="1"/>
            <a:r>
              <a:rPr lang="en-US" dirty="0">
                <a:latin typeface="Courier New" panose="02070309020205020404" pitchFamily="49" charset="0"/>
                <a:cs typeface="Courier New" panose="02070309020205020404" pitchFamily="49" charset="0"/>
              </a:rPr>
              <a:t>useradd </a:t>
            </a:r>
            <a:r>
              <a:rPr lang="en-US" i="1" dirty="0">
                <a:latin typeface="Courier New" panose="02070309020205020404" pitchFamily="49" charset="0"/>
                <a:cs typeface="Courier New" panose="02070309020205020404" pitchFamily="49" charset="0"/>
              </a:rPr>
              <a:t>username groupname</a:t>
            </a:r>
          </a:p>
          <a:p>
            <a:r>
              <a:rPr lang="en-US" dirty="0"/>
              <a:t>Many </a:t>
            </a:r>
            <a:r>
              <a:rPr lang="en-US" b="1" dirty="0"/>
              <a:t>administrators prefer the command-line method </a:t>
            </a:r>
            <a:r>
              <a:rPr lang="en-US" dirty="0"/>
              <a:t>for creating users because they can import user information from a text file</a:t>
            </a:r>
          </a:p>
          <a:p>
            <a:endParaRPr lang="en-US" dirty="0"/>
          </a:p>
        </p:txBody>
      </p:sp>
    </p:spTree>
    <p:extLst>
      <p:ext uri="{BB962C8B-B14F-4D97-AF65-F5344CB8AC3E}">
        <p14:creationId xmlns:p14="http://schemas.microsoft.com/office/powerpoint/2010/main" val="402400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1BB0-E40C-8AFA-4BE5-DCAB5455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1AFE2-5183-E39C-6A38-66F3A0B9FCAE}"/>
              </a:ext>
            </a:extLst>
          </p:cNvPr>
          <p:cNvSpPr>
            <a:spLocks noGrp="1"/>
          </p:cNvSpPr>
          <p:nvPr>
            <p:ph type="title"/>
          </p:nvPr>
        </p:nvSpPr>
        <p:spPr/>
        <p:txBody>
          <a:bodyPr/>
          <a:lstStyle/>
          <a:p>
            <a:r>
              <a:rPr lang="en-US" dirty="0"/>
              <a:t>Working with Accounts in Linux (3 of 3)</a:t>
            </a:r>
          </a:p>
        </p:txBody>
      </p:sp>
      <p:sp>
        <p:nvSpPr>
          <p:cNvPr id="5" name="TextBox 4">
            <a:extLst>
              <a:ext uri="{FF2B5EF4-FFF2-40B4-BE49-F238E27FC236}">
                <a16:creationId xmlns:a16="http://schemas.microsoft.com/office/drawing/2014/main" id="{67F29E93-1DBB-F25F-2A14-40F514F0EA90}"/>
              </a:ext>
            </a:extLst>
          </p:cNvPr>
          <p:cNvSpPr txBox="1"/>
          <p:nvPr/>
        </p:nvSpPr>
        <p:spPr>
          <a:xfrm>
            <a:off x="7315200" y="2828835"/>
            <a:ext cx="4294598" cy="1569660"/>
          </a:xfrm>
          <a:prstGeom prst="rect">
            <a:avLst/>
          </a:prstGeom>
          <a:noFill/>
        </p:spPr>
        <p:txBody>
          <a:bodyPr wrap="square" rtlCol="0">
            <a:spAutoFit/>
          </a:bodyPr>
          <a:lstStyle/>
          <a:p>
            <a:r>
              <a:rPr lang="en-US" sz="2400" b="1" dirty="0">
                <a:latin typeface="Work Sans" pitchFamily="2" charset="0"/>
              </a:rPr>
              <a:t>Figure 12-8  </a:t>
            </a:r>
            <a:r>
              <a:rPr lang="en-US" sz="2400" dirty="0">
                <a:latin typeface="Work Sans" pitchFamily="2" charset="0"/>
              </a:rPr>
              <a:t>The Users and Groups app in Ubuntu Linux</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screenshot of the Users Settings window in Ubuntu Linux displays the user and group management options. The left panel lists the options, such as users, including Greg Tomsho, selected and highlighted with the username gtomsho, and R D P user below with the username r d p user. The right panel features the selected user's details with a Change button next to the name. An overlay window titled Groups settings lists system groups, including a d m, audio, avahi, backup, bin, and bluetooth. Buttons on the right allow managing groups with Add, Properties, and Delete options. The bottom section contains Help and Close buttons. The Users Settings window also has buttons for Add, Delete, Manage Groups, Advanced Settings, and Close at the bottom. The interface has a dark theme.&#10;">
            <a:extLst>
              <a:ext uri="{FF2B5EF4-FFF2-40B4-BE49-F238E27FC236}">
                <a16:creationId xmlns:a16="http://schemas.microsoft.com/office/drawing/2014/main" id="{D6DF6151-6E7F-9AB2-D064-AD8FF06F5FB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1005" y="1685513"/>
            <a:ext cx="5095844" cy="3831203"/>
          </a:xfrm>
          <a:prstGeom prst="rect">
            <a:avLst/>
          </a:prstGeom>
        </p:spPr>
      </p:pic>
    </p:spTree>
    <p:extLst>
      <p:ext uri="{BB962C8B-B14F-4D97-AF65-F5344CB8AC3E}">
        <p14:creationId xmlns:p14="http://schemas.microsoft.com/office/powerpoint/2010/main" val="2650013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66DE7-5246-AE94-05C4-78DBF4BD2CD2}"/>
              </a:ext>
            </a:extLst>
          </p:cNvPr>
          <p:cNvSpPr>
            <a:spLocks noGrp="1"/>
          </p:cNvSpPr>
          <p:nvPr>
            <p:ph type="title"/>
          </p:nvPr>
        </p:nvSpPr>
        <p:spPr/>
        <p:txBody>
          <a:bodyPr/>
          <a:lstStyle/>
          <a:p>
            <a:r>
              <a:rPr lang="en-US" dirty="0"/>
              <a:t>Storage and File Management</a:t>
            </a:r>
          </a:p>
        </p:txBody>
      </p:sp>
      <p:sp>
        <p:nvSpPr>
          <p:cNvPr id="3" name="Content Placeholder 2">
            <a:extLst>
              <a:ext uri="{FF2B5EF4-FFF2-40B4-BE49-F238E27FC236}">
                <a16:creationId xmlns:a16="http://schemas.microsoft.com/office/drawing/2014/main" id="{374867E1-E373-6C63-2C12-7FC813CA0511}"/>
              </a:ext>
            </a:extLst>
          </p:cNvPr>
          <p:cNvSpPr>
            <a:spLocks noGrp="1"/>
          </p:cNvSpPr>
          <p:nvPr>
            <p:ph idx="1"/>
          </p:nvPr>
        </p:nvSpPr>
        <p:spPr>
          <a:xfrm>
            <a:off x="473242" y="1505585"/>
            <a:ext cx="11241915" cy="4351338"/>
          </a:xfrm>
        </p:spPr>
        <p:txBody>
          <a:bodyPr/>
          <a:lstStyle/>
          <a:p>
            <a:r>
              <a:rPr lang="en-US" b="1" dirty="0"/>
              <a:t>Network administrators </a:t>
            </a:r>
            <a:r>
              <a:rPr lang="en-US" dirty="0"/>
              <a:t>need to:</a:t>
            </a:r>
          </a:p>
          <a:p>
            <a:pPr lvl="1"/>
            <a:r>
              <a:rPr lang="en-US" dirty="0"/>
              <a:t>Make sure enough </a:t>
            </a:r>
            <a:r>
              <a:rPr lang="en-US" b="1" dirty="0"/>
              <a:t>storage</a:t>
            </a:r>
            <a:r>
              <a:rPr lang="en-US" dirty="0"/>
              <a:t> space is available to store files needed</a:t>
            </a:r>
          </a:p>
          <a:p>
            <a:pPr lvl="1"/>
            <a:r>
              <a:rPr lang="en-US" dirty="0"/>
              <a:t>Manage who has </a:t>
            </a:r>
            <a:r>
              <a:rPr lang="en-US" b="1" dirty="0"/>
              <a:t>access</a:t>
            </a:r>
            <a:r>
              <a:rPr lang="en-US" dirty="0"/>
              <a:t> to file storage</a:t>
            </a:r>
          </a:p>
          <a:p>
            <a:pPr lvl="1"/>
            <a:r>
              <a:rPr lang="en-US" dirty="0"/>
              <a:t>Prevent users from storing inappropriate types of data on company servers</a:t>
            </a:r>
          </a:p>
          <a:p>
            <a:r>
              <a:rPr lang="en-US" dirty="0"/>
              <a:t>Locally attached storage is a device, such as a hard disk, that is connected to a storage controller on the server</a:t>
            </a:r>
          </a:p>
          <a:p>
            <a:endParaRPr lang="en-US" dirty="0"/>
          </a:p>
        </p:txBody>
      </p:sp>
    </p:spTree>
    <p:extLst>
      <p:ext uri="{BB962C8B-B14F-4D97-AF65-F5344CB8AC3E}">
        <p14:creationId xmlns:p14="http://schemas.microsoft.com/office/powerpoint/2010/main" val="810987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6AC7E-8E4C-BA8D-24C4-5C85697C4575}"/>
              </a:ext>
            </a:extLst>
          </p:cNvPr>
          <p:cNvSpPr>
            <a:spLocks noGrp="1"/>
          </p:cNvSpPr>
          <p:nvPr>
            <p:ph type="title"/>
          </p:nvPr>
        </p:nvSpPr>
        <p:spPr/>
        <p:txBody>
          <a:bodyPr/>
          <a:lstStyle/>
          <a:p>
            <a:r>
              <a:rPr lang="en-US" dirty="0"/>
              <a:t>Volumes and Partitions (1 of 2)</a:t>
            </a:r>
          </a:p>
        </p:txBody>
      </p:sp>
      <p:sp>
        <p:nvSpPr>
          <p:cNvPr id="3" name="Content Placeholder 2">
            <a:extLst>
              <a:ext uri="{FF2B5EF4-FFF2-40B4-BE49-F238E27FC236}">
                <a16:creationId xmlns:a16="http://schemas.microsoft.com/office/drawing/2014/main" id="{B32F0314-F6E3-30DA-EF8D-FAFD83335ADD}"/>
              </a:ext>
            </a:extLst>
          </p:cNvPr>
          <p:cNvSpPr>
            <a:spLocks noGrp="1"/>
          </p:cNvSpPr>
          <p:nvPr>
            <p:ph idx="1"/>
          </p:nvPr>
        </p:nvSpPr>
        <p:spPr>
          <a:xfrm>
            <a:off x="473242" y="1471295"/>
            <a:ext cx="11241915" cy="4351338"/>
          </a:xfrm>
        </p:spPr>
        <p:txBody>
          <a:bodyPr/>
          <a:lstStyle/>
          <a:p>
            <a:r>
              <a:rPr lang="en-US" dirty="0"/>
              <a:t>A </a:t>
            </a:r>
            <a:r>
              <a:rPr lang="en-US" b="1" dirty="0"/>
              <a:t>volume</a:t>
            </a:r>
            <a:r>
              <a:rPr lang="en-US" dirty="0"/>
              <a:t> is part or all of the space on one or more disks that contains (or is ready to contain) a file system</a:t>
            </a:r>
          </a:p>
          <a:p>
            <a:pPr lvl="1"/>
            <a:r>
              <a:rPr lang="en-US" sz="2200" dirty="0"/>
              <a:t>In Windows, volumes with file systems are assigned a drive letter</a:t>
            </a:r>
          </a:p>
          <a:p>
            <a:pPr lvl="1"/>
            <a:r>
              <a:rPr lang="en-US" sz="2200" dirty="0"/>
              <a:t>In Linux, volumes are accessed as though they were a folder</a:t>
            </a:r>
          </a:p>
          <a:p>
            <a:r>
              <a:rPr lang="en-US" dirty="0"/>
              <a:t>In Windows, a </a:t>
            </a:r>
            <a:r>
              <a:rPr lang="en-US" b="1" dirty="0"/>
              <a:t>basic disk </a:t>
            </a:r>
            <a:r>
              <a:rPr lang="en-US" dirty="0"/>
              <a:t>can be divided into one to four partitions</a:t>
            </a:r>
          </a:p>
          <a:p>
            <a:pPr lvl="1"/>
            <a:r>
              <a:rPr lang="en-US" sz="2200" dirty="0"/>
              <a:t>A </a:t>
            </a:r>
            <a:r>
              <a:rPr lang="en-US" sz="2200" b="1" dirty="0"/>
              <a:t>primary partition </a:t>
            </a:r>
            <a:r>
              <a:rPr lang="en-US" sz="2200" dirty="0"/>
              <a:t>can be formatted with a file system and assigned a drive letter (considered a volume)</a:t>
            </a:r>
          </a:p>
          <a:p>
            <a:pPr lvl="1"/>
            <a:r>
              <a:rPr lang="en-US" sz="2200" dirty="0"/>
              <a:t>An </a:t>
            </a:r>
            <a:r>
              <a:rPr lang="en-US" sz="2200" b="1" dirty="0"/>
              <a:t>extended partition </a:t>
            </a:r>
            <a:r>
              <a:rPr lang="en-US" sz="2200" dirty="0"/>
              <a:t>is divided into one or more logical drives that can be formatted and assigned a drive letter (considered a volume)</a:t>
            </a:r>
          </a:p>
          <a:p>
            <a:endParaRPr lang="en-US" dirty="0"/>
          </a:p>
        </p:txBody>
      </p:sp>
    </p:spTree>
    <p:extLst>
      <p:ext uri="{BB962C8B-B14F-4D97-AF65-F5344CB8AC3E}">
        <p14:creationId xmlns:p14="http://schemas.microsoft.com/office/powerpoint/2010/main" val="1703042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1C31C-51AE-E4A5-8D00-8ACE2D281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F1BFF-71A8-4C62-D9AE-0136BE076332}"/>
              </a:ext>
            </a:extLst>
          </p:cNvPr>
          <p:cNvSpPr>
            <a:spLocks noGrp="1"/>
          </p:cNvSpPr>
          <p:nvPr>
            <p:ph type="title"/>
          </p:nvPr>
        </p:nvSpPr>
        <p:spPr/>
        <p:txBody>
          <a:bodyPr/>
          <a:lstStyle/>
          <a:p>
            <a:r>
              <a:rPr lang="en-US" dirty="0"/>
              <a:t>Volumes and Partitions (2 of 2)</a:t>
            </a:r>
          </a:p>
        </p:txBody>
      </p:sp>
      <p:sp>
        <p:nvSpPr>
          <p:cNvPr id="3" name="Content Placeholder 2">
            <a:extLst>
              <a:ext uri="{FF2B5EF4-FFF2-40B4-BE49-F238E27FC236}">
                <a16:creationId xmlns:a16="http://schemas.microsoft.com/office/drawing/2014/main" id="{F4AE6D08-2603-710C-B1FD-CA7C55CE5DEF}"/>
              </a:ext>
            </a:extLst>
          </p:cNvPr>
          <p:cNvSpPr>
            <a:spLocks noGrp="1"/>
          </p:cNvSpPr>
          <p:nvPr>
            <p:ph idx="1"/>
          </p:nvPr>
        </p:nvSpPr>
        <p:spPr>
          <a:xfrm>
            <a:off x="476843" y="1482725"/>
            <a:ext cx="11241915" cy="4351338"/>
          </a:xfrm>
        </p:spPr>
        <p:txBody>
          <a:bodyPr/>
          <a:lstStyle/>
          <a:p>
            <a:r>
              <a:rPr lang="en-US" dirty="0"/>
              <a:t>Only a primary partition can be the </a:t>
            </a:r>
            <a:r>
              <a:rPr lang="en-US" b="1" dirty="0"/>
              <a:t>active partition</a:t>
            </a:r>
          </a:p>
          <a:p>
            <a:pPr lvl="1"/>
            <a:r>
              <a:rPr lang="en-US" sz="2200" dirty="0"/>
              <a:t>The active primary partition storing the Windows boot loader is referred to as the </a:t>
            </a:r>
            <a:r>
              <a:rPr lang="en-US" sz="2200" b="1" dirty="0"/>
              <a:t>system partition</a:t>
            </a:r>
          </a:p>
          <a:p>
            <a:pPr lvl="1"/>
            <a:r>
              <a:rPr lang="en-US" sz="2200" dirty="0"/>
              <a:t>The partition or logical drive holding the Windows OS files is called the </a:t>
            </a:r>
            <a:r>
              <a:rPr lang="en-US" sz="2200" b="1" dirty="0"/>
              <a:t>boot partition</a:t>
            </a:r>
          </a:p>
          <a:p>
            <a:r>
              <a:rPr lang="en-US" dirty="0"/>
              <a:t>A </a:t>
            </a:r>
            <a:r>
              <a:rPr lang="en-US" b="1" dirty="0"/>
              <a:t>dynamic disk </a:t>
            </a:r>
            <a:r>
              <a:rPr lang="en-US" dirty="0"/>
              <a:t>can be divided into one or more volumes</a:t>
            </a:r>
          </a:p>
          <a:p>
            <a:r>
              <a:rPr lang="en-US" dirty="0"/>
              <a:t>Linux systems refer to disks by using their device driver name plus a letter, starting with “a”</a:t>
            </a:r>
          </a:p>
          <a:p>
            <a:pPr lvl="1"/>
            <a:r>
              <a:rPr lang="en-US" dirty="0"/>
              <a:t>Example: /dev/</a:t>
            </a:r>
            <a:r>
              <a:rPr lang="en-US" dirty="0" err="1"/>
              <a:t>sda</a:t>
            </a:r>
            <a:r>
              <a:rPr lang="en-US" dirty="0"/>
              <a:t>, followed by /dev/</a:t>
            </a:r>
            <a:r>
              <a:rPr lang="en-US" dirty="0" err="1"/>
              <a:t>sdb</a:t>
            </a:r>
            <a:r>
              <a:rPr lang="en-US" dirty="0"/>
              <a:t>, and so on</a:t>
            </a:r>
          </a:p>
          <a:p>
            <a:endParaRPr lang="en-US" dirty="0"/>
          </a:p>
        </p:txBody>
      </p:sp>
    </p:spTree>
    <p:extLst>
      <p:ext uri="{BB962C8B-B14F-4D97-AF65-F5344CB8AC3E}">
        <p14:creationId xmlns:p14="http://schemas.microsoft.com/office/powerpoint/2010/main" val="2874023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A7D6-2FB2-F469-73CA-324839C8A20B}"/>
              </a:ext>
            </a:extLst>
          </p:cNvPr>
          <p:cNvSpPr>
            <a:spLocks noGrp="1"/>
          </p:cNvSpPr>
          <p:nvPr>
            <p:ph type="title"/>
          </p:nvPr>
        </p:nvSpPr>
        <p:spPr/>
        <p:txBody>
          <a:bodyPr/>
          <a:lstStyle/>
          <a:p>
            <a:r>
              <a:rPr lang="en-US" dirty="0"/>
              <a:t>The FAT File System</a:t>
            </a:r>
          </a:p>
        </p:txBody>
      </p:sp>
      <p:sp>
        <p:nvSpPr>
          <p:cNvPr id="3" name="Content Placeholder 2">
            <a:extLst>
              <a:ext uri="{FF2B5EF4-FFF2-40B4-BE49-F238E27FC236}">
                <a16:creationId xmlns:a16="http://schemas.microsoft.com/office/drawing/2014/main" id="{54457C23-C00C-12B1-FB20-4F6047B302C2}"/>
              </a:ext>
            </a:extLst>
          </p:cNvPr>
          <p:cNvSpPr>
            <a:spLocks noGrp="1"/>
          </p:cNvSpPr>
          <p:nvPr>
            <p:ph idx="1"/>
          </p:nvPr>
        </p:nvSpPr>
        <p:spPr>
          <a:xfrm>
            <a:off x="476843" y="1402715"/>
            <a:ext cx="11241915" cy="4351338"/>
          </a:xfrm>
        </p:spPr>
        <p:txBody>
          <a:bodyPr/>
          <a:lstStyle/>
          <a:p>
            <a:r>
              <a:rPr lang="en-US" dirty="0"/>
              <a:t>The </a:t>
            </a:r>
            <a:r>
              <a:rPr lang="en-US" b="1" dirty="0"/>
              <a:t>File Allocation Table </a:t>
            </a:r>
            <a:r>
              <a:rPr lang="en-US" dirty="0"/>
              <a:t>(FAT) file system has two variations:</a:t>
            </a:r>
          </a:p>
          <a:p>
            <a:pPr lvl="1"/>
            <a:r>
              <a:rPr lang="en-US" sz="2200" dirty="0"/>
              <a:t>FAT16 is usually referred to as FAT and has been around since the mid-1980s and is limited to 2 GB partitions</a:t>
            </a:r>
          </a:p>
          <a:p>
            <a:pPr lvl="1"/>
            <a:r>
              <a:rPr lang="en-US" sz="2200" dirty="0"/>
              <a:t>FAT32, released with Windows 95 OSR2 in 1996, allows partitions up to 2 TB but in Windows 2000 and later, Microsoft limits them to </a:t>
            </a:r>
            <a:r>
              <a:rPr lang="en-US" sz="2200" b="1" dirty="0"/>
              <a:t>32 GB</a:t>
            </a:r>
          </a:p>
          <a:p>
            <a:r>
              <a:rPr lang="en-US" dirty="0"/>
              <a:t>FAT doesn’t support file and folder permissions for users and groups</a:t>
            </a:r>
          </a:p>
          <a:p>
            <a:r>
              <a:rPr lang="en-US" dirty="0"/>
              <a:t>FAT also lacks support for encryption, file compressions, disk quotas, and reliability features</a:t>
            </a:r>
          </a:p>
          <a:p>
            <a:endParaRPr lang="en-US" dirty="0"/>
          </a:p>
        </p:txBody>
      </p:sp>
    </p:spTree>
    <p:extLst>
      <p:ext uri="{BB962C8B-B14F-4D97-AF65-F5344CB8AC3E}">
        <p14:creationId xmlns:p14="http://schemas.microsoft.com/office/powerpoint/2010/main" val="146759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33513-9D73-F0E8-4AC3-2BD4107AA19D}"/>
              </a:ext>
            </a:extLst>
          </p:cNvPr>
          <p:cNvSpPr>
            <a:spLocks noGrp="1"/>
          </p:cNvSpPr>
          <p:nvPr>
            <p:ph type="title"/>
          </p:nvPr>
        </p:nvSpPr>
        <p:spPr/>
        <p:txBody>
          <a:bodyPr/>
          <a:lstStyle/>
          <a:p>
            <a:r>
              <a:rPr lang="en-US" dirty="0"/>
              <a:t>The NTFS File System (1 of 7)</a:t>
            </a:r>
          </a:p>
        </p:txBody>
      </p:sp>
      <p:sp>
        <p:nvSpPr>
          <p:cNvPr id="3" name="Content Placeholder 2">
            <a:extLst>
              <a:ext uri="{FF2B5EF4-FFF2-40B4-BE49-F238E27FC236}">
                <a16:creationId xmlns:a16="http://schemas.microsoft.com/office/drawing/2014/main" id="{4595F4F5-F034-E98E-90EF-347DC2E48964}"/>
              </a:ext>
            </a:extLst>
          </p:cNvPr>
          <p:cNvSpPr>
            <a:spLocks noGrp="1"/>
          </p:cNvSpPr>
          <p:nvPr>
            <p:ph idx="1"/>
          </p:nvPr>
        </p:nvSpPr>
        <p:spPr>
          <a:xfrm>
            <a:off x="476843" y="1494155"/>
            <a:ext cx="11241915" cy="4351338"/>
          </a:xfrm>
        </p:spPr>
        <p:txBody>
          <a:bodyPr/>
          <a:lstStyle/>
          <a:p>
            <a:r>
              <a:rPr lang="en-US" b="1" dirty="0"/>
              <a:t>NTFS </a:t>
            </a:r>
            <a:r>
              <a:rPr lang="en-US" dirty="0"/>
              <a:t>is a file system Microsoft introduced with Windows NT</a:t>
            </a:r>
          </a:p>
          <a:p>
            <a:r>
              <a:rPr lang="en-US" dirty="0"/>
              <a:t>Features available in </a:t>
            </a:r>
            <a:r>
              <a:rPr lang="en-US" b="1" dirty="0"/>
              <a:t>NTFS</a:t>
            </a:r>
            <a:r>
              <a:rPr lang="en-US" dirty="0"/>
              <a:t> that aren’t in FAT:</a:t>
            </a:r>
          </a:p>
          <a:p>
            <a:pPr lvl="1"/>
            <a:r>
              <a:rPr lang="en-US" sz="2200" dirty="0"/>
              <a:t>Disk quotas—limit amount of data users’ files can occupy</a:t>
            </a:r>
          </a:p>
          <a:p>
            <a:pPr lvl="1"/>
            <a:r>
              <a:rPr lang="en-US" sz="2200" dirty="0"/>
              <a:t>Volume mount points—no need for a drive letter to access </a:t>
            </a:r>
          </a:p>
          <a:p>
            <a:pPr lvl="1"/>
            <a:r>
              <a:rPr lang="en-US" sz="2200" dirty="0"/>
              <a:t>Shadow copies—allows users to restore older file versions or files that were accidentally deleted</a:t>
            </a:r>
          </a:p>
          <a:p>
            <a:pPr lvl="1"/>
            <a:r>
              <a:rPr lang="en-US" sz="2200" dirty="0"/>
              <a:t>File compression—files can be compressed</a:t>
            </a:r>
          </a:p>
          <a:p>
            <a:pPr lvl="1"/>
            <a:r>
              <a:rPr lang="en-US" sz="2200" dirty="0"/>
              <a:t>Encrypting File System—makes encrypted files inaccessible to everyone except the user who encrypted the file</a:t>
            </a:r>
            <a:endParaRPr lang="en-US" dirty="0"/>
          </a:p>
        </p:txBody>
      </p:sp>
    </p:spTree>
    <p:extLst>
      <p:ext uri="{BB962C8B-B14F-4D97-AF65-F5344CB8AC3E}">
        <p14:creationId xmlns:p14="http://schemas.microsoft.com/office/powerpoint/2010/main" val="1234809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6F07-5C7E-3157-49BD-3A5A47D37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F138B-1456-986C-C80B-DF3E20601157}"/>
              </a:ext>
            </a:extLst>
          </p:cNvPr>
          <p:cNvSpPr>
            <a:spLocks noGrp="1"/>
          </p:cNvSpPr>
          <p:nvPr>
            <p:ph type="title"/>
          </p:nvPr>
        </p:nvSpPr>
        <p:spPr/>
        <p:txBody>
          <a:bodyPr/>
          <a:lstStyle/>
          <a:p>
            <a:r>
              <a:rPr lang="en-US" dirty="0"/>
              <a:t>The NTFS File System (2 of 7)</a:t>
            </a:r>
          </a:p>
        </p:txBody>
      </p:sp>
      <p:sp>
        <p:nvSpPr>
          <p:cNvPr id="5" name="TextBox 4">
            <a:extLst>
              <a:ext uri="{FF2B5EF4-FFF2-40B4-BE49-F238E27FC236}">
                <a16:creationId xmlns:a16="http://schemas.microsoft.com/office/drawing/2014/main" id="{2D9544EB-8182-5875-E8A4-D7CF3DEBB0B9}"/>
              </a:ext>
            </a:extLst>
          </p:cNvPr>
          <p:cNvSpPr txBox="1"/>
          <p:nvPr/>
        </p:nvSpPr>
        <p:spPr>
          <a:xfrm>
            <a:off x="6096000" y="2361385"/>
            <a:ext cx="4294598" cy="1200329"/>
          </a:xfrm>
          <a:prstGeom prst="rect">
            <a:avLst/>
          </a:prstGeom>
          <a:noFill/>
        </p:spPr>
        <p:txBody>
          <a:bodyPr wrap="square" rtlCol="0">
            <a:spAutoFit/>
          </a:bodyPr>
          <a:lstStyle/>
          <a:p>
            <a:r>
              <a:rPr lang="en-US" sz="2400" b="1" dirty="0">
                <a:latin typeface="Work Sans" pitchFamily="2" charset="0"/>
              </a:rPr>
              <a:t>Figure 12-12  </a:t>
            </a:r>
            <a:r>
              <a:rPr lang="en-US" sz="2400" dirty="0">
                <a:latin typeface="Work Sans" pitchFamily="2" charset="0"/>
              </a:rPr>
              <a:t>The Quota tab</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screenshot of the New Volume E Properties window with the Quota tab selected. The status indicates disk quotas are disabled, represented by a traffic light icon. The Enable quota management checkbox is selected. The Deny disk space to users exceeding quota limit checkbox is unchecked. The default quota limit options include Do not limit disk usage and Limit disk space to 10 G B, with the latter selected. A Set warning level field is 1 K B. Below, the quota logging options include checkboxes for logging events when users exceed their quota limit or warning level, both unchecked. A Quota Entries button is present. At the bottom are OK, Cancel, and Apply buttons.&#10;">
            <a:extLst>
              <a:ext uri="{FF2B5EF4-FFF2-40B4-BE49-F238E27FC236}">
                <a16:creationId xmlns:a16="http://schemas.microsoft.com/office/drawing/2014/main" id="{3FB6C4E1-5650-2EE2-C1F0-991BCF38454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22030" y="1173821"/>
            <a:ext cx="4727260" cy="4984351"/>
          </a:xfrm>
          <a:prstGeom prst="rect">
            <a:avLst/>
          </a:prstGeom>
        </p:spPr>
      </p:pic>
    </p:spTree>
    <p:extLst>
      <p:ext uri="{BB962C8B-B14F-4D97-AF65-F5344CB8AC3E}">
        <p14:creationId xmlns:p14="http://schemas.microsoft.com/office/powerpoint/2010/main" val="4093059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C8377-DBA0-6B97-8C62-F56BA317A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23973-4240-71CE-F48A-14C1B2AC2EC0}"/>
              </a:ext>
            </a:extLst>
          </p:cNvPr>
          <p:cNvSpPr>
            <a:spLocks noGrp="1"/>
          </p:cNvSpPr>
          <p:nvPr>
            <p:ph type="title"/>
          </p:nvPr>
        </p:nvSpPr>
        <p:spPr/>
        <p:txBody>
          <a:bodyPr/>
          <a:lstStyle/>
          <a:p>
            <a:r>
              <a:rPr lang="en-US" dirty="0"/>
              <a:t>The NTFS File System (3 of 7)</a:t>
            </a:r>
          </a:p>
        </p:txBody>
      </p:sp>
      <p:sp>
        <p:nvSpPr>
          <p:cNvPr id="5" name="TextBox 4">
            <a:extLst>
              <a:ext uri="{FF2B5EF4-FFF2-40B4-BE49-F238E27FC236}">
                <a16:creationId xmlns:a16="http://schemas.microsoft.com/office/drawing/2014/main" id="{4CCACC51-83C0-92BE-EB57-60762884949B}"/>
              </a:ext>
            </a:extLst>
          </p:cNvPr>
          <p:cNvSpPr txBox="1"/>
          <p:nvPr/>
        </p:nvSpPr>
        <p:spPr>
          <a:xfrm>
            <a:off x="6652260" y="2235476"/>
            <a:ext cx="4294598" cy="1200329"/>
          </a:xfrm>
          <a:prstGeom prst="rect">
            <a:avLst/>
          </a:prstGeom>
          <a:noFill/>
        </p:spPr>
        <p:txBody>
          <a:bodyPr wrap="square" rtlCol="0">
            <a:spAutoFit/>
          </a:bodyPr>
          <a:lstStyle/>
          <a:p>
            <a:r>
              <a:rPr lang="en-US" sz="2400" b="1" dirty="0">
                <a:latin typeface="Work Sans" pitchFamily="2" charset="0"/>
              </a:rPr>
              <a:t>Figure 12-13  </a:t>
            </a:r>
            <a:r>
              <a:rPr lang="en-US" sz="2400" dirty="0">
                <a:latin typeface="Work Sans" pitchFamily="2" charset="0"/>
              </a:rPr>
              <a:t>The Shadow Copies tab</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screenshot of the New Volume E Properties window with the Shadow Copies tab selected. The description at the top explains that shadow copies allow viewing previous versions of shared folder contents. A table lists available volumes with columns for volume name, next run time, number of shares, and used space. The volumes displayed are Volume with shadow copies disabled, C with shadow copies disabled and two shares, and E with a next run time of March 22, 2019, and 64 megabytes used. Below, buttons for Enable, Disable, and Settings are present, with Disable selected. The Shadow copies of selected volume section display a shadow copy from March 21, 2019 at 6:47 P M. Buttons for Create Now, Delete Now, and Revert are present but not selected. At the bottom are OK, Cancel, and Apply buttons.&#10;">
            <a:extLst>
              <a:ext uri="{FF2B5EF4-FFF2-40B4-BE49-F238E27FC236}">
                <a16:creationId xmlns:a16="http://schemas.microsoft.com/office/drawing/2014/main" id="{EC998186-F828-658E-6D90-187B5A574AC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59666" y="1081968"/>
            <a:ext cx="5132574" cy="5246757"/>
          </a:xfrm>
          <a:prstGeom prst="rect">
            <a:avLst/>
          </a:prstGeom>
        </p:spPr>
      </p:pic>
    </p:spTree>
    <p:extLst>
      <p:ext uri="{BB962C8B-B14F-4D97-AF65-F5344CB8AC3E}">
        <p14:creationId xmlns:p14="http://schemas.microsoft.com/office/powerpoint/2010/main" val="2938829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8FDD9-020D-F215-D6D4-744CF4C44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11997-E8C6-9502-C38F-07537DF09A15}"/>
              </a:ext>
            </a:extLst>
          </p:cNvPr>
          <p:cNvSpPr>
            <a:spLocks noGrp="1"/>
          </p:cNvSpPr>
          <p:nvPr>
            <p:ph type="title"/>
          </p:nvPr>
        </p:nvSpPr>
        <p:spPr/>
        <p:txBody>
          <a:bodyPr/>
          <a:lstStyle/>
          <a:p>
            <a:r>
              <a:rPr lang="en-US" dirty="0"/>
              <a:t>The NTFS File System (4 of 7)</a:t>
            </a:r>
          </a:p>
        </p:txBody>
      </p:sp>
      <p:sp>
        <p:nvSpPr>
          <p:cNvPr id="5" name="TextBox 4">
            <a:extLst>
              <a:ext uri="{FF2B5EF4-FFF2-40B4-BE49-F238E27FC236}">
                <a16:creationId xmlns:a16="http://schemas.microsoft.com/office/drawing/2014/main" id="{15499E32-3313-5A27-7C62-C42B0A9389D5}"/>
              </a:ext>
            </a:extLst>
          </p:cNvPr>
          <p:cNvSpPr txBox="1"/>
          <p:nvPr/>
        </p:nvSpPr>
        <p:spPr>
          <a:xfrm>
            <a:off x="7315200" y="2189935"/>
            <a:ext cx="4294598" cy="3416320"/>
          </a:xfrm>
          <a:prstGeom prst="rect">
            <a:avLst/>
          </a:prstGeom>
          <a:noFill/>
        </p:spPr>
        <p:txBody>
          <a:bodyPr wrap="square" rtlCol="0">
            <a:spAutoFit/>
          </a:bodyPr>
          <a:lstStyle/>
          <a:p>
            <a:r>
              <a:rPr lang="en-US" sz="2400" b="1" dirty="0">
                <a:latin typeface="Work Sans" pitchFamily="2" charset="0"/>
              </a:rPr>
              <a:t>Figure 12-14  </a:t>
            </a:r>
            <a:r>
              <a:rPr lang="en-US" sz="2400" dirty="0">
                <a:latin typeface="Work Sans" pitchFamily="2" charset="0"/>
              </a:rPr>
              <a:t>The Advanced Attributes dialog box</a:t>
            </a:r>
          </a:p>
          <a:p>
            <a:endParaRPr lang="en-US" altLang="zh-CN" sz="2400" dirty="0">
              <a:latin typeface="Work Sans" pitchFamily="2" charset="0"/>
              <a:cs typeface="Arial" panose="020B0604020202020204" pitchFamily="34" charset="0"/>
            </a:endParaRPr>
          </a:p>
          <a:p>
            <a:r>
              <a:rPr lang="en-US" altLang="zh-CN" sz="2400" dirty="0">
                <a:latin typeface="+mn-lt"/>
                <a:cs typeface="Arial" panose="020B0604020202020204" pitchFamily="34" charset="0"/>
              </a:rPr>
              <a:t>File compression and encryption on an NTFS volume are implemented as file attributes.</a:t>
            </a:r>
          </a:p>
          <a:p>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screenshot of the Advanced Attributes window for a folder. The top section provides instructions stating that clicking OK or Apply in the Properties dialog will prompt whether to apply changes to subfolders and files. The Archive and Index attributes section has two checkboxes: Folder is ready for archiving, which is unchecked, and Allow files in this folder to have contents indexed in addition to file properties, which is checked. The Compress or Encrypt attributes section has two checkboxes: Compress contents to save disk space, which is unchecked, and Encrypt contents to secure data, which is checked. A Details button is present but inactive. At the bottom are OK and Cancel buttons.&#10;">
            <a:extLst>
              <a:ext uri="{FF2B5EF4-FFF2-40B4-BE49-F238E27FC236}">
                <a16:creationId xmlns:a16="http://schemas.microsoft.com/office/drawing/2014/main" id="{3BD0580C-795A-E00C-7915-9D8E3CF69BA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44294" y="1186143"/>
            <a:ext cx="5236566" cy="5049403"/>
          </a:xfrm>
          <a:prstGeom prst="rect">
            <a:avLst/>
          </a:prstGeom>
        </p:spPr>
      </p:pic>
    </p:spTree>
    <p:extLst>
      <p:ext uri="{BB962C8B-B14F-4D97-AF65-F5344CB8AC3E}">
        <p14:creationId xmlns:p14="http://schemas.microsoft.com/office/powerpoint/2010/main" val="3137131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178E-4CCB-3DC2-4151-40FCB1DDA30D}"/>
              </a:ext>
            </a:extLst>
          </p:cNvPr>
          <p:cNvSpPr>
            <a:spLocks noGrp="1"/>
          </p:cNvSpPr>
          <p:nvPr>
            <p:ph type="title"/>
          </p:nvPr>
        </p:nvSpPr>
        <p:spPr/>
        <p:txBody>
          <a:bodyPr/>
          <a:lstStyle/>
          <a:p>
            <a:r>
              <a:rPr lang="en-US" dirty="0"/>
              <a:t>The NTFS File System (5 of 7)</a:t>
            </a:r>
          </a:p>
        </p:txBody>
      </p:sp>
      <p:sp>
        <p:nvSpPr>
          <p:cNvPr id="3" name="Content Placeholder 2">
            <a:extLst>
              <a:ext uri="{FF2B5EF4-FFF2-40B4-BE49-F238E27FC236}">
                <a16:creationId xmlns:a16="http://schemas.microsoft.com/office/drawing/2014/main" id="{99F39ECE-5596-B3F3-E3DE-BC267FF88F25}"/>
              </a:ext>
            </a:extLst>
          </p:cNvPr>
          <p:cNvSpPr>
            <a:spLocks noGrp="1"/>
          </p:cNvSpPr>
          <p:nvPr>
            <p:ph idx="1"/>
          </p:nvPr>
        </p:nvSpPr>
        <p:spPr>
          <a:xfrm>
            <a:off x="476843" y="1494155"/>
            <a:ext cx="11241915" cy="4351338"/>
          </a:xfrm>
        </p:spPr>
        <p:txBody>
          <a:bodyPr/>
          <a:lstStyle/>
          <a:p>
            <a:r>
              <a:rPr lang="en-US" b="1" dirty="0"/>
              <a:t>Share permissions </a:t>
            </a:r>
            <a:r>
              <a:rPr lang="en-US" dirty="0"/>
              <a:t>are applied when a user attempts network access to shared files</a:t>
            </a:r>
          </a:p>
          <a:p>
            <a:pPr lvl="1"/>
            <a:r>
              <a:rPr lang="en-US" dirty="0"/>
              <a:t>NTFS permissions always apply, whether file access is attempted interactively or remotely through a share</a:t>
            </a:r>
          </a:p>
          <a:p>
            <a:pPr lvl="1"/>
            <a:r>
              <a:rPr lang="en-US" dirty="0"/>
              <a:t>Permissions can be viewed as a gatekeeper to control who has access to folder and files</a:t>
            </a:r>
          </a:p>
          <a:p>
            <a:pPr lvl="1"/>
            <a:r>
              <a:rPr lang="en-US" b="1" dirty="0"/>
              <a:t>Principle of Least Privilege </a:t>
            </a:r>
            <a:r>
              <a:rPr lang="en-US" dirty="0"/>
              <a:t>(</a:t>
            </a:r>
            <a:r>
              <a:rPr lang="en-US" b="1" dirty="0"/>
              <a:t>PoLP</a:t>
            </a:r>
            <a:r>
              <a:rPr lang="en-US" dirty="0"/>
              <a:t>) refers to giving users the least access necessary for their jobs</a:t>
            </a:r>
          </a:p>
        </p:txBody>
      </p:sp>
    </p:spTree>
    <p:extLst>
      <p:ext uri="{BB962C8B-B14F-4D97-AF65-F5344CB8AC3E}">
        <p14:creationId xmlns:p14="http://schemas.microsoft.com/office/powerpoint/2010/main" val="1290129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034F2-3A64-FD29-F82D-454A8D11E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0ED84-CA6D-4112-E6B2-B5743A5AA646}"/>
              </a:ext>
            </a:extLst>
          </p:cNvPr>
          <p:cNvSpPr>
            <a:spLocks noGrp="1"/>
          </p:cNvSpPr>
          <p:nvPr>
            <p:ph type="title"/>
          </p:nvPr>
        </p:nvSpPr>
        <p:spPr/>
        <p:txBody>
          <a:bodyPr/>
          <a:lstStyle/>
          <a:p>
            <a:r>
              <a:rPr lang="en-US" dirty="0"/>
              <a:t>The NTFS File System (6 of 7)</a:t>
            </a:r>
          </a:p>
        </p:txBody>
      </p:sp>
      <p:sp>
        <p:nvSpPr>
          <p:cNvPr id="3" name="Content Placeholder 2">
            <a:extLst>
              <a:ext uri="{FF2B5EF4-FFF2-40B4-BE49-F238E27FC236}">
                <a16:creationId xmlns:a16="http://schemas.microsoft.com/office/drawing/2014/main" id="{CBCFB12F-37C9-A7AA-8228-880417088DEC}"/>
              </a:ext>
            </a:extLst>
          </p:cNvPr>
          <p:cNvSpPr>
            <a:spLocks noGrp="1"/>
          </p:cNvSpPr>
          <p:nvPr>
            <p:ph idx="1"/>
          </p:nvPr>
        </p:nvSpPr>
        <p:spPr>
          <a:xfrm>
            <a:off x="473242" y="1425575"/>
            <a:ext cx="11241915" cy="4351338"/>
          </a:xfrm>
        </p:spPr>
        <p:txBody>
          <a:bodyPr/>
          <a:lstStyle/>
          <a:p>
            <a:r>
              <a:rPr lang="en-US" b="1" dirty="0"/>
              <a:t>NTFS permissions </a:t>
            </a:r>
            <a:r>
              <a:rPr lang="en-US" dirty="0"/>
              <a:t>can be configured on folders and files</a:t>
            </a:r>
          </a:p>
          <a:p>
            <a:r>
              <a:rPr lang="en-US" dirty="0"/>
              <a:t>By default, when permissions are configured on a folder, subfolders and files in that folder inherit the permissions but can be changed by the admin</a:t>
            </a:r>
          </a:p>
          <a:p>
            <a:r>
              <a:rPr lang="en-US" dirty="0"/>
              <a:t>To view or edit permissions on an NTFS folder, access the Security tab of the Properties dialog box</a:t>
            </a:r>
          </a:p>
        </p:txBody>
      </p:sp>
    </p:spTree>
    <p:extLst>
      <p:ext uri="{BB962C8B-B14F-4D97-AF65-F5344CB8AC3E}">
        <p14:creationId xmlns:p14="http://schemas.microsoft.com/office/powerpoint/2010/main" val="1828660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0302-7574-607C-1CBC-0ACB53FDA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E8841-AF26-92EC-4BEB-9CB0830108D5}"/>
              </a:ext>
            </a:extLst>
          </p:cNvPr>
          <p:cNvSpPr>
            <a:spLocks noGrp="1"/>
          </p:cNvSpPr>
          <p:nvPr>
            <p:ph type="title"/>
          </p:nvPr>
        </p:nvSpPr>
        <p:spPr/>
        <p:txBody>
          <a:bodyPr/>
          <a:lstStyle/>
          <a:p>
            <a:r>
              <a:rPr lang="en-US" dirty="0"/>
              <a:t>The NTFS File System (7 of 7)</a:t>
            </a:r>
          </a:p>
        </p:txBody>
      </p:sp>
      <p:sp>
        <p:nvSpPr>
          <p:cNvPr id="5" name="TextBox 4">
            <a:extLst>
              <a:ext uri="{FF2B5EF4-FFF2-40B4-BE49-F238E27FC236}">
                <a16:creationId xmlns:a16="http://schemas.microsoft.com/office/drawing/2014/main" id="{CE398A24-65F0-6300-0093-8E9C07E954F0}"/>
              </a:ext>
            </a:extLst>
          </p:cNvPr>
          <p:cNvSpPr txBox="1"/>
          <p:nvPr/>
        </p:nvSpPr>
        <p:spPr>
          <a:xfrm>
            <a:off x="7099443" y="2755013"/>
            <a:ext cx="4510355" cy="830997"/>
          </a:xfrm>
          <a:prstGeom prst="rect">
            <a:avLst/>
          </a:prstGeom>
          <a:noFill/>
        </p:spPr>
        <p:txBody>
          <a:bodyPr wrap="square" rtlCol="0">
            <a:spAutoFit/>
          </a:bodyPr>
          <a:lstStyle/>
          <a:p>
            <a:r>
              <a:rPr lang="en-US" sz="2400" b="1" dirty="0">
                <a:latin typeface="Work Sans" pitchFamily="2" charset="0"/>
              </a:rPr>
              <a:t>Figure 12-15  </a:t>
            </a:r>
            <a:r>
              <a:rPr lang="en-US" sz="2400" dirty="0">
                <a:latin typeface="Work Sans" pitchFamily="2" charset="0"/>
              </a:rPr>
              <a:t>NTFS Permissions</a:t>
            </a:r>
          </a:p>
        </p:txBody>
      </p:sp>
      <p:pic>
        <p:nvPicPr>
          <p:cNvPr id="4" name="Picture 3" descr="A screenshot of the MyData Properties window with the Security tab selected. The Object name field displays D MyData. The Group or user names section lists Everyone, System, NetAdmin, and Administrators, with Everyone highlighted. Below, a message states that permissions can be changed by clicking Edit. The Permissions for Everyone section has a table with Allow and Deny columns. Full control, Modify, Read and execute, List folder contents, Read, and Write permissions are all checked under Allow. At the bottom, a message indicates that special permissions or advanced settings can be accessed by clicking Advanced. OK, Cancel, and Apply buttons are present.&#10;">
            <a:extLst>
              <a:ext uri="{FF2B5EF4-FFF2-40B4-BE49-F238E27FC236}">
                <a16:creationId xmlns:a16="http://schemas.microsoft.com/office/drawing/2014/main" id="{0B59E255-7693-8445-194F-3C526CCD15A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33678" y="1223351"/>
            <a:ext cx="4990032" cy="5208747"/>
          </a:xfrm>
          <a:prstGeom prst="rect">
            <a:avLst/>
          </a:prstGeom>
        </p:spPr>
      </p:pic>
    </p:spTree>
    <p:extLst>
      <p:ext uri="{BB962C8B-B14F-4D97-AF65-F5344CB8AC3E}">
        <p14:creationId xmlns:p14="http://schemas.microsoft.com/office/powerpoint/2010/main" val="1773535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80A0-FDF9-C02C-A0CB-5E260AE3BFC8}"/>
              </a:ext>
            </a:extLst>
          </p:cNvPr>
          <p:cNvSpPr>
            <a:spLocks noGrp="1"/>
          </p:cNvSpPr>
          <p:nvPr>
            <p:ph type="title"/>
          </p:nvPr>
        </p:nvSpPr>
        <p:spPr/>
        <p:txBody>
          <a:bodyPr/>
          <a:lstStyle/>
          <a:p>
            <a:r>
              <a:rPr lang="en-US" dirty="0"/>
              <a:t>The Resilient File System (ReFS)</a:t>
            </a:r>
          </a:p>
        </p:txBody>
      </p:sp>
      <p:sp>
        <p:nvSpPr>
          <p:cNvPr id="3" name="Content Placeholder 2">
            <a:extLst>
              <a:ext uri="{FF2B5EF4-FFF2-40B4-BE49-F238E27FC236}">
                <a16:creationId xmlns:a16="http://schemas.microsoft.com/office/drawing/2014/main" id="{DD694AEB-E021-33F0-A908-403317BB4314}"/>
              </a:ext>
            </a:extLst>
          </p:cNvPr>
          <p:cNvSpPr>
            <a:spLocks noGrp="1"/>
          </p:cNvSpPr>
          <p:nvPr>
            <p:ph idx="1"/>
          </p:nvPr>
        </p:nvSpPr>
        <p:spPr>
          <a:xfrm>
            <a:off x="473242" y="1414145"/>
            <a:ext cx="11241915" cy="4351338"/>
          </a:xfrm>
        </p:spPr>
        <p:txBody>
          <a:bodyPr/>
          <a:lstStyle/>
          <a:p>
            <a:r>
              <a:rPr lang="en-US" dirty="0"/>
              <a:t>The </a:t>
            </a:r>
            <a:r>
              <a:rPr lang="en-US" b="1" dirty="0"/>
              <a:t>Resilient File System </a:t>
            </a:r>
            <a:r>
              <a:rPr lang="en-US" dirty="0"/>
              <a:t>(ReFS) is a specialized file system for large volumes available on Windows Server and select Windows 11 editions</a:t>
            </a:r>
          </a:p>
          <a:p>
            <a:pPr lvl="1"/>
            <a:r>
              <a:rPr lang="en-US" sz="2200" b="1" dirty="0"/>
              <a:t>ReFS </a:t>
            </a:r>
            <a:r>
              <a:rPr lang="en-US" sz="2200" dirty="0"/>
              <a:t>works with Storage Spaces to automatically repair disk failure caused by corruption</a:t>
            </a:r>
          </a:p>
          <a:p>
            <a:pPr lvl="1"/>
            <a:r>
              <a:rPr lang="en-US" sz="2200" dirty="0"/>
              <a:t>It is the disk format of choice for storing virtual hard disks</a:t>
            </a:r>
          </a:p>
          <a:p>
            <a:r>
              <a:rPr lang="en-US" b="1" dirty="0"/>
              <a:t>Checkpoint merging </a:t>
            </a:r>
            <a:r>
              <a:rPr lang="en-US" dirty="0"/>
              <a:t>is a process that consolidates changes in an NTFS file system’s transaction log</a:t>
            </a:r>
          </a:p>
          <a:p>
            <a:pPr lvl="1"/>
            <a:r>
              <a:rPr lang="en-US" sz="2200" dirty="0"/>
              <a:t>A </a:t>
            </a:r>
            <a:r>
              <a:rPr lang="en-US" sz="2200" b="1" dirty="0"/>
              <a:t>checkpoint</a:t>
            </a:r>
            <a:r>
              <a:rPr lang="en-US" sz="2200" dirty="0"/>
              <a:t> is a snapshot of the transaction log that ensures that the file system can recover from a sudden disruption </a:t>
            </a:r>
          </a:p>
          <a:p>
            <a:endParaRPr lang="en-US" dirty="0"/>
          </a:p>
        </p:txBody>
      </p:sp>
    </p:spTree>
    <p:extLst>
      <p:ext uri="{BB962C8B-B14F-4D97-AF65-F5344CB8AC3E}">
        <p14:creationId xmlns:p14="http://schemas.microsoft.com/office/powerpoint/2010/main" val="3737856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E3DB5-6808-126E-3DE5-C5477A1644C8}"/>
              </a:ext>
            </a:extLst>
          </p:cNvPr>
          <p:cNvSpPr>
            <a:spLocks noGrp="1"/>
          </p:cNvSpPr>
          <p:nvPr>
            <p:ph type="title"/>
          </p:nvPr>
        </p:nvSpPr>
        <p:spPr/>
        <p:txBody>
          <a:bodyPr/>
          <a:lstStyle/>
          <a:p>
            <a:r>
              <a:rPr lang="en-US" dirty="0"/>
              <a:t>The Linux File System (1 of 2)</a:t>
            </a:r>
          </a:p>
        </p:txBody>
      </p:sp>
      <p:sp>
        <p:nvSpPr>
          <p:cNvPr id="3" name="Content Placeholder 2">
            <a:extLst>
              <a:ext uri="{FF2B5EF4-FFF2-40B4-BE49-F238E27FC236}">
                <a16:creationId xmlns:a16="http://schemas.microsoft.com/office/drawing/2014/main" id="{AEDE0AC3-DA8B-349F-965E-BEDD96C045BB}"/>
              </a:ext>
            </a:extLst>
          </p:cNvPr>
          <p:cNvSpPr>
            <a:spLocks noGrp="1"/>
          </p:cNvSpPr>
          <p:nvPr>
            <p:ph idx="1"/>
          </p:nvPr>
        </p:nvSpPr>
        <p:spPr>
          <a:xfrm>
            <a:off x="476843" y="1425575"/>
            <a:ext cx="11241915" cy="4351338"/>
          </a:xfrm>
        </p:spPr>
        <p:txBody>
          <a:bodyPr/>
          <a:lstStyle/>
          <a:p>
            <a:r>
              <a:rPr lang="en-US" b="1" dirty="0"/>
              <a:t>Linux supports </a:t>
            </a:r>
            <a:r>
              <a:rPr lang="en-US" dirty="0"/>
              <a:t>many files systems </a:t>
            </a:r>
          </a:p>
          <a:p>
            <a:pPr lvl="1"/>
            <a:r>
              <a:rPr lang="en-US" sz="2200" dirty="0"/>
              <a:t>Ext3 and Ext4 are the default file system for most Linux distributions</a:t>
            </a:r>
          </a:p>
          <a:p>
            <a:r>
              <a:rPr lang="en-US" dirty="0"/>
              <a:t>There are only three permissions: read, write, and execute</a:t>
            </a:r>
          </a:p>
          <a:p>
            <a:r>
              <a:rPr lang="en-US" dirty="0"/>
              <a:t>There are </a:t>
            </a:r>
            <a:r>
              <a:rPr lang="en-US" b="1" dirty="0"/>
              <a:t>three user types </a:t>
            </a:r>
            <a:r>
              <a:rPr lang="en-US" dirty="0"/>
              <a:t>that can be assigned one or more permissions:</a:t>
            </a:r>
          </a:p>
          <a:p>
            <a:pPr lvl="1"/>
            <a:r>
              <a:rPr lang="en-US" sz="2200" dirty="0"/>
              <a:t>owner—owner of the file or folder</a:t>
            </a:r>
          </a:p>
          <a:p>
            <a:pPr lvl="1"/>
            <a:r>
              <a:rPr lang="en-US" sz="2200" dirty="0"/>
              <a:t>group—the primary group to which the owner belongs</a:t>
            </a:r>
          </a:p>
          <a:p>
            <a:pPr lvl="1"/>
            <a:r>
              <a:rPr lang="en-US" sz="2200" dirty="0"/>
              <a:t>other—all other users</a:t>
            </a:r>
          </a:p>
          <a:p>
            <a:endParaRPr lang="en-US" dirty="0"/>
          </a:p>
        </p:txBody>
      </p:sp>
    </p:spTree>
    <p:extLst>
      <p:ext uri="{BB962C8B-B14F-4D97-AF65-F5344CB8AC3E}">
        <p14:creationId xmlns:p14="http://schemas.microsoft.com/office/powerpoint/2010/main" val="686571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7071-3E10-D2C0-4C7D-3AB7FB591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E37B2-CFF8-A781-08F0-F38D96CAD10F}"/>
              </a:ext>
            </a:extLst>
          </p:cNvPr>
          <p:cNvSpPr>
            <a:spLocks noGrp="1"/>
          </p:cNvSpPr>
          <p:nvPr>
            <p:ph type="title"/>
          </p:nvPr>
        </p:nvSpPr>
        <p:spPr/>
        <p:txBody>
          <a:bodyPr/>
          <a:lstStyle/>
          <a:p>
            <a:r>
              <a:rPr lang="en-US" dirty="0"/>
              <a:t>The Linux File System (2 of 2)</a:t>
            </a:r>
          </a:p>
        </p:txBody>
      </p:sp>
      <p:sp>
        <p:nvSpPr>
          <p:cNvPr id="5" name="TextBox 4">
            <a:extLst>
              <a:ext uri="{FF2B5EF4-FFF2-40B4-BE49-F238E27FC236}">
                <a16:creationId xmlns:a16="http://schemas.microsoft.com/office/drawing/2014/main" id="{2CE7A042-B9DF-D6A9-4A39-DFF504F52235}"/>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12-16  </a:t>
            </a:r>
            <a:r>
              <a:rPr lang="en-US" sz="2400" dirty="0">
                <a:latin typeface="Work Sans" pitchFamily="2" charset="0"/>
              </a:rPr>
              <a:t>File permissions in the Linux GUI</a:t>
            </a:r>
          </a:p>
        </p:txBody>
      </p:sp>
      <p:pic>
        <p:nvPicPr>
          <p:cNvPr id="4" name="Picture 3" descr="A screenshot of the Set Custom Permissions window displaying access control settings. The Owner section lists gtomsho with You in parentheses. The Access field for the owner is set to Read and Write. The Group section lists gtomsho with an Access field also set to Read and Write. The Others section has an Access field set to Read Only. The Security Context section displays Unknown. A close button is in the top right corner.&#10;">
            <a:extLst>
              <a:ext uri="{FF2B5EF4-FFF2-40B4-BE49-F238E27FC236}">
                <a16:creationId xmlns:a16="http://schemas.microsoft.com/office/drawing/2014/main" id="{A05DD8DF-EA04-55E4-EB1F-DC96520E375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47171" y="1103620"/>
            <a:ext cx="4939429" cy="5180427"/>
          </a:xfrm>
          <a:prstGeom prst="rect">
            <a:avLst/>
          </a:prstGeom>
        </p:spPr>
      </p:pic>
      <p:sp>
        <p:nvSpPr>
          <p:cNvPr id="6" name="TextBox 5">
            <a:extLst>
              <a:ext uri="{FF2B5EF4-FFF2-40B4-BE49-F238E27FC236}">
                <a16:creationId xmlns:a16="http://schemas.microsoft.com/office/drawing/2014/main" id="{A55DF279-DF7C-6EC5-4573-00119988BAF4}"/>
              </a:ext>
            </a:extLst>
          </p:cNvPr>
          <p:cNvSpPr txBox="1"/>
          <p:nvPr/>
        </p:nvSpPr>
        <p:spPr>
          <a:xfrm>
            <a:off x="6586314" y="5019663"/>
            <a:ext cx="4775106" cy="461665"/>
          </a:xfrm>
          <a:prstGeom prst="rect">
            <a:avLst/>
          </a:prstGeom>
          <a:noFill/>
        </p:spPr>
        <p:txBody>
          <a:bodyPr wrap="square">
            <a:spAutoFit/>
          </a:bodyPr>
          <a:lstStyle/>
          <a:p>
            <a:r>
              <a:rPr lang="en-US" sz="2400">
                <a:hlinkClick r:id="rId3"/>
              </a:rPr>
              <a:t>youtube.com/watch?v=aqFfHKpRF7k</a:t>
            </a:r>
            <a:endParaRPr lang="en-US" sz="2400"/>
          </a:p>
        </p:txBody>
      </p:sp>
    </p:spTree>
    <p:extLst>
      <p:ext uri="{BB962C8B-B14F-4D97-AF65-F5344CB8AC3E}">
        <p14:creationId xmlns:p14="http://schemas.microsoft.com/office/powerpoint/2010/main" val="1335286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12-1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5042" y="1597025"/>
            <a:ext cx="11241915" cy="4351338"/>
          </a:xfrm>
        </p:spPr>
        <p:txBody>
          <a:bodyPr/>
          <a:lstStyle/>
          <a:p>
            <a:pPr marL="0" indent="0">
              <a:buNone/>
            </a:pPr>
            <a:r>
              <a:rPr lang="en-US" dirty="0"/>
              <a:t>Which feature of NTFS makes it possible to associate the root of a disk volume with a folder on an NTFS volume?</a:t>
            </a:r>
          </a:p>
          <a:p>
            <a:pPr marL="0" indent="0">
              <a:buNone/>
            </a:pPr>
            <a:r>
              <a:rPr lang="en-US" dirty="0"/>
              <a:t>a. Shadow copies</a:t>
            </a:r>
          </a:p>
          <a:p>
            <a:pPr marL="0" indent="0">
              <a:buNone/>
            </a:pPr>
            <a:r>
              <a:rPr lang="en-US" dirty="0"/>
              <a:t>b. Volume mount points</a:t>
            </a:r>
          </a:p>
          <a:p>
            <a:pPr marL="0" indent="0">
              <a:buNone/>
            </a:pPr>
            <a:r>
              <a:rPr lang="en-US" dirty="0"/>
              <a:t>c. Dynamic disks</a:t>
            </a:r>
          </a:p>
          <a:p>
            <a:pPr marL="0" indent="0">
              <a:buNone/>
            </a:pPr>
            <a:r>
              <a:rPr lang="en-US" dirty="0"/>
              <a:t>d. Journaling</a:t>
            </a:r>
          </a:p>
        </p:txBody>
      </p:sp>
    </p:spTree>
    <p:extLst>
      <p:ext uri="{BB962C8B-B14F-4D97-AF65-F5344CB8AC3E}">
        <p14:creationId xmlns:p14="http://schemas.microsoft.com/office/powerpoint/2010/main" val="3683800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12-1: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3242" y="1385222"/>
            <a:ext cx="11241915" cy="2621900"/>
          </a:xfrm>
        </p:spPr>
        <p:txBody>
          <a:bodyPr/>
          <a:lstStyle/>
          <a:p>
            <a:pPr marL="0" indent="0">
              <a:buNone/>
            </a:pPr>
            <a:r>
              <a:rPr lang="en-US" dirty="0"/>
              <a:t>Which feature of NTFS makes it possible to associate the root of a disk volume with a folder on an NTFS volume?</a:t>
            </a:r>
          </a:p>
          <a:p>
            <a:pPr marL="0" indent="0">
              <a:buNone/>
            </a:pPr>
            <a:r>
              <a:rPr lang="en-US" sz="2800" b="1" dirty="0"/>
              <a:t>Answer: b</a:t>
            </a:r>
            <a:r>
              <a:rPr lang="en-US" sz="2800" dirty="0"/>
              <a:t>. Volume mount points</a:t>
            </a:r>
          </a:p>
          <a:p>
            <a:pPr marL="0" indent="0">
              <a:buNone/>
            </a:pPr>
            <a:r>
              <a:rPr lang="en-US" b="1" dirty="0"/>
              <a:t>Explanation:</a:t>
            </a:r>
            <a:r>
              <a:rPr lang="en-US" dirty="0"/>
              <a:t> Volume mount points make it possible to associate the root of a disk volume with a folder on an NTFS volume, thereby forgoing the need for a drive letter to access the volume.</a:t>
            </a:r>
          </a:p>
        </p:txBody>
      </p:sp>
    </p:spTree>
    <p:extLst>
      <p:ext uri="{BB962C8B-B14F-4D97-AF65-F5344CB8AC3E}">
        <p14:creationId xmlns:p14="http://schemas.microsoft.com/office/powerpoint/2010/main" val="3889104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F2722-F76F-B15C-2C81-09632EB29837}"/>
              </a:ext>
            </a:extLst>
          </p:cNvPr>
          <p:cNvSpPr>
            <a:spLocks noGrp="1"/>
          </p:cNvSpPr>
          <p:nvPr>
            <p:ph type="title"/>
          </p:nvPr>
        </p:nvSpPr>
        <p:spPr/>
        <p:txBody>
          <a:bodyPr/>
          <a:lstStyle/>
          <a:p>
            <a:r>
              <a:rPr lang="en-US" dirty="0"/>
              <a:t>Working with Shared Files and Printers</a:t>
            </a:r>
          </a:p>
        </p:txBody>
      </p:sp>
      <p:sp>
        <p:nvSpPr>
          <p:cNvPr id="3" name="Content Placeholder 2">
            <a:extLst>
              <a:ext uri="{FF2B5EF4-FFF2-40B4-BE49-F238E27FC236}">
                <a16:creationId xmlns:a16="http://schemas.microsoft.com/office/drawing/2014/main" id="{E81DD877-51BD-1ABD-6C44-0F3C9275E788}"/>
              </a:ext>
            </a:extLst>
          </p:cNvPr>
          <p:cNvSpPr>
            <a:spLocks noGrp="1"/>
          </p:cNvSpPr>
          <p:nvPr>
            <p:ph idx="1"/>
          </p:nvPr>
        </p:nvSpPr>
        <p:spPr>
          <a:xfrm>
            <a:off x="475042" y="1528445"/>
            <a:ext cx="11241915" cy="4351338"/>
          </a:xfrm>
        </p:spPr>
        <p:txBody>
          <a:bodyPr/>
          <a:lstStyle/>
          <a:p>
            <a:r>
              <a:rPr lang="en-US" dirty="0"/>
              <a:t>The dominant file-sharing protocol is </a:t>
            </a:r>
            <a:r>
              <a:rPr lang="en-US" b="1" dirty="0"/>
              <a:t>Server Message Block </a:t>
            </a:r>
            <a:r>
              <a:rPr lang="en-US" dirty="0"/>
              <a:t>(</a:t>
            </a:r>
            <a:r>
              <a:rPr lang="en-US" b="1" dirty="0"/>
              <a:t>SMB</a:t>
            </a:r>
            <a:r>
              <a:rPr lang="en-US" dirty="0"/>
              <a:t>)</a:t>
            </a:r>
          </a:p>
          <a:p>
            <a:pPr lvl="1"/>
            <a:r>
              <a:rPr lang="en-US" sz="2200" b="1" dirty="0"/>
              <a:t>SMB</a:t>
            </a:r>
            <a:r>
              <a:rPr lang="en-US" sz="2200" dirty="0"/>
              <a:t> is the native Windows file-sharing protocol but is supported by Linux and MAC OS</a:t>
            </a:r>
          </a:p>
          <a:p>
            <a:r>
              <a:rPr lang="en-US" b="1" dirty="0"/>
              <a:t>Network File System </a:t>
            </a:r>
            <a:r>
              <a:rPr lang="en-US" dirty="0"/>
              <a:t>(</a:t>
            </a:r>
            <a:r>
              <a:rPr lang="en-US" b="1" dirty="0"/>
              <a:t>NFS</a:t>
            </a:r>
            <a:r>
              <a:rPr lang="en-US" dirty="0"/>
              <a:t>) is the native Linux file-sharing protocol, and Windows can support NFS with the right software installed</a:t>
            </a:r>
          </a:p>
          <a:p>
            <a:r>
              <a:rPr lang="en-US" dirty="0"/>
              <a:t>Printer sharing also uses SMB on Windows and Linux</a:t>
            </a:r>
          </a:p>
          <a:p>
            <a:r>
              <a:rPr lang="en-US" dirty="0"/>
              <a:t>The native Linux printer-sharing protocol is </a:t>
            </a:r>
            <a:r>
              <a:rPr lang="en-US" b="1" dirty="0"/>
              <a:t>Common UNIX Printing System </a:t>
            </a:r>
            <a:r>
              <a:rPr lang="en-US" dirty="0"/>
              <a:t>(CUPS)</a:t>
            </a:r>
          </a:p>
          <a:p>
            <a:endParaRPr lang="en-US" dirty="0"/>
          </a:p>
        </p:txBody>
      </p:sp>
    </p:spTree>
    <p:extLst>
      <p:ext uri="{BB962C8B-B14F-4D97-AF65-F5344CB8AC3E}">
        <p14:creationId xmlns:p14="http://schemas.microsoft.com/office/powerpoint/2010/main" val="804899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8CA3-225A-561B-B15B-B9FF1081C6A9}"/>
              </a:ext>
            </a:extLst>
          </p:cNvPr>
          <p:cNvSpPr>
            <a:spLocks noGrp="1"/>
          </p:cNvSpPr>
          <p:nvPr>
            <p:ph type="title"/>
          </p:nvPr>
        </p:nvSpPr>
        <p:spPr>
          <a:xfrm>
            <a:off x="476843" y="925830"/>
            <a:ext cx="11241915" cy="764862"/>
          </a:xfrm>
        </p:spPr>
        <p:txBody>
          <a:bodyPr/>
          <a:lstStyle/>
          <a:p>
            <a:r>
              <a:rPr lang="en-US" dirty="0"/>
              <a:t>Sharing Files and Printers in Windows </a:t>
            </a:r>
            <a:r>
              <a:rPr lang="en-US" sz="2800" dirty="0"/>
              <a:t>(1 of 4)</a:t>
            </a:r>
          </a:p>
        </p:txBody>
      </p:sp>
      <p:sp>
        <p:nvSpPr>
          <p:cNvPr id="3" name="Content Placeholder 2">
            <a:extLst>
              <a:ext uri="{FF2B5EF4-FFF2-40B4-BE49-F238E27FC236}">
                <a16:creationId xmlns:a16="http://schemas.microsoft.com/office/drawing/2014/main" id="{DC61AA43-CD60-D8E7-4131-BB71401DD6C6}"/>
              </a:ext>
            </a:extLst>
          </p:cNvPr>
          <p:cNvSpPr>
            <a:spLocks noGrp="1"/>
          </p:cNvSpPr>
          <p:nvPr>
            <p:ph idx="1"/>
          </p:nvPr>
        </p:nvSpPr>
        <p:spPr/>
        <p:txBody>
          <a:bodyPr/>
          <a:lstStyle/>
          <a:p>
            <a:r>
              <a:rPr lang="en-US" dirty="0"/>
              <a:t>Windows uses share and NTFS permissions</a:t>
            </a:r>
          </a:p>
          <a:p>
            <a:r>
              <a:rPr lang="en-US" dirty="0"/>
              <a:t>Share permissions are somewhat simpler than NTFS permissions with only 3 options: Read, Change, and Full Control</a:t>
            </a:r>
          </a:p>
          <a:p>
            <a:r>
              <a:rPr lang="en-US" dirty="0"/>
              <a:t>Methods to use when </a:t>
            </a:r>
            <a:r>
              <a:rPr lang="en-US" b="1" dirty="0"/>
              <a:t>configuring shares</a:t>
            </a:r>
            <a:r>
              <a:rPr lang="en-US" dirty="0"/>
              <a:t>:</a:t>
            </a:r>
          </a:p>
          <a:p>
            <a:pPr lvl="1"/>
            <a:r>
              <a:rPr lang="en-US" sz="2200" dirty="0"/>
              <a:t>Network access wizard</a:t>
            </a:r>
          </a:p>
          <a:p>
            <a:pPr lvl="1"/>
            <a:r>
              <a:rPr lang="en-US" sz="2200" dirty="0"/>
              <a:t>Advanced Sharing dialog box</a:t>
            </a:r>
          </a:p>
          <a:p>
            <a:pPr lvl="1"/>
            <a:r>
              <a:rPr lang="en-US" sz="2200" dirty="0"/>
              <a:t>Shared Folder snap-in</a:t>
            </a:r>
          </a:p>
          <a:p>
            <a:pPr lvl="1"/>
            <a:r>
              <a:rPr lang="en-US" sz="2200" dirty="0"/>
              <a:t>File and Storage Services</a:t>
            </a:r>
          </a:p>
          <a:p>
            <a:endParaRPr lang="en-US" dirty="0"/>
          </a:p>
        </p:txBody>
      </p:sp>
      <p:sp>
        <p:nvSpPr>
          <p:cNvPr id="5" name="TextBox 4">
            <a:extLst>
              <a:ext uri="{FF2B5EF4-FFF2-40B4-BE49-F238E27FC236}">
                <a16:creationId xmlns:a16="http://schemas.microsoft.com/office/drawing/2014/main" id="{500A9FA7-CE64-3C28-4DEF-0E3C4150BCD2}"/>
              </a:ext>
            </a:extLst>
          </p:cNvPr>
          <p:cNvSpPr txBox="1"/>
          <p:nvPr/>
        </p:nvSpPr>
        <p:spPr>
          <a:xfrm>
            <a:off x="134303" y="13216"/>
            <a:ext cx="1385887" cy="584775"/>
          </a:xfrm>
          <a:prstGeom prst="rect">
            <a:avLst/>
          </a:prstGeom>
          <a:noFill/>
        </p:spPr>
        <p:txBody>
          <a:bodyPr wrap="square">
            <a:spAutoFit/>
          </a:bodyPr>
          <a:lstStyle/>
          <a:p>
            <a:r>
              <a:rPr lang="en-US" sz="3200" b="1">
                <a:solidFill>
                  <a:schemeClr val="accent6"/>
                </a:solidFill>
                <a:latin typeface="Arial" panose="020B0604020202020204" pitchFamily="34" charset="0"/>
                <a:cs typeface="Arial" panose="020B0604020202020204" pitchFamily="34" charset="0"/>
              </a:rPr>
              <a:t>Part 2</a:t>
            </a:r>
          </a:p>
        </p:txBody>
      </p:sp>
    </p:spTree>
    <p:extLst>
      <p:ext uri="{BB962C8B-B14F-4D97-AF65-F5344CB8AC3E}">
        <p14:creationId xmlns:p14="http://schemas.microsoft.com/office/powerpoint/2010/main" val="2060852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9E26-B2EA-FAD6-4B5E-131CA3193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20B75-AA11-11FA-C4E7-B7B9B59D4100}"/>
              </a:ext>
            </a:extLst>
          </p:cNvPr>
          <p:cNvSpPr>
            <a:spLocks noGrp="1"/>
          </p:cNvSpPr>
          <p:nvPr>
            <p:ph type="title"/>
          </p:nvPr>
        </p:nvSpPr>
        <p:spPr/>
        <p:txBody>
          <a:bodyPr/>
          <a:lstStyle/>
          <a:p>
            <a:r>
              <a:rPr lang="en-US" dirty="0"/>
              <a:t>Sharing Files and Printers in Windows </a:t>
            </a:r>
            <a:r>
              <a:rPr lang="en-US" sz="2800" dirty="0"/>
              <a:t>(2 of 4)</a:t>
            </a:r>
          </a:p>
        </p:txBody>
      </p:sp>
      <p:sp>
        <p:nvSpPr>
          <p:cNvPr id="5" name="TextBox 4">
            <a:extLst>
              <a:ext uri="{FF2B5EF4-FFF2-40B4-BE49-F238E27FC236}">
                <a16:creationId xmlns:a16="http://schemas.microsoft.com/office/drawing/2014/main" id="{08D8A9F4-325B-5ED4-7E25-7908A343C671}"/>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12-23  </a:t>
            </a:r>
            <a:r>
              <a:rPr lang="en-US" sz="2400" dirty="0">
                <a:latin typeface="Work Sans" pitchFamily="2" charset="0"/>
              </a:rPr>
              <a:t>The Shared Folders snap-in</a:t>
            </a:r>
          </a:p>
        </p:txBody>
      </p:sp>
      <p:pic>
        <p:nvPicPr>
          <p:cNvPr id="4" name="Picture 3" descr="A screenshot of the Computer Management window with the Shared Folders snap-in selected. The left pane displays a navigation tree under System Tools, including Task Scheduler, Event Viewer, Shared Folders with Shares, Sessions, and Open Files, Local Users and Groups, Performance, Device Manager, and Storage with Disk Management. The right pane lists shared folders with columns for Share Name, Folder Path, Type, and Number of Client Connections. The shared folders include ADMINS at C Windows, C S at C, I P C S, M S at M, NetDocs at C NetDocs, and TestFiles at M TestFiles. All shares are of type Windows, and each has zero client connections. The toolbar at the top includes icons for navigation and management actions.&#10;">
            <a:extLst>
              <a:ext uri="{FF2B5EF4-FFF2-40B4-BE49-F238E27FC236}">
                <a16:creationId xmlns:a16="http://schemas.microsoft.com/office/drawing/2014/main" id="{C65D3640-BEA2-8EC5-3D79-1F7353F8D1A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94578" y="1244054"/>
            <a:ext cx="6531498" cy="4905286"/>
          </a:xfrm>
          <a:prstGeom prst="rect">
            <a:avLst/>
          </a:prstGeom>
        </p:spPr>
      </p:pic>
    </p:spTree>
    <p:extLst>
      <p:ext uri="{BB962C8B-B14F-4D97-AF65-F5344CB8AC3E}">
        <p14:creationId xmlns:p14="http://schemas.microsoft.com/office/powerpoint/2010/main" val="2422417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D82F-4416-8180-CE27-60EC009432EA}"/>
              </a:ext>
            </a:extLst>
          </p:cNvPr>
          <p:cNvSpPr>
            <a:spLocks noGrp="1"/>
          </p:cNvSpPr>
          <p:nvPr>
            <p:ph type="title"/>
          </p:nvPr>
        </p:nvSpPr>
        <p:spPr/>
        <p:txBody>
          <a:bodyPr/>
          <a:lstStyle/>
          <a:p>
            <a:r>
              <a:rPr lang="en-US" dirty="0"/>
              <a:t>Sharing Files and Printers in </a:t>
            </a:r>
            <a:r>
              <a:rPr lang="en-US"/>
              <a:t>Windows </a:t>
            </a:r>
            <a:r>
              <a:rPr lang="en-US" sz="2800"/>
              <a:t>(3 of 4)</a:t>
            </a:r>
            <a:endParaRPr lang="en-US" sz="2800" dirty="0"/>
          </a:p>
        </p:txBody>
      </p:sp>
      <p:sp>
        <p:nvSpPr>
          <p:cNvPr id="3" name="Content Placeholder 2">
            <a:extLst>
              <a:ext uri="{FF2B5EF4-FFF2-40B4-BE49-F238E27FC236}">
                <a16:creationId xmlns:a16="http://schemas.microsoft.com/office/drawing/2014/main" id="{D81C03B0-39C2-A043-EE41-E6E4B21CF4E0}"/>
              </a:ext>
            </a:extLst>
          </p:cNvPr>
          <p:cNvSpPr>
            <a:spLocks noGrp="1"/>
          </p:cNvSpPr>
          <p:nvPr>
            <p:ph idx="1"/>
          </p:nvPr>
        </p:nvSpPr>
        <p:spPr>
          <a:xfrm>
            <a:off x="476843" y="1482725"/>
            <a:ext cx="11241915" cy="4351338"/>
          </a:xfrm>
        </p:spPr>
        <p:txBody>
          <a:bodyPr/>
          <a:lstStyle/>
          <a:p>
            <a:r>
              <a:rPr lang="en-US" b="1" dirty="0"/>
              <a:t>Components</a:t>
            </a:r>
            <a:r>
              <a:rPr lang="en-US" dirty="0"/>
              <a:t> of a shared printer:</a:t>
            </a:r>
          </a:p>
          <a:p>
            <a:pPr lvl="1"/>
            <a:r>
              <a:rPr lang="en-US" sz="2200" b="1" dirty="0"/>
              <a:t>Print device</a:t>
            </a:r>
            <a:r>
              <a:rPr lang="en-US" sz="2200" dirty="0"/>
              <a:t>—Two basic types of print device:</a:t>
            </a:r>
          </a:p>
          <a:p>
            <a:pPr lvl="2"/>
            <a:r>
              <a:rPr lang="en-US" sz="2200" b="1" dirty="0"/>
              <a:t>Local print device</a:t>
            </a:r>
            <a:r>
              <a:rPr lang="en-US" sz="2200" dirty="0"/>
              <a:t>: Connected to an </a:t>
            </a:r>
            <a:r>
              <a:rPr lang="en-US" sz="2200" b="1" dirty="0"/>
              <a:t>I/O port </a:t>
            </a:r>
            <a:r>
              <a:rPr lang="en-US" sz="2200" dirty="0"/>
              <a:t>on a computer</a:t>
            </a:r>
          </a:p>
          <a:p>
            <a:pPr lvl="2"/>
            <a:r>
              <a:rPr lang="en-US" sz="2200" b="1" dirty="0"/>
              <a:t>Network print device</a:t>
            </a:r>
            <a:r>
              <a:rPr lang="en-US" sz="2200" dirty="0"/>
              <a:t>: A printer attached to and shared by another computer</a:t>
            </a:r>
          </a:p>
          <a:p>
            <a:pPr lvl="1"/>
            <a:r>
              <a:rPr lang="en-US" sz="2200" b="1" dirty="0"/>
              <a:t>Printer</a:t>
            </a:r>
            <a:r>
              <a:rPr lang="en-US" sz="2200" dirty="0"/>
              <a:t>—The icon in the Printers folder that represents print devices</a:t>
            </a:r>
          </a:p>
          <a:p>
            <a:pPr lvl="1"/>
            <a:r>
              <a:rPr lang="en-US" sz="2200" b="1" dirty="0"/>
              <a:t>Print server</a:t>
            </a:r>
            <a:r>
              <a:rPr lang="en-US" sz="2200" dirty="0"/>
              <a:t>—A Windows computer sharing a printer</a:t>
            </a:r>
          </a:p>
          <a:p>
            <a:pPr lvl="1"/>
            <a:r>
              <a:rPr lang="en-US" sz="2200" b="1" dirty="0"/>
              <a:t>Print queue</a:t>
            </a:r>
            <a:r>
              <a:rPr lang="en-US" sz="2200" dirty="0"/>
              <a:t>—Storage for print jobs awaiting printing</a:t>
            </a:r>
          </a:p>
          <a:p>
            <a:endParaRPr lang="en-US" dirty="0"/>
          </a:p>
        </p:txBody>
      </p:sp>
    </p:spTree>
    <p:extLst>
      <p:ext uri="{BB962C8B-B14F-4D97-AF65-F5344CB8AC3E}">
        <p14:creationId xmlns:p14="http://schemas.microsoft.com/office/powerpoint/2010/main" val="238544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36319-0BD6-F8F7-FBB6-8D243403F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85AA0-1089-D38F-9610-E359C73732BF}"/>
              </a:ext>
            </a:extLst>
          </p:cNvPr>
          <p:cNvSpPr>
            <a:spLocks noGrp="1"/>
          </p:cNvSpPr>
          <p:nvPr>
            <p:ph type="title"/>
          </p:nvPr>
        </p:nvSpPr>
        <p:spPr/>
        <p:txBody>
          <a:bodyPr/>
          <a:lstStyle/>
          <a:p>
            <a:r>
              <a:rPr lang="en-US" dirty="0"/>
              <a:t>Sharing Files and Printers in Windows </a:t>
            </a:r>
            <a:r>
              <a:rPr lang="en-US" sz="2800" dirty="0"/>
              <a:t>(4 of 4)</a:t>
            </a:r>
          </a:p>
        </p:txBody>
      </p:sp>
      <p:sp>
        <p:nvSpPr>
          <p:cNvPr id="5" name="TextBox 4">
            <a:extLst>
              <a:ext uri="{FF2B5EF4-FFF2-40B4-BE49-F238E27FC236}">
                <a16:creationId xmlns:a16="http://schemas.microsoft.com/office/drawing/2014/main" id="{37DEE16D-E1F6-25AF-D38B-5EE38882851C}"/>
              </a:ext>
            </a:extLst>
          </p:cNvPr>
          <p:cNvSpPr txBox="1"/>
          <p:nvPr/>
        </p:nvSpPr>
        <p:spPr>
          <a:xfrm>
            <a:off x="7315200" y="3013501"/>
            <a:ext cx="4294598" cy="830997"/>
          </a:xfrm>
          <a:prstGeom prst="rect">
            <a:avLst/>
          </a:prstGeom>
          <a:noFill/>
        </p:spPr>
        <p:txBody>
          <a:bodyPr wrap="square" rtlCol="0">
            <a:spAutoFit/>
          </a:bodyPr>
          <a:lstStyle/>
          <a:p>
            <a:r>
              <a:rPr lang="en-US" sz="2400" b="1" dirty="0">
                <a:latin typeface="Work Sans" pitchFamily="2" charset="0"/>
              </a:rPr>
              <a:t>Figure 12-24  </a:t>
            </a:r>
            <a:r>
              <a:rPr lang="en-US" sz="2400" dirty="0">
                <a:latin typeface="Work Sans" pitchFamily="2" charset="0"/>
              </a:rPr>
              <a:t>The Sharing tab for a print server</a:t>
            </a:r>
          </a:p>
        </p:txBody>
      </p:sp>
      <p:pic>
        <p:nvPicPr>
          <p:cNvPr id="4" name="Picture 3" descr="A screenshot of the Brother H L L 2 3 5 0 D W series Printer Properties window with the Sharing tab selected. A message at the top states that only users on the network with a username and password for the computer can print to it. A link to the Network and Sharing Center is provided. The Share this printer checkbox is selected. The Share name field is set to Brother H L L 2 3 5 0 D W series Printer. The Render print jobs on client computers checkbox is grayed out and unselected. The Drivers section explains that additional drivers may be needed for users running different Windows versions. An Additional Drivers button is present but inactive. At the bottom are OK, Cancel, and Apply buttons.&#10;">
            <a:extLst>
              <a:ext uri="{FF2B5EF4-FFF2-40B4-BE49-F238E27FC236}">
                <a16:creationId xmlns:a16="http://schemas.microsoft.com/office/drawing/2014/main" id="{A8F41F85-5D57-AE79-AF00-666CAEF17A0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77167" y="1349393"/>
            <a:ext cx="5632293" cy="4513645"/>
          </a:xfrm>
          <a:prstGeom prst="rect">
            <a:avLst/>
          </a:prstGeom>
        </p:spPr>
      </p:pic>
    </p:spTree>
    <p:extLst>
      <p:ext uri="{BB962C8B-B14F-4D97-AF65-F5344CB8AC3E}">
        <p14:creationId xmlns:p14="http://schemas.microsoft.com/office/powerpoint/2010/main" val="691672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77D7A-E1E9-DC92-A663-4DD3CF19B8D6}"/>
              </a:ext>
            </a:extLst>
          </p:cNvPr>
          <p:cNvSpPr>
            <a:spLocks noGrp="1"/>
          </p:cNvSpPr>
          <p:nvPr>
            <p:ph type="title"/>
          </p:nvPr>
        </p:nvSpPr>
        <p:spPr/>
        <p:txBody>
          <a:bodyPr/>
          <a:lstStyle/>
          <a:p>
            <a:r>
              <a:rPr lang="en-US" dirty="0"/>
              <a:t>Sharing Files and Printers in Linux</a:t>
            </a:r>
          </a:p>
        </p:txBody>
      </p:sp>
      <p:sp>
        <p:nvSpPr>
          <p:cNvPr id="3" name="Content Placeholder 2">
            <a:extLst>
              <a:ext uri="{FF2B5EF4-FFF2-40B4-BE49-F238E27FC236}">
                <a16:creationId xmlns:a16="http://schemas.microsoft.com/office/drawing/2014/main" id="{CD71CAAC-5F77-FD13-C94F-5FC905021A1F}"/>
              </a:ext>
            </a:extLst>
          </p:cNvPr>
          <p:cNvSpPr>
            <a:spLocks noGrp="1"/>
          </p:cNvSpPr>
          <p:nvPr>
            <p:ph idx="1"/>
          </p:nvPr>
        </p:nvSpPr>
        <p:spPr>
          <a:xfrm>
            <a:off x="579713" y="1471295"/>
            <a:ext cx="11241915" cy="4351338"/>
          </a:xfrm>
        </p:spPr>
        <p:txBody>
          <a:bodyPr/>
          <a:lstStyle/>
          <a:p>
            <a:r>
              <a:rPr lang="en-US" dirty="0"/>
              <a:t>Linux supports a number of options for sharing files and printers:</a:t>
            </a:r>
          </a:p>
          <a:p>
            <a:pPr lvl="1"/>
            <a:r>
              <a:rPr lang="en-US" dirty="0"/>
              <a:t>Samba</a:t>
            </a:r>
          </a:p>
          <a:p>
            <a:pPr lvl="1"/>
            <a:r>
              <a:rPr lang="en-US" dirty="0"/>
              <a:t>WebDav</a:t>
            </a:r>
          </a:p>
          <a:p>
            <a:pPr lvl="1"/>
            <a:r>
              <a:rPr lang="en-US" dirty="0"/>
              <a:t>Network File System (NFS)</a:t>
            </a:r>
          </a:p>
          <a:p>
            <a:pPr lvl="1"/>
            <a:r>
              <a:rPr lang="en-US" dirty="0"/>
              <a:t>Common UNIX Printing System (CUPS)</a:t>
            </a:r>
          </a:p>
          <a:p>
            <a:endParaRPr lang="en-US" dirty="0"/>
          </a:p>
        </p:txBody>
      </p:sp>
    </p:spTree>
    <p:extLst>
      <p:ext uri="{BB962C8B-B14F-4D97-AF65-F5344CB8AC3E}">
        <p14:creationId xmlns:p14="http://schemas.microsoft.com/office/powerpoint/2010/main" val="13542970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EAA47-5DC6-CAFE-9E78-5D035090C526}"/>
              </a:ext>
            </a:extLst>
          </p:cNvPr>
          <p:cNvSpPr>
            <a:spLocks noGrp="1"/>
          </p:cNvSpPr>
          <p:nvPr>
            <p:ph type="title"/>
          </p:nvPr>
        </p:nvSpPr>
        <p:spPr/>
        <p:txBody>
          <a:bodyPr/>
          <a:lstStyle/>
          <a:p>
            <a:r>
              <a:rPr lang="en-US" dirty="0"/>
              <a:t>Monitoring System Reliability and Performance</a:t>
            </a:r>
          </a:p>
        </p:txBody>
      </p:sp>
      <p:sp>
        <p:nvSpPr>
          <p:cNvPr id="3" name="Content Placeholder 2">
            <a:extLst>
              <a:ext uri="{FF2B5EF4-FFF2-40B4-BE49-F238E27FC236}">
                <a16:creationId xmlns:a16="http://schemas.microsoft.com/office/drawing/2014/main" id="{1BD1E879-1283-B901-A33C-5C201C9EB4B6}"/>
              </a:ext>
            </a:extLst>
          </p:cNvPr>
          <p:cNvSpPr>
            <a:spLocks noGrp="1"/>
          </p:cNvSpPr>
          <p:nvPr>
            <p:ph idx="1"/>
          </p:nvPr>
        </p:nvSpPr>
        <p:spPr/>
        <p:txBody>
          <a:bodyPr/>
          <a:lstStyle/>
          <a:p>
            <a:r>
              <a:rPr lang="en-US" b="1" dirty="0"/>
              <a:t>Windows Server </a:t>
            </a:r>
            <a:r>
              <a:rPr lang="en-US" dirty="0"/>
              <a:t>includes the following tools to manage and monitor server operation and resources:</a:t>
            </a:r>
          </a:p>
          <a:p>
            <a:pPr lvl="1"/>
            <a:r>
              <a:rPr lang="en-US" dirty="0"/>
              <a:t>Task Manager</a:t>
            </a:r>
          </a:p>
          <a:p>
            <a:pPr lvl="1"/>
            <a:r>
              <a:rPr lang="en-US" dirty="0"/>
              <a:t>Event Viewer</a:t>
            </a:r>
          </a:p>
          <a:p>
            <a:pPr lvl="1"/>
            <a:r>
              <a:rPr lang="en-US" dirty="0"/>
              <a:t>Performance Monitor</a:t>
            </a:r>
          </a:p>
          <a:p>
            <a:r>
              <a:rPr lang="en-US" dirty="0"/>
              <a:t>You have already used Task Manager, so this section focuses on the other two</a:t>
            </a:r>
          </a:p>
          <a:p>
            <a:endParaRPr lang="en-US" dirty="0"/>
          </a:p>
          <a:p>
            <a:endParaRPr lang="en-US" dirty="0"/>
          </a:p>
        </p:txBody>
      </p:sp>
      <p:sp>
        <p:nvSpPr>
          <p:cNvPr id="5" name="TextBox 4">
            <a:extLst>
              <a:ext uri="{FF2B5EF4-FFF2-40B4-BE49-F238E27FC236}">
                <a16:creationId xmlns:a16="http://schemas.microsoft.com/office/drawing/2014/main" id="{1CD9070F-2DD1-8607-CFCD-02B214868E7F}"/>
              </a:ext>
            </a:extLst>
          </p:cNvPr>
          <p:cNvSpPr txBox="1"/>
          <p:nvPr/>
        </p:nvSpPr>
        <p:spPr>
          <a:xfrm>
            <a:off x="4983480" y="3015734"/>
            <a:ext cx="6731677" cy="430887"/>
          </a:xfrm>
          <a:prstGeom prst="rect">
            <a:avLst/>
          </a:prstGeom>
          <a:noFill/>
        </p:spPr>
        <p:txBody>
          <a:bodyPr wrap="square">
            <a:spAutoFit/>
          </a:bodyPr>
          <a:lstStyle/>
          <a:p>
            <a:r>
              <a:rPr lang="en-US" sz="2200">
                <a:hlinkClick r:id="rId2"/>
              </a:rPr>
              <a:t>youtube.com/watch?v=K-oHcDYmhUs</a:t>
            </a:r>
            <a:r>
              <a:rPr lang="en-US" sz="2200"/>
              <a:t>      File-Print Server</a:t>
            </a:r>
          </a:p>
        </p:txBody>
      </p:sp>
    </p:spTree>
    <p:extLst>
      <p:ext uri="{BB962C8B-B14F-4D97-AF65-F5344CB8AC3E}">
        <p14:creationId xmlns:p14="http://schemas.microsoft.com/office/powerpoint/2010/main" val="2825353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B1BE5-4A51-F7D2-FAB3-F3016FC528A7}"/>
              </a:ext>
            </a:extLst>
          </p:cNvPr>
          <p:cNvSpPr>
            <a:spLocks noGrp="1"/>
          </p:cNvSpPr>
          <p:nvPr>
            <p:ph type="title"/>
          </p:nvPr>
        </p:nvSpPr>
        <p:spPr/>
        <p:txBody>
          <a:bodyPr/>
          <a:lstStyle/>
          <a:p>
            <a:r>
              <a:rPr lang="en-US" dirty="0"/>
              <a:t>Event Viewer </a:t>
            </a:r>
            <a:r>
              <a:rPr lang="en-US" sz="2800" dirty="0"/>
              <a:t>(1 of 2)</a:t>
            </a:r>
          </a:p>
        </p:txBody>
      </p:sp>
      <p:sp>
        <p:nvSpPr>
          <p:cNvPr id="3" name="Content Placeholder 2">
            <a:extLst>
              <a:ext uri="{FF2B5EF4-FFF2-40B4-BE49-F238E27FC236}">
                <a16:creationId xmlns:a16="http://schemas.microsoft.com/office/drawing/2014/main" id="{E5DEDBD2-AFBF-4CBB-81B8-9E44114324FE}"/>
              </a:ext>
            </a:extLst>
          </p:cNvPr>
          <p:cNvSpPr>
            <a:spLocks noGrp="1"/>
          </p:cNvSpPr>
          <p:nvPr>
            <p:ph idx="1"/>
          </p:nvPr>
        </p:nvSpPr>
        <p:spPr>
          <a:xfrm>
            <a:off x="476843" y="1412041"/>
            <a:ext cx="11241915" cy="4351338"/>
          </a:xfrm>
        </p:spPr>
        <p:txBody>
          <a:bodyPr/>
          <a:lstStyle/>
          <a:p>
            <a:r>
              <a:rPr lang="en-US" b="1" dirty="0"/>
              <a:t>Event Viewer </a:t>
            </a:r>
            <a:r>
              <a:rPr lang="en-US" dirty="0"/>
              <a:t>allows administrators to view event </a:t>
            </a:r>
            <a:r>
              <a:rPr lang="en-US" b="1" dirty="0"/>
              <a:t>log entries</a:t>
            </a:r>
            <a:r>
              <a:rPr lang="en-US" dirty="0"/>
              <a:t>, categorized by these levels:</a:t>
            </a:r>
          </a:p>
          <a:p>
            <a:pPr lvl="1"/>
            <a:r>
              <a:rPr lang="en-US" sz="2200" b="1" dirty="0"/>
              <a:t>Information</a:t>
            </a:r>
            <a:r>
              <a:rPr lang="en-US" sz="2200" dirty="0"/>
              <a:t>—indicates normal operations, such as service stops and starts</a:t>
            </a:r>
          </a:p>
          <a:p>
            <a:pPr lvl="1"/>
            <a:r>
              <a:rPr lang="en-US" sz="2200" b="1" dirty="0"/>
              <a:t>Warning</a:t>
            </a:r>
            <a:r>
              <a:rPr lang="en-US" sz="2200" dirty="0"/>
              <a:t>—information about events that should be brought to the administrator’s attention</a:t>
            </a:r>
          </a:p>
          <a:p>
            <a:pPr lvl="1"/>
            <a:r>
              <a:rPr lang="en-US" sz="2200" b="1" dirty="0"/>
              <a:t>Error</a:t>
            </a:r>
            <a:r>
              <a:rPr lang="en-US" sz="2200" dirty="0"/>
              <a:t>—often generated when a process or service is unable to perform a task or stops unexpectedly </a:t>
            </a:r>
          </a:p>
          <a:p>
            <a:pPr lvl="1"/>
            <a:r>
              <a:rPr lang="en-US" sz="2200" b="1" dirty="0"/>
              <a:t>Critical</a:t>
            </a:r>
            <a:r>
              <a:rPr lang="en-US" sz="2200" dirty="0"/>
              <a:t>—critical events are generated when the Windows OS experiences an error that causes the system to stop functioning</a:t>
            </a:r>
          </a:p>
        </p:txBody>
      </p:sp>
    </p:spTree>
    <p:extLst>
      <p:ext uri="{BB962C8B-B14F-4D97-AF65-F5344CB8AC3E}">
        <p14:creationId xmlns:p14="http://schemas.microsoft.com/office/powerpoint/2010/main" val="3729339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7C8A-1BDE-32AC-2EB7-28CA622E2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D3480-C9DB-84C3-6FCB-BA6A48A4A0CE}"/>
              </a:ext>
            </a:extLst>
          </p:cNvPr>
          <p:cNvSpPr>
            <a:spLocks noGrp="1"/>
          </p:cNvSpPr>
          <p:nvPr>
            <p:ph type="title"/>
          </p:nvPr>
        </p:nvSpPr>
        <p:spPr/>
        <p:txBody>
          <a:bodyPr/>
          <a:lstStyle/>
          <a:p>
            <a:r>
              <a:rPr lang="en-US" dirty="0"/>
              <a:t>Event Viewer </a:t>
            </a:r>
            <a:r>
              <a:rPr lang="en-US" sz="2800" dirty="0"/>
              <a:t>(2 of 2)</a:t>
            </a:r>
          </a:p>
        </p:txBody>
      </p:sp>
      <p:sp>
        <p:nvSpPr>
          <p:cNvPr id="5" name="TextBox 4">
            <a:extLst>
              <a:ext uri="{FF2B5EF4-FFF2-40B4-BE49-F238E27FC236}">
                <a16:creationId xmlns:a16="http://schemas.microsoft.com/office/drawing/2014/main" id="{14A6238E-6AA8-0481-F56C-D5187BBE1A63}"/>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12-25  </a:t>
            </a:r>
            <a:r>
              <a:rPr lang="en-US" sz="2400" dirty="0">
                <a:latin typeface="Work Sans" pitchFamily="2" charset="0"/>
              </a:rPr>
              <a:t>Event Viewer is Windows 11</a:t>
            </a:r>
          </a:p>
        </p:txBody>
      </p:sp>
      <p:pic>
        <p:nvPicPr>
          <p:cNvPr id="4" name="Picture 3" descr="A screenshot of the Event Viewer window in Windows with the System log selected under Windows Logs. The top panel displays event entries with columns for Level, Date and Time, Source, Event ID, and Task Category. Events include Information, Error, and Warning messages from sources such as Kernel Boot, Hyper V Hypervisor, and EventLog. The lower panel displays details for Event 26 Kernel General, indicating that the access history in the Windows ServiceProfiles NetworkService AppData Local Microsoft Windows DeliveryOptimization State dosvcState dat file was cleared, updating 9 kilobytes and creating one modified page. The left pane contains a navigation tree with sections for Custom Views, Windows Logs, Applications and Services Logs, and Subscriptions. The top toolbar includes icons for navigation and management actions.&#10;">
            <a:extLst>
              <a:ext uri="{FF2B5EF4-FFF2-40B4-BE49-F238E27FC236}">
                <a16:creationId xmlns:a16="http://schemas.microsoft.com/office/drawing/2014/main" id="{6E2677D8-0D08-E0C8-34E4-53BB71A2FD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48741" y="1362652"/>
            <a:ext cx="5966460" cy="4706678"/>
          </a:xfrm>
          <a:prstGeom prst="rect">
            <a:avLst/>
          </a:prstGeom>
        </p:spPr>
      </p:pic>
    </p:spTree>
    <p:extLst>
      <p:ext uri="{BB962C8B-B14F-4D97-AF65-F5344CB8AC3E}">
        <p14:creationId xmlns:p14="http://schemas.microsoft.com/office/powerpoint/2010/main" val="13188775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C88E-D6F0-023C-4879-C173F3B1FE37}"/>
              </a:ext>
            </a:extLst>
          </p:cNvPr>
          <p:cNvSpPr>
            <a:spLocks noGrp="1"/>
          </p:cNvSpPr>
          <p:nvPr>
            <p:ph type="title"/>
          </p:nvPr>
        </p:nvSpPr>
        <p:spPr/>
        <p:txBody>
          <a:bodyPr/>
          <a:lstStyle/>
          <a:p>
            <a:r>
              <a:rPr lang="en-US" dirty="0"/>
              <a:t>Performance Monitor </a:t>
            </a:r>
            <a:r>
              <a:rPr lang="en-US" sz="2800" dirty="0"/>
              <a:t>(1 of 2)</a:t>
            </a:r>
          </a:p>
        </p:txBody>
      </p:sp>
      <p:sp>
        <p:nvSpPr>
          <p:cNvPr id="3" name="Content Placeholder 2">
            <a:extLst>
              <a:ext uri="{FF2B5EF4-FFF2-40B4-BE49-F238E27FC236}">
                <a16:creationId xmlns:a16="http://schemas.microsoft.com/office/drawing/2014/main" id="{78080CBF-2C2B-87BA-3C9E-D8D6D834461A}"/>
              </a:ext>
            </a:extLst>
          </p:cNvPr>
          <p:cNvSpPr>
            <a:spLocks noGrp="1"/>
          </p:cNvSpPr>
          <p:nvPr>
            <p:ph idx="1"/>
          </p:nvPr>
        </p:nvSpPr>
        <p:spPr>
          <a:xfrm>
            <a:off x="476843" y="1454294"/>
            <a:ext cx="11241915" cy="4351338"/>
          </a:xfrm>
        </p:spPr>
        <p:txBody>
          <a:bodyPr/>
          <a:lstStyle/>
          <a:p>
            <a:r>
              <a:rPr lang="en-US" b="1" dirty="0"/>
              <a:t>Performance Monitor </a:t>
            </a:r>
            <a:r>
              <a:rPr lang="en-US" dirty="0"/>
              <a:t>is a collection of tools for pinpointing which resources are being overloaded and how they’re being overloaded</a:t>
            </a:r>
          </a:p>
          <a:p>
            <a:r>
              <a:rPr lang="en-US" dirty="0"/>
              <a:t>It contains the following folders:</a:t>
            </a:r>
          </a:p>
          <a:p>
            <a:pPr lvl="1"/>
            <a:r>
              <a:rPr lang="en-US" sz="2200" b="1" dirty="0"/>
              <a:t>Monitoring Tools</a:t>
            </a:r>
            <a:r>
              <a:rPr lang="en-US" sz="2200" dirty="0"/>
              <a:t>—contains the Performance Monitor tool</a:t>
            </a:r>
          </a:p>
          <a:p>
            <a:pPr lvl="1"/>
            <a:r>
              <a:rPr lang="en-US" sz="2200" dirty="0"/>
              <a:t>Data Collector Sets—contains templates with sets of data points</a:t>
            </a:r>
          </a:p>
          <a:p>
            <a:pPr lvl="1"/>
            <a:r>
              <a:rPr lang="en-US" sz="2200" dirty="0"/>
              <a:t>Reports—contains performance and diagnostic reports</a:t>
            </a:r>
          </a:p>
          <a:p>
            <a:r>
              <a:rPr lang="en-US" dirty="0"/>
              <a:t>Performance Monitor uses counters to track the performance of a variety of objects</a:t>
            </a:r>
          </a:p>
          <a:p>
            <a:pPr lvl="1"/>
            <a:r>
              <a:rPr lang="en-US" sz="2200" dirty="0"/>
              <a:t>A counter is a value representing some aspect of an object’s performance</a:t>
            </a:r>
          </a:p>
          <a:p>
            <a:endParaRPr lang="en-US" dirty="0"/>
          </a:p>
        </p:txBody>
      </p:sp>
    </p:spTree>
    <p:extLst>
      <p:ext uri="{BB962C8B-B14F-4D97-AF65-F5344CB8AC3E}">
        <p14:creationId xmlns:p14="http://schemas.microsoft.com/office/powerpoint/2010/main" val="6100344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94DA6-58D6-3715-46FD-26F87DC31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91A36-179B-A1E8-30CD-A8C907E4AE71}"/>
              </a:ext>
            </a:extLst>
          </p:cNvPr>
          <p:cNvSpPr>
            <a:spLocks noGrp="1"/>
          </p:cNvSpPr>
          <p:nvPr>
            <p:ph type="title"/>
          </p:nvPr>
        </p:nvSpPr>
        <p:spPr/>
        <p:txBody>
          <a:bodyPr/>
          <a:lstStyle/>
          <a:p>
            <a:r>
              <a:rPr lang="en-US" dirty="0"/>
              <a:t>Performance Monitor </a:t>
            </a:r>
            <a:r>
              <a:rPr lang="en-US" sz="2800" dirty="0"/>
              <a:t>(2 of 2)</a:t>
            </a:r>
          </a:p>
        </p:txBody>
      </p:sp>
      <p:sp>
        <p:nvSpPr>
          <p:cNvPr id="5" name="TextBox 4">
            <a:extLst>
              <a:ext uri="{FF2B5EF4-FFF2-40B4-BE49-F238E27FC236}">
                <a16:creationId xmlns:a16="http://schemas.microsoft.com/office/drawing/2014/main" id="{597DE154-C400-B879-4A5D-0B6F62B27341}"/>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12-26  </a:t>
            </a:r>
            <a:r>
              <a:rPr lang="en-US" sz="2400" dirty="0">
                <a:latin typeface="Work Sans" pitchFamily="2" charset="0"/>
              </a:rPr>
              <a:t>The Performance Monitor tool</a:t>
            </a:r>
          </a:p>
        </p:txBody>
      </p:sp>
      <p:pic>
        <p:nvPicPr>
          <p:cNvPr id="4" name="Picture 3" descr="A screenshot of the Computer Management window with the Performance Monitor tool selected. The left pane contains a navigation tree under System Tools, including Task Scheduler, Event Viewer, Shared Folders, Local Users and Groups, Performance, Device Manager, and Disk Management. The Performance section is expanded, featuring Monitoring Tools with Performance Monitor, Data Collector Sets, and Reports. The top panel displays an overview of Performance Monitor, explaining that it can view real-time performance data or analyze log files. It provides options to create data collector sets and open the Resource Monitor for detailed hardware and system analysis. A link labeled Open Resource Monitor is present. The lower panel, titled System Summary, displays the performance metrics for V NET 0 1, including memory usage, network interface activity for Intel PRO 1000 M T Desktop Adapter, and processor utilization. The top toolbar contains icons for navigation and management actions.&#10;">
            <a:extLst>
              <a:ext uri="{FF2B5EF4-FFF2-40B4-BE49-F238E27FC236}">
                <a16:creationId xmlns:a16="http://schemas.microsoft.com/office/drawing/2014/main" id="{12B43072-FAC1-44AF-07AA-0AED77850B0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45438" y="1081967"/>
            <a:ext cx="6469761" cy="5181673"/>
          </a:xfrm>
          <a:prstGeom prst="rect">
            <a:avLst/>
          </a:prstGeom>
        </p:spPr>
      </p:pic>
    </p:spTree>
    <p:extLst>
      <p:ext uri="{BB962C8B-B14F-4D97-AF65-F5344CB8AC3E}">
        <p14:creationId xmlns:p14="http://schemas.microsoft.com/office/powerpoint/2010/main" val="2965806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4165D-269E-49B1-E1A6-59AEF7F9FD47}"/>
              </a:ext>
            </a:extLst>
          </p:cNvPr>
          <p:cNvSpPr>
            <a:spLocks noGrp="1"/>
          </p:cNvSpPr>
          <p:nvPr>
            <p:ph type="title"/>
          </p:nvPr>
        </p:nvSpPr>
        <p:spPr/>
        <p:txBody>
          <a:bodyPr/>
          <a:lstStyle/>
          <a:p>
            <a:r>
              <a:rPr lang="en-US" dirty="0"/>
              <a:t>Enhancing Network Performance</a:t>
            </a:r>
          </a:p>
        </p:txBody>
      </p:sp>
      <p:sp>
        <p:nvSpPr>
          <p:cNvPr id="3" name="Content Placeholder 2">
            <a:extLst>
              <a:ext uri="{FF2B5EF4-FFF2-40B4-BE49-F238E27FC236}">
                <a16:creationId xmlns:a16="http://schemas.microsoft.com/office/drawing/2014/main" id="{7D1F916B-6FF0-17F6-51A5-8982C5EA3689}"/>
              </a:ext>
            </a:extLst>
          </p:cNvPr>
          <p:cNvSpPr>
            <a:spLocks noGrp="1"/>
          </p:cNvSpPr>
          <p:nvPr>
            <p:ph idx="1"/>
          </p:nvPr>
        </p:nvSpPr>
        <p:spPr>
          <a:xfrm>
            <a:off x="476843" y="1402715"/>
            <a:ext cx="11241915" cy="4351338"/>
          </a:xfrm>
        </p:spPr>
        <p:txBody>
          <a:bodyPr/>
          <a:lstStyle/>
          <a:p>
            <a:r>
              <a:rPr lang="en-US" dirty="0"/>
              <a:t>Factors that can cause </a:t>
            </a:r>
            <a:r>
              <a:rPr lang="en-US" b="1" dirty="0"/>
              <a:t>poor performance</a:t>
            </a:r>
            <a:r>
              <a:rPr lang="en-US" dirty="0"/>
              <a:t>:</a:t>
            </a:r>
          </a:p>
          <a:p>
            <a:pPr lvl="1"/>
            <a:r>
              <a:rPr lang="en-US" dirty="0"/>
              <a:t>Poor or inadequate network design</a:t>
            </a:r>
          </a:p>
          <a:p>
            <a:pPr lvl="1"/>
            <a:r>
              <a:rPr lang="en-US" dirty="0"/>
              <a:t>Poor network traffic management</a:t>
            </a:r>
          </a:p>
          <a:p>
            <a:pPr lvl="1"/>
            <a:r>
              <a:rPr lang="en-US" dirty="0"/>
              <a:t>Network errors</a:t>
            </a:r>
          </a:p>
          <a:p>
            <a:pPr lvl="1"/>
            <a:r>
              <a:rPr lang="en-US" dirty="0"/>
              <a:t>Denial-of-service attacks</a:t>
            </a:r>
          </a:p>
          <a:p>
            <a:endParaRPr lang="en-US" dirty="0"/>
          </a:p>
        </p:txBody>
      </p:sp>
    </p:spTree>
    <p:extLst>
      <p:ext uri="{BB962C8B-B14F-4D97-AF65-F5344CB8AC3E}">
        <p14:creationId xmlns:p14="http://schemas.microsoft.com/office/powerpoint/2010/main" val="1737759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C207-FC31-EF36-A39B-7EB366DEE6EC}"/>
              </a:ext>
            </a:extLst>
          </p:cNvPr>
          <p:cNvSpPr>
            <a:spLocks noGrp="1"/>
          </p:cNvSpPr>
          <p:nvPr>
            <p:ph type="title"/>
          </p:nvPr>
        </p:nvSpPr>
        <p:spPr/>
        <p:txBody>
          <a:bodyPr/>
          <a:lstStyle/>
          <a:p>
            <a:r>
              <a:rPr lang="en-US" dirty="0"/>
              <a:t>Network Performance Monitoring (1 of 2)</a:t>
            </a:r>
          </a:p>
        </p:txBody>
      </p:sp>
      <p:sp>
        <p:nvSpPr>
          <p:cNvPr id="3" name="Content Placeholder 2">
            <a:extLst>
              <a:ext uri="{FF2B5EF4-FFF2-40B4-BE49-F238E27FC236}">
                <a16:creationId xmlns:a16="http://schemas.microsoft.com/office/drawing/2014/main" id="{1DC95517-15C8-BEC5-5B55-1AFE2DA55471}"/>
              </a:ext>
            </a:extLst>
          </p:cNvPr>
          <p:cNvSpPr>
            <a:spLocks noGrp="1"/>
          </p:cNvSpPr>
          <p:nvPr>
            <p:ph idx="1"/>
          </p:nvPr>
        </p:nvSpPr>
        <p:spPr>
          <a:xfrm>
            <a:off x="476843" y="1425575"/>
            <a:ext cx="11241915" cy="4351338"/>
          </a:xfrm>
        </p:spPr>
        <p:txBody>
          <a:bodyPr/>
          <a:lstStyle/>
          <a:p>
            <a:r>
              <a:rPr lang="en-US" dirty="0"/>
              <a:t>Two network protocols designed to monitor network performance:</a:t>
            </a:r>
          </a:p>
          <a:p>
            <a:pPr lvl="1"/>
            <a:r>
              <a:rPr lang="en-US" sz="2200" dirty="0"/>
              <a:t>Simple Network Management Protocol (</a:t>
            </a:r>
            <a:r>
              <a:rPr lang="en-US" sz="2200" b="1" dirty="0"/>
              <a:t>SNMP</a:t>
            </a:r>
            <a:r>
              <a:rPr lang="en-US" sz="2200" dirty="0"/>
              <a:t>)</a:t>
            </a:r>
          </a:p>
          <a:p>
            <a:pPr lvl="1"/>
            <a:r>
              <a:rPr lang="en-US" sz="2200" dirty="0"/>
              <a:t>Remote Monitoring (</a:t>
            </a:r>
            <a:r>
              <a:rPr lang="en-US" sz="2200" b="1" dirty="0"/>
              <a:t>RMON</a:t>
            </a:r>
            <a:r>
              <a:rPr lang="en-US" sz="2200" dirty="0"/>
              <a:t>)</a:t>
            </a:r>
          </a:p>
          <a:p>
            <a:r>
              <a:rPr lang="en-US" dirty="0"/>
              <a:t>Simple Network Management Protocol </a:t>
            </a:r>
          </a:p>
          <a:p>
            <a:pPr lvl="1"/>
            <a:r>
              <a:rPr lang="en-US" sz="2000" dirty="0"/>
              <a:t>To use SNMP, SNMP </a:t>
            </a:r>
            <a:r>
              <a:rPr lang="en-US" sz="2000" b="1" dirty="0"/>
              <a:t>software agents </a:t>
            </a:r>
            <a:r>
              <a:rPr lang="en-US" sz="2000" dirty="0"/>
              <a:t>are loaded on network devices you want to manage and monitor</a:t>
            </a:r>
          </a:p>
          <a:p>
            <a:pPr lvl="1"/>
            <a:r>
              <a:rPr lang="en-US" sz="2000" dirty="0"/>
              <a:t>Agents monitor network traffic and device status and stores information in a </a:t>
            </a:r>
            <a:r>
              <a:rPr lang="en-US" sz="2000" b="1" dirty="0"/>
              <a:t>management information base </a:t>
            </a:r>
            <a:r>
              <a:rPr lang="en-US" sz="2000" dirty="0"/>
              <a:t>(</a:t>
            </a:r>
            <a:r>
              <a:rPr lang="en-US" sz="2000" b="1" dirty="0"/>
              <a:t>MIB</a:t>
            </a:r>
            <a:r>
              <a:rPr lang="en-US" sz="2000" dirty="0"/>
              <a:t>)</a:t>
            </a:r>
          </a:p>
          <a:p>
            <a:pPr lvl="1"/>
            <a:r>
              <a:rPr lang="en-US" sz="2000" dirty="0"/>
              <a:t>A management station communicates with software agents and collects data stored in the MIBs</a:t>
            </a:r>
          </a:p>
          <a:p>
            <a:endParaRPr lang="en-US" dirty="0"/>
          </a:p>
        </p:txBody>
      </p:sp>
    </p:spTree>
    <p:extLst>
      <p:ext uri="{BB962C8B-B14F-4D97-AF65-F5344CB8AC3E}">
        <p14:creationId xmlns:p14="http://schemas.microsoft.com/office/powerpoint/2010/main" val="16444853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2DED0-AAFE-D68D-A0D3-2DA2DD76C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0C35E-477F-3D8D-1E39-63F36CEB5382}"/>
              </a:ext>
            </a:extLst>
          </p:cNvPr>
          <p:cNvSpPr>
            <a:spLocks noGrp="1"/>
          </p:cNvSpPr>
          <p:nvPr>
            <p:ph type="title"/>
          </p:nvPr>
        </p:nvSpPr>
        <p:spPr/>
        <p:txBody>
          <a:bodyPr/>
          <a:lstStyle/>
          <a:p>
            <a:r>
              <a:rPr lang="en-US" dirty="0"/>
              <a:t>Network Performance Monitoring (2 of 2)</a:t>
            </a:r>
          </a:p>
        </p:txBody>
      </p:sp>
      <p:sp>
        <p:nvSpPr>
          <p:cNvPr id="3" name="Content Placeholder 2">
            <a:extLst>
              <a:ext uri="{FF2B5EF4-FFF2-40B4-BE49-F238E27FC236}">
                <a16:creationId xmlns:a16="http://schemas.microsoft.com/office/drawing/2014/main" id="{6B0E6930-AC8B-05EA-5E6B-9547195A8C59}"/>
              </a:ext>
            </a:extLst>
          </p:cNvPr>
          <p:cNvSpPr>
            <a:spLocks noGrp="1"/>
          </p:cNvSpPr>
          <p:nvPr>
            <p:ph idx="1"/>
          </p:nvPr>
        </p:nvSpPr>
        <p:spPr>
          <a:xfrm>
            <a:off x="476843" y="1448435"/>
            <a:ext cx="11241915" cy="4351338"/>
          </a:xfrm>
        </p:spPr>
        <p:txBody>
          <a:bodyPr/>
          <a:lstStyle/>
          <a:p>
            <a:r>
              <a:rPr lang="en-US" b="1" dirty="0"/>
              <a:t>Remote Monitoring </a:t>
            </a:r>
            <a:r>
              <a:rPr lang="en-US" dirty="0"/>
              <a:t>(RMON) is an advanced network-monitoring protocol that extends SNMP’s capabilities</a:t>
            </a:r>
          </a:p>
          <a:p>
            <a:r>
              <a:rPr lang="en-US" b="1" dirty="0"/>
              <a:t>RMON</a:t>
            </a:r>
            <a:r>
              <a:rPr lang="en-US" dirty="0"/>
              <a:t> comes in two versions: RMON1 and RMON2</a:t>
            </a:r>
          </a:p>
          <a:p>
            <a:r>
              <a:rPr lang="en-US" dirty="0"/>
              <a:t>RMON1 defines “RMON groups” to collect data and communicate with a management station</a:t>
            </a:r>
          </a:p>
          <a:p>
            <a:r>
              <a:rPr lang="en-US" dirty="0"/>
              <a:t>RMON1 captures statistics at the Data Link and Physical layers</a:t>
            </a:r>
          </a:p>
          <a:p>
            <a:r>
              <a:rPr lang="en-US" dirty="0"/>
              <a:t>RMON2 can collect and analyze traffic at the Network and higher layers</a:t>
            </a:r>
          </a:p>
          <a:p>
            <a:endParaRPr lang="en-US" dirty="0"/>
          </a:p>
          <a:p>
            <a:endParaRPr lang="en-US" dirty="0"/>
          </a:p>
        </p:txBody>
      </p:sp>
    </p:spTree>
    <p:extLst>
      <p:ext uri="{BB962C8B-B14F-4D97-AF65-F5344CB8AC3E}">
        <p14:creationId xmlns:p14="http://schemas.microsoft.com/office/powerpoint/2010/main" val="21998929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0ADA-695D-5821-8860-9E16CEEDC31A}"/>
              </a:ext>
            </a:extLst>
          </p:cNvPr>
          <p:cNvSpPr>
            <a:spLocks noGrp="1"/>
          </p:cNvSpPr>
          <p:nvPr>
            <p:ph type="title"/>
          </p:nvPr>
        </p:nvSpPr>
        <p:spPr/>
        <p:txBody>
          <a:bodyPr/>
          <a:lstStyle/>
          <a:p>
            <a:r>
              <a:rPr lang="en-US" dirty="0"/>
              <a:t>Backup and Fault Tolerance</a:t>
            </a:r>
          </a:p>
        </p:txBody>
      </p:sp>
      <p:sp>
        <p:nvSpPr>
          <p:cNvPr id="3" name="Content Placeholder 2">
            <a:extLst>
              <a:ext uri="{FF2B5EF4-FFF2-40B4-BE49-F238E27FC236}">
                <a16:creationId xmlns:a16="http://schemas.microsoft.com/office/drawing/2014/main" id="{94E286CE-4262-21C4-1130-867DFCDED1E8}"/>
              </a:ext>
            </a:extLst>
          </p:cNvPr>
          <p:cNvSpPr>
            <a:spLocks noGrp="1"/>
          </p:cNvSpPr>
          <p:nvPr>
            <p:ph idx="1"/>
          </p:nvPr>
        </p:nvSpPr>
        <p:spPr>
          <a:xfrm>
            <a:off x="476843" y="1494155"/>
            <a:ext cx="11241915" cy="4351338"/>
          </a:xfrm>
        </p:spPr>
        <p:txBody>
          <a:bodyPr/>
          <a:lstStyle/>
          <a:p>
            <a:r>
              <a:rPr lang="en-US" b="1" dirty="0"/>
              <a:t>Regular backups </a:t>
            </a:r>
            <a:r>
              <a:rPr lang="en-US" dirty="0"/>
              <a:t>provide a safety net to restore a system to working order in the event of a disk failure or file corruption</a:t>
            </a:r>
          </a:p>
          <a:p>
            <a:r>
              <a:rPr lang="en-US" dirty="0"/>
              <a:t>Another type of backup is an </a:t>
            </a:r>
            <a:r>
              <a:rPr lang="en-US" b="1" dirty="0"/>
              <a:t>image backup</a:t>
            </a:r>
            <a:r>
              <a:rPr lang="en-US" dirty="0"/>
              <a:t>, in which a copy of an entire disk is created that can be restored without reinstalling the OS</a:t>
            </a:r>
          </a:p>
          <a:p>
            <a:r>
              <a:rPr lang="en-US" dirty="0"/>
              <a:t>With many image backups you can’t restore separate files, so image backups are usually done along with traditional file backup</a:t>
            </a:r>
          </a:p>
          <a:p>
            <a:r>
              <a:rPr lang="en-US" b="1" dirty="0"/>
              <a:t>Fault tolerance </a:t>
            </a:r>
            <a:r>
              <a:rPr lang="en-US" dirty="0"/>
              <a:t>provides methods for a system to continue running after a system failure has occurred</a:t>
            </a:r>
          </a:p>
          <a:p>
            <a:endParaRPr lang="en-US" dirty="0"/>
          </a:p>
        </p:txBody>
      </p:sp>
    </p:spTree>
    <p:extLst>
      <p:ext uri="{BB962C8B-B14F-4D97-AF65-F5344CB8AC3E}">
        <p14:creationId xmlns:p14="http://schemas.microsoft.com/office/powerpoint/2010/main" val="2405551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0CEB3-3906-02D6-E367-B4E5657CE655}"/>
              </a:ext>
            </a:extLst>
          </p:cNvPr>
          <p:cNvSpPr>
            <a:spLocks noGrp="1"/>
          </p:cNvSpPr>
          <p:nvPr>
            <p:ph type="title"/>
          </p:nvPr>
        </p:nvSpPr>
        <p:spPr/>
        <p:txBody>
          <a:bodyPr/>
          <a:lstStyle/>
          <a:p>
            <a:r>
              <a:rPr lang="en-US" dirty="0"/>
              <a:t>Windows Backup (1 of 2)</a:t>
            </a:r>
          </a:p>
        </p:txBody>
      </p:sp>
      <p:sp>
        <p:nvSpPr>
          <p:cNvPr id="3" name="Content Placeholder 2">
            <a:extLst>
              <a:ext uri="{FF2B5EF4-FFF2-40B4-BE49-F238E27FC236}">
                <a16:creationId xmlns:a16="http://schemas.microsoft.com/office/drawing/2014/main" id="{257C0B85-CC7B-D29E-7AFD-D3694657D3B2}"/>
              </a:ext>
            </a:extLst>
          </p:cNvPr>
          <p:cNvSpPr>
            <a:spLocks noGrp="1"/>
          </p:cNvSpPr>
          <p:nvPr>
            <p:ph idx="1"/>
          </p:nvPr>
        </p:nvSpPr>
        <p:spPr>
          <a:xfrm>
            <a:off x="476843" y="1414145"/>
            <a:ext cx="11241915" cy="4351338"/>
          </a:xfrm>
        </p:spPr>
        <p:txBody>
          <a:bodyPr/>
          <a:lstStyle/>
          <a:p>
            <a:r>
              <a:rPr lang="en-US" b="1" dirty="0"/>
              <a:t>Windows Server Backup </a:t>
            </a:r>
            <a:r>
              <a:rPr lang="en-US" dirty="0"/>
              <a:t>comes with Windows Server and has the following features:</a:t>
            </a:r>
          </a:p>
          <a:p>
            <a:pPr lvl="1"/>
            <a:r>
              <a:rPr lang="en-US" sz="2200" dirty="0"/>
              <a:t>Backups can be run manually or scheduled to run automatically</a:t>
            </a:r>
          </a:p>
          <a:p>
            <a:pPr lvl="1"/>
            <a:r>
              <a:rPr lang="en-US" sz="2200" dirty="0"/>
              <a:t>You can create a system recovery backup that automatically includes all volumes containing critical system data </a:t>
            </a:r>
          </a:p>
          <a:p>
            <a:pPr lvl="1"/>
            <a:r>
              <a:rPr lang="en-US" sz="2200" dirty="0"/>
              <a:t>Manual backups can be stored on network drives, fixed and removable basic disk volumes and CDs or DVDs</a:t>
            </a:r>
          </a:p>
          <a:p>
            <a:pPr lvl="1"/>
            <a:r>
              <a:rPr lang="en-US" sz="2200" dirty="0"/>
              <a:t>Backups can be stored on a hard disk dedicated for backups, a non-dedicated volume, or a shared network folder</a:t>
            </a:r>
          </a:p>
          <a:p>
            <a:endParaRPr lang="en-US" dirty="0"/>
          </a:p>
        </p:txBody>
      </p:sp>
    </p:spTree>
    <p:extLst>
      <p:ext uri="{BB962C8B-B14F-4D97-AF65-F5344CB8AC3E}">
        <p14:creationId xmlns:p14="http://schemas.microsoft.com/office/powerpoint/2010/main" val="3334652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0D4A-C381-1C12-B084-F871C33ED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D1140-281C-A648-C7D8-9D7EB6052406}"/>
              </a:ext>
            </a:extLst>
          </p:cNvPr>
          <p:cNvSpPr>
            <a:spLocks noGrp="1"/>
          </p:cNvSpPr>
          <p:nvPr>
            <p:ph type="title"/>
          </p:nvPr>
        </p:nvSpPr>
        <p:spPr/>
        <p:txBody>
          <a:bodyPr/>
          <a:lstStyle/>
          <a:p>
            <a:r>
              <a:rPr lang="en-US" dirty="0"/>
              <a:t>Windows Backup (2 of 2)</a:t>
            </a:r>
          </a:p>
        </p:txBody>
      </p:sp>
      <p:sp>
        <p:nvSpPr>
          <p:cNvPr id="3" name="Content Placeholder 2">
            <a:extLst>
              <a:ext uri="{FF2B5EF4-FFF2-40B4-BE49-F238E27FC236}">
                <a16:creationId xmlns:a16="http://schemas.microsoft.com/office/drawing/2014/main" id="{6194ABAA-7B6F-5886-C9B3-7ACE2A76070B}"/>
              </a:ext>
            </a:extLst>
          </p:cNvPr>
          <p:cNvSpPr>
            <a:spLocks noGrp="1"/>
          </p:cNvSpPr>
          <p:nvPr>
            <p:ph idx="1"/>
          </p:nvPr>
        </p:nvSpPr>
        <p:spPr>
          <a:xfrm>
            <a:off x="476843" y="1494155"/>
            <a:ext cx="11241915" cy="4351338"/>
          </a:xfrm>
        </p:spPr>
        <p:txBody>
          <a:bodyPr/>
          <a:lstStyle/>
          <a:p>
            <a:r>
              <a:rPr lang="en-US" dirty="0"/>
              <a:t>Windows Server Backup comes with Windows Server and has the following features (continued):</a:t>
            </a:r>
          </a:p>
          <a:p>
            <a:pPr lvl="1"/>
            <a:r>
              <a:rPr lang="en-US" sz="2200" dirty="0"/>
              <a:t>You can use a </a:t>
            </a:r>
            <a:r>
              <a:rPr lang="en-US" sz="2200" b="1" dirty="0"/>
              <a:t>Volume Shadow Copy </a:t>
            </a:r>
            <a:r>
              <a:rPr lang="en-US" sz="2200" dirty="0"/>
              <a:t>Service (VSS) backup, which means even open files can be backed up</a:t>
            </a:r>
          </a:p>
          <a:p>
            <a:pPr lvl="1"/>
            <a:r>
              <a:rPr lang="en-US" sz="2200" dirty="0"/>
              <a:t>By default, Windows Server Backup is configured to back up the local computer, but you can also back up files remotely</a:t>
            </a:r>
          </a:p>
          <a:p>
            <a:endParaRPr lang="en-US" dirty="0"/>
          </a:p>
        </p:txBody>
      </p:sp>
    </p:spTree>
    <p:extLst>
      <p:ext uri="{BB962C8B-B14F-4D97-AF65-F5344CB8AC3E}">
        <p14:creationId xmlns:p14="http://schemas.microsoft.com/office/powerpoint/2010/main" val="28820552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C7E83-461F-AC75-B991-2F92CEBB8809}"/>
              </a:ext>
            </a:extLst>
          </p:cNvPr>
          <p:cNvSpPr>
            <a:spLocks noGrp="1"/>
          </p:cNvSpPr>
          <p:nvPr>
            <p:ph type="title"/>
          </p:nvPr>
        </p:nvSpPr>
        <p:spPr/>
        <p:txBody>
          <a:bodyPr/>
          <a:lstStyle/>
          <a:p>
            <a:r>
              <a:rPr lang="en-US" dirty="0"/>
              <a:t>Protecting Data with Fault Tolerance </a:t>
            </a:r>
            <a:r>
              <a:rPr lang="en-US" sz="2800" dirty="0"/>
              <a:t>(1 of 6)</a:t>
            </a:r>
          </a:p>
        </p:txBody>
      </p:sp>
      <p:sp>
        <p:nvSpPr>
          <p:cNvPr id="3" name="Content Placeholder 2">
            <a:extLst>
              <a:ext uri="{FF2B5EF4-FFF2-40B4-BE49-F238E27FC236}">
                <a16:creationId xmlns:a16="http://schemas.microsoft.com/office/drawing/2014/main" id="{036DD2DD-945A-A394-026A-C2E66C3D0933}"/>
              </a:ext>
            </a:extLst>
          </p:cNvPr>
          <p:cNvSpPr>
            <a:spLocks noGrp="1"/>
          </p:cNvSpPr>
          <p:nvPr>
            <p:ph idx="1"/>
          </p:nvPr>
        </p:nvSpPr>
        <p:spPr>
          <a:xfrm>
            <a:off x="476843" y="1494155"/>
            <a:ext cx="11241915" cy="4351338"/>
          </a:xfrm>
        </p:spPr>
        <p:txBody>
          <a:bodyPr/>
          <a:lstStyle/>
          <a:p>
            <a:r>
              <a:rPr lang="en-US" b="1" dirty="0"/>
              <a:t>Redundant Power</a:t>
            </a:r>
          </a:p>
          <a:p>
            <a:pPr lvl="1"/>
            <a:r>
              <a:rPr lang="en-US" sz="2200" dirty="0"/>
              <a:t>A computer requires a constant, clean source of power or else it may reboot causing lost work or damage </a:t>
            </a:r>
          </a:p>
          <a:p>
            <a:pPr lvl="1"/>
            <a:r>
              <a:rPr lang="en-US" sz="2200" dirty="0"/>
              <a:t>A </a:t>
            </a:r>
            <a:r>
              <a:rPr lang="en-US" sz="2200" b="1" dirty="0"/>
              <a:t>redundant power supply </a:t>
            </a:r>
            <a:r>
              <a:rPr lang="en-US" sz="2200" dirty="0"/>
              <a:t>is a second power supply unit in the computer case, so if one power supply fails, the other unit takes on the full load</a:t>
            </a:r>
          </a:p>
          <a:p>
            <a:pPr lvl="1"/>
            <a:r>
              <a:rPr lang="en-US" sz="2200" dirty="0"/>
              <a:t>An </a:t>
            </a:r>
            <a:r>
              <a:rPr lang="en-US" sz="2200" b="1" dirty="0"/>
              <a:t>uninterruptible power supply </a:t>
            </a:r>
            <a:r>
              <a:rPr lang="en-US" sz="2200" dirty="0"/>
              <a:t>(</a:t>
            </a:r>
            <a:r>
              <a:rPr lang="en-US" sz="2200" b="1" dirty="0"/>
              <a:t>UPS</a:t>
            </a:r>
            <a:r>
              <a:rPr lang="en-US" sz="2200" dirty="0"/>
              <a:t>) is a device with a built-in battery, power conditioning, and surge protection</a:t>
            </a:r>
          </a:p>
          <a:p>
            <a:pPr lvl="1"/>
            <a:r>
              <a:rPr lang="en-US" sz="2200" dirty="0"/>
              <a:t>If power fails, the UPS battery provides enough power to keep your computer running until power is restored or you can shut down the computer safely</a:t>
            </a:r>
          </a:p>
          <a:p>
            <a:endParaRPr lang="en-US" dirty="0"/>
          </a:p>
        </p:txBody>
      </p:sp>
    </p:spTree>
    <p:extLst>
      <p:ext uri="{BB962C8B-B14F-4D97-AF65-F5344CB8AC3E}">
        <p14:creationId xmlns:p14="http://schemas.microsoft.com/office/powerpoint/2010/main" val="3409194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FD742-1271-63FF-0363-E46189FA7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6F4BD-D457-283A-E552-CE55555AE73F}"/>
              </a:ext>
            </a:extLst>
          </p:cNvPr>
          <p:cNvSpPr>
            <a:spLocks noGrp="1"/>
          </p:cNvSpPr>
          <p:nvPr>
            <p:ph type="title"/>
          </p:nvPr>
        </p:nvSpPr>
        <p:spPr/>
        <p:txBody>
          <a:bodyPr/>
          <a:lstStyle/>
          <a:p>
            <a:r>
              <a:rPr lang="en-US" dirty="0"/>
              <a:t>Protecting Data with Fault Tolerance </a:t>
            </a:r>
            <a:r>
              <a:rPr lang="en-US" sz="2800" dirty="0"/>
              <a:t>(2 of 6)</a:t>
            </a:r>
          </a:p>
        </p:txBody>
      </p:sp>
      <p:sp>
        <p:nvSpPr>
          <p:cNvPr id="3" name="Content Placeholder 2">
            <a:extLst>
              <a:ext uri="{FF2B5EF4-FFF2-40B4-BE49-F238E27FC236}">
                <a16:creationId xmlns:a16="http://schemas.microsoft.com/office/drawing/2014/main" id="{9066B1A9-A86D-7A3D-CEAB-327D3C745A42}"/>
              </a:ext>
            </a:extLst>
          </p:cNvPr>
          <p:cNvSpPr>
            <a:spLocks noGrp="1"/>
          </p:cNvSpPr>
          <p:nvPr>
            <p:ph idx="1"/>
          </p:nvPr>
        </p:nvSpPr>
        <p:spPr>
          <a:xfrm>
            <a:off x="473242" y="1517015"/>
            <a:ext cx="11241915" cy="4351338"/>
          </a:xfrm>
        </p:spPr>
        <p:txBody>
          <a:bodyPr/>
          <a:lstStyle/>
          <a:p>
            <a:r>
              <a:rPr lang="en-US" dirty="0"/>
              <a:t>UPSs come in </a:t>
            </a:r>
            <a:r>
              <a:rPr lang="en-US" b="1" dirty="0"/>
              <a:t>two main categories</a:t>
            </a:r>
            <a:r>
              <a:rPr lang="en-US" dirty="0"/>
              <a:t>: online and standby</a:t>
            </a:r>
          </a:p>
          <a:p>
            <a:pPr lvl="1"/>
            <a:r>
              <a:rPr lang="en-US" sz="2200" dirty="0"/>
              <a:t>A standby UPS supplies power to plugged-in devices by passing power from the wall outlet directly to the device</a:t>
            </a:r>
          </a:p>
          <a:p>
            <a:pPr lvl="1"/>
            <a:r>
              <a:rPr lang="en-US" sz="2200" dirty="0"/>
              <a:t>An online UPS supplies power continuously to plugged-in devices through the UPS battery, which is recharged continually by the wall outlet power</a:t>
            </a:r>
          </a:p>
          <a:p>
            <a:r>
              <a:rPr lang="en-US" dirty="0"/>
              <a:t>Other benefits of using a UPS:</a:t>
            </a:r>
          </a:p>
          <a:p>
            <a:pPr lvl="1"/>
            <a:r>
              <a:rPr lang="en-US" sz="2200" b="1" dirty="0"/>
              <a:t>Power conditioning </a:t>
            </a:r>
            <a:r>
              <a:rPr lang="en-US" sz="2200" dirty="0"/>
              <a:t>“cleans” the power, removing noise caused by other devices on the circuit</a:t>
            </a:r>
          </a:p>
          <a:p>
            <a:pPr lvl="1"/>
            <a:r>
              <a:rPr lang="en-US" sz="2200" b="1" dirty="0"/>
              <a:t>Surge protection </a:t>
            </a:r>
            <a:r>
              <a:rPr lang="en-US" sz="2200" dirty="0"/>
              <a:t>protects the computer from voltage spikes or surges</a:t>
            </a:r>
          </a:p>
          <a:p>
            <a:endParaRPr lang="en-US" dirty="0"/>
          </a:p>
        </p:txBody>
      </p:sp>
    </p:spTree>
    <p:extLst>
      <p:ext uri="{BB962C8B-B14F-4D97-AF65-F5344CB8AC3E}">
        <p14:creationId xmlns:p14="http://schemas.microsoft.com/office/powerpoint/2010/main" val="23292815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C79FB-C34D-B2D9-B245-EC879EA4D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9E604-D8D3-0C8D-EC51-A0C0065355C6}"/>
              </a:ext>
            </a:extLst>
          </p:cNvPr>
          <p:cNvSpPr>
            <a:spLocks noGrp="1"/>
          </p:cNvSpPr>
          <p:nvPr>
            <p:ph type="title"/>
          </p:nvPr>
        </p:nvSpPr>
        <p:spPr>
          <a:xfrm>
            <a:off x="476843" y="473245"/>
            <a:ext cx="11241915" cy="921215"/>
          </a:xfrm>
        </p:spPr>
        <p:txBody>
          <a:bodyPr/>
          <a:lstStyle/>
          <a:p>
            <a:r>
              <a:rPr lang="en-US" dirty="0"/>
              <a:t>Protecting Data with Fault Tolerance </a:t>
            </a:r>
            <a:r>
              <a:rPr lang="en-US" sz="2800" dirty="0"/>
              <a:t>(3 of 6)</a:t>
            </a:r>
          </a:p>
        </p:txBody>
      </p:sp>
      <p:sp>
        <p:nvSpPr>
          <p:cNvPr id="3" name="Content Placeholder 2">
            <a:extLst>
              <a:ext uri="{FF2B5EF4-FFF2-40B4-BE49-F238E27FC236}">
                <a16:creationId xmlns:a16="http://schemas.microsoft.com/office/drawing/2014/main" id="{2A55A28B-4BDA-3855-813B-996561A53527}"/>
              </a:ext>
            </a:extLst>
          </p:cNvPr>
          <p:cNvSpPr>
            <a:spLocks noGrp="1"/>
          </p:cNvSpPr>
          <p:nvPr>
            <p:ph idx="1"/>
          </p:nvPr>
        </p:nvSpPr>
        <p:spPr>
          <a:xfrm>
            <a:off x="476843" y="1482725"/>
            <a:ext cx="11241915" cy="4351338"/>
          </a:xfrm>
        </p:spPr>
        <p:txBody>
          <a:bodyPr/>
          <a:lstStyle/>
          <a:p>
            <a:r>
              <a:rPr lang="en-US" b="1" dirty="0"/>
              <a:t>Redundant Disk Systems</a:t>
            </a:r>
          </a:p>
          <a:p>
            <a:pPr lvl="1"/>
            <a:r>
              <a:rPr lang="en-US" sz="2200" dirty="0"/>
              <a:t>Redundant disk systems are based on the redundant array of independent disks (RAID) technology</a:t>
            </a:r>
          </a:p>
          <a:p>
            <a:pPr lvl="1"/>
            <a:r>
              <a:rPr lang="en-US" sz="2200" b="1" dirty="0"/>
              <a:t>Disk mirroring</a:t>
            </a:r>
            <a:r>
              <a:rPr lang="en-US" sz="2200" dirty="0"/>
              <a:t> (RAID 1)—requires two disks</a:t>
            </a:r>
          </a:p>
          <a:p>
            <a:pPr lvl="2"/>
            <a:r>
              <a:rPr lang="en-US" sz="2200" dirty="0"/>
              <a:t>When data is written to one disk, it’s also written to the second disk</a:t>
            </a:r>
          </a:p>
          <a:p>
            <a:pPr lvl="2"/>
            <a:r>
              <a:rPr lang="en-US" sz="2200" dirty="0"/>
              <a:t>If either disk fails, the system can continue operating because both disks have the same data</a:t>
            </a:r>
          </a:p>
          <a:p>
            <a:endParaRPr lang="en-US" dirty="0"/>
          </a:p>
        </p:txBody>
      </p:sp>
    </p:spTree>
    <p:extLst>
      <p:ext uri="{BB962C8B-B14F-4D97-AF65-F5344CB8AC3E}">
        <p14:creationId xmlns:p14="http://schemas.microsoft.com/office/powerpoint/2010/main" val="6360558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A91D0-6CB6-55F4-F377-680FB50FB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37A5A-E9A6-AE6F-297C-AC3D247382AC}"/>
              </a:ext>
            </a:extLst>
          </p:cNvPr>
          <p:cNvSpPr>
            <a:spLocks noGrp="1"/>
          </p:cNvSpPr>
          <p:nvPr>
            <p:ph type="title"/>
          </p:nvPr>
        </p:nvSpPr>
        <p:spPr/>
        <p:txBody>
          <a:bodyPr/>
          <a:lstStyle/>
          <a:p>
            <a:r>
              <a:rPr lang="en-US" dirty="0"/>
              <a:t>Protecting Data with Fault Tolerance </a:t>
            </a:r>
            <a:r>
              <a:rPr lang="en-US" sz="2800" dirty="0"/>
              <a:t>(4 of 6)</a:t>
            </a:r>
          </a:p>
        </p:txBody>
      </p:sp>
      <p:sp>
        <p:nvSpPr>
          <p:cNvPr id="3" name="Content Placeholder 2">
            <a:extLst>
              <a:ext uri="{FF2B5EF4-FFF2-40B4-BE49-F238E27FC236}">
                <a16:creationId xmlns:a16="http://schemas.microsoft.com/office/drawing/2014/main" id="{04D76F4D-E550-A4DE-CD04-2EC355D89CD9}"/>
              </a:ext>
            </a:extLst>
          </p:cNvPr>
          <p:cNvSpPr>
            <a:spLocks noGrp="1"/>
          </p:cNvSpPr>
          <p:nvPr>
            <p:ph idx="1"/>
          </p:nvPr>
        </p:nvSpPr>
        <p:spPr>
          <a:xfrm>
            <a:off x="476843" y="1459865"/>
            <a:ext cx="11241915" cy="4351338"/>
          </a:xfrm>
        </p:spPr>
        <p:txBody>
          <a:bodyPr/>
          <a:lstStyle/>
          <a:p>
            <a:r>
              <a:rPr lang="en-US" dirty="0"/>
              <a:t>Redundant Disk Systems (continued)</a:t>
            </a:r>
          </a:p>
          <a:p>
            <a:pPr lvl="1"/>
            <a:r>
              <a:rPr lang="en-US" sz="2200" b="1" dirty="0"/>
              <a:t>Disk striping with parity </a:t>
            </a:r>
            <a:r>
              <a:rPr lang="en-US" sz="2200" dirty="0"/>
              <a:t>(RAID 5)—requires minimum of three disks but is more space efficient than RAID 1</a:t>
            </a:r>
          </a:p>
          <a:p>
            <a:pPr lvl="1"/>
            <a:r>
              <a:rPr lang="en-US" sz="2200" dirty="0"/>
              <a:t>Works by spreading data across multiple disks and using one disk in each write operation to store parity information</a:t>
            </a:r>
          </a:p>
          <a:p>
            <a:pPr lvl="1"/>
            <a:r>
              <a:rPr lang="en-US" sz="2200" dirty="0"/>
              <a:t>Parity info is generated by a calculation on data being written, so if one of the disks fails, it can be used to re-create lost data from the failed disk</a:t>
            </a:r>
          </a:p>
          <a:p>
            <a:endParaRPr lang="en-US" dirty="0"/>
          </a:p>
        </p:txBody>
      </p:sp>
    </p:spTree>
    <p:extLst>
      <p:ext uri="{BB962C8B-B14F-4D97-AF65-F5344CB8AC3E}">
        <p14:creationId xmlns:p14="http://schemas.microsoft.com/office/powerpoint/2010/main" val="9348467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16D6B-8DA9-A942-BEFF-C5F845EA6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BEFE6-817C-BC13-A67E-55A07ED424B5}"/>
              </a:ext>
            </a:extLst>
          </p:cNvPr>
          <p:cNvSpPr>
            <a:spLocks noGrp="1"/>
          </p:cNvSpPr>
          <p:nvPr>
            <p:ph type="title"/>
          </p:nvPr>
        </p:nvSpPr>
        <p:spPr>
          <a:xfrm>
            <a:off x="476843" y="473245"/>
            <a:ext cx="11241915" cy="830997"/>
          </a:xfrm>
        </p:spPr>
        <p:txBody>
          <a:bodyPr/>
          <a:lstStyle/>
          <a:p>
            <a:r>
              <a:rPr lang="en-US" dirty="0"/>
              <a:t>Protecting Data with Fault Tolerance </a:t>
            </a:r>
            <a:r>
              <a:rPr lang="en-US" sz="2800" dirty="0"/>
              <a:t>(5 of 6)</a:t>
            </a:r>
          </a:p>
        </p:txBody>
      </p:sp>
      <p:sp>
        <p:nvSpPr>
          <p:cNvPr id="5" name="TextBox 4">
            <a:extLst>
              <a:ext uri="{FF2B5EF4-FFF2-40B4-BE49-F238E27FC236}">
                <a16:creationId xmlns:a16="http://schemas.microsoft.com/office/drawing/2014/main" id="{54F0C8F4-62BF-C151-9C3B-1A666F34A443}"/>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12-30  </a:t>
            </a:r>
            <a:r>
              <a:rPr lang="en-US" sz="2400" dirty="0">
                <a:latin typeface="Work Sans" pitchFamily="2" charset="0"/>
              </a:rPr>
              <a:t>RAID 5: stripe set with parity</a:t>
            </a:r>
          </a:p>
        </p:txBody>
      </p:sp>
      <p:pic>
        <p:nvPicPr>
          <p:cNvPr id="4" name="Picture 3" descr="A diagram representing a RAID 5 configuration, with three disks labeled Disk 1, Disk 2, and Disk 3. Each disk contains segments labeled with file data and parity. Disk one stores F 1 a, F 2 a, and a parity block. Disk 2 contains F 1 b, a parity block, and F 2 c. Disk 3 includes a parity block, F 2 b, and F 2 d. The parity blocks are distributed across the disks, ensuring redundancy. Lines at the top indicate that the disks are part of a striped set with parity.&#10;">
            <a:extLst>
              <a:ext uri="{FF2B5EF4-FFF2-40B4-BE49-F238E27FC236}">
                <a16:creationId xmlns:a16="http://schemas.microsoft.com/office/drawing/2014/main" id="{15CD5138-82C6-EAB1-8E83-F20DA762A5A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58477" y="1715710"/>
            <a:ext cx="4637340" cy="3426580"/>
          </a:xfrm>
          <a:prstGeom prst="rect">
            <a:avLst/>
          </a:prstGeom>
        </p:spPr>
      </p:pic>
    </p:spTree>
    <p:extLst>
      <p:ext uri="{BB962C8B-B14F-4D97-AF65-F5344CB8AC3E}">
        <p14:creationId xmlns:p14="http://schemas.microsoft.com/office/powerpoint/2010/main" val="1741728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439FB-32C5-414A-8FC2-DB950F82F59C}"/>
              </a:ext>
            </a:extLst>
          </p:cNvPr>
          <p:cNvSpPr>
            <a:spLocks noGrp="1"/>
          </p:cNvSpPr>
          <p:nvPr>
            <p:ph type="title"/>
          </p:nvPr>
        </p:nvSpPr>
        <p:spPr>
          <a:xfrm>
            <a:off x="476843" y="473245"/>
            <a:ext cx="11241915" cy="761195"/>
          </a:xfrm>
        </p:spPr>
        <p:txBody>
          <a:bodyPr/>
          <a:lstStyle/>
          <a:p>
            <a:r>
              <a:rPr lang="en-US" dirty="0"/>
              <a:t>Protecting Data with Fault Tolerance </a:t>
            </a:r>
            <a:r>
              <a:rPr lang="en-US" sz="2800" dirty="0"/>
              <a:t>(6 of 6)</a:t>
            </a:r>
          </a:p>
        </p:txBody>
      </p:sp>
      <p:sp>
        <p:nvSpPr>
          <p:cNvPr id="3" name="Content Placeholder 2">
            <a:extLst>
              <a:ext uri="{FF2B5EF4-FFF2-40B4-BE49-F238E27FC236}">
                <a16:creationId xmlns:a16="http://schemas.microsoft.com/office/drawing/2014/main" id="{BFF13F50-75C9-6FCE-AE47-DB812B7A9926}"/>
              </a:ext>
            </a:extLst>
          </p:cNvPr>
          <p:cNvSpPr>
            <a:spLocks noGrp="1"/>
          </p:cNvSpPr>
          <p:nvPr>
            <p:ph idx="1"/>
          </p:nvPr>
        </p:nvSpPr>
        <p:spPr>
          <a:xfrm>
            <a:off x="476843" y="1448435"/>
            <a:ext cx="11241915" cy="4351338"/>
          </a:xfrm>
        </p:spPr>
        <p:txBody>
          <a:bodyPr/>
          <a:lstStyle/>
          <a:p>
            <a:r>
              <a:rPr lang="en-US" b="1" dirty="0"/>
              <a:t>Server Clustering</a:t>
            </a:r>
          </a:p>
          <a:p>
            <a:pPr lvl="1"/>
            <a:r>
              <a:rPr lang="en-US" sz="2200" dirty="0"/>
              <a:t>A </a:t>
            </a:r>
            <a:r>
              <a:rPr lang="en-US" sz="2200" b="1" dirty="0"/>
              <a:t>server cluster </a:t>
            </a:r>
            <a:r>
              <a:rPr lang="en-US" sz="2200" dirty="0"/>
              <a:t>is made up of two or more servers that are interconnected and appear as a single unit</a:t>
            </a:r>
          </a:p>
          <a:p>
            <a:pPr lvl="1"/>
            <a:r>
              <a:rPr lang="en-US" sz="2200" b="1" dirty="0"/>
              <a:t>Two common types </a:t>
            </a:r>
            <a:r>
              <a:rPr lang="en-US" sz="2200" dirty="0"/>
              <a:t>of clustering:</a:t>
            </a:r>
          </a:p>
          <a:p>
            <a:pPr lvl="2"/>
            <a:r>
              <a:rPr lang="en-US" sz="2200" dirty="0"/>
              <a:t>A </a:t>
            </a:r>
            <a:r>
              <a:rPr lang="en-US" sz="2200" b="1" dirty="0"/>
              <a:t>failover cluster </a:t>
            </a:r>
            <a:r>
              <a:rPr lang="en-US" sz="2200" dirty="0"/>
              <a:t>involves two or more servers sharing a high-speed link used to synchronize data. One server is the primary and others are standby. In the event the primary fails, a standby server takes its place</a:t>
            </a:r>
          </a:p>
          <a:p>
            <a:pPr lvl="2"/>
            <a:r>
              <a:rPr lang="en-US" sz="2200" dirty="0"/>
              <a:t>A </a:t>
            </a:r>
            <a:r>
              <a:rPr lang="en-US" sz="2200" b="1" dirty="0"/>
              <a:t>load-balancing cluster </a:t>
            </a:r>
            <a:r>
              <a:rPr lang="en-US" sz="2200" dirty="0"/>
              <a:t>consists of two or more servers that appear as a single unit to users. All servers in the cluster operate and share the load</a:t>
            </a:r>
          </a:p>
          <a:p>
            <a:endParaRPr lang="en-US" dirty="0"/>
          </a:p>
        </p:txBody>
      </p:sp>
      <p:sp>
        <p:nvSpPr>
          <p:cNvPr id="5" name="TextBox 4">
            <a:extLst>
              <a:ext uri="{FF2B5EF4-FFF2-40B4-BE49-F238E27FC236}">
                <a16:creationId xmlns:a16="http://schemas.microsoft.com/office/drawing/2014/main" id="{DDB7CDF2-2C96-4EC0-3738-56B40156D684}"/>
              </a:ext>
            </a:extLst>
          </p:cNvPr>
          <p:cNvSpPr txBox="1"/>
          <p:nvPr/>
        </p:nvSpPr>
        <p:spPr>
          <a:xfrm>
            <a:off x="5300663" y="5477947"/>
            <a:ext cx="6097904" cy="461665"/>
          </a:xfrm>
          <a:prstGeom prst="rect">
            <a:avLst/>
          </a:prstGeom>
          <a:noFill/>
        </p:spPr>
        <p:txBody>
          <a:bodyPr wrap="square">
            <a:spAutoFit/>
          </a:bodyPr>
          <a:lstStyle/>
          <a:p>
            <a:r>
              <a:rPr lang="en-US" sz="2400">
                <a:hlinkClick r:id="rId2"/>
              </a:rPr>
              <a:t>youtube.com/watch?v=3Lis4w4_bBc</a:t>
            </a:r>
            <a:endParaRPr lang="en-US" sz="2400"/>
          </a:p>
        </p:txBody>
      </p:sp>
    </p:spTree>
    <p:extLst>
      <p:ext uri="{BB962C8B-B14F-4D97-AF65-F5344CB8AC3E}">
        <p14:creationId xmlns:p14="http://schemas.microsoft.com/office/powerpoint/2010/main" val="1478969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12-2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RAID level requires a minimum of three disks and provides fault tolerance if one disk fails?</a:t>
            </a:r>
          </a:p>
          <a:p>
            <a:pPr marL="0" indent="0">
              <a:buNone/>
            </a:pPr>
            <a:r>
              <a:rPr lang="en-US" dirty="0"/>
              <a:t>a. RAID 0</a:t>
            </a:r>
          </a:p>
          <a:p>
            <a:pPr marL="0" indent="0">
              <a:buNone/>
            </a:pPr>
            <a:r>
              <a:rPr lang="en-US" dirty="0"/>
              <a:t>b. RAID 1</a:t>
            </a:r>
          </a:p>
          <a:p>
            <a:pPr marL="0" indent="0">
              <a:buNone/>
            </a:pPr>
            <a:r>
              <a:rPr lang="en-US" dirty="0"/>
              <a:t>c. RAID 1+0</a:t>
            </a:r>
          </a:p>
          <a:p>
            <a:pPr marL="0" indent="0">
              <a:buNone/>
            </a:pPr>
            <a:r>
              <a:rPr lang="en-US" dirty="0"/>
              <a:t>d. RAID 5</a:t>
            </a:r>
          </a:p>
        </p:txBody>
      </p:sp>
    </p:spTree>
    <p:extLst>
      <p:ext uri="{BB962C8B-B14F-4D97-AF65-F5344CB8AC3E}">
        <p14:creationId xmlns:p14="http://schemas.microsoft.com/office/powerpoint/2010/main" val="12251530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12-2: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3918298"/>
          </a:xfrm>
        </p:spPr>
        <p:txBody>
          <a:bodyPr/>
          <a:lstStyle/>
          <a:p>
            <a:pPr marL="0" indent="0">
              <a:buNone/>
            </a:pPr>
            <a:r>
              <a:rPr lang="en-US" dirty="0"/>
              <a:t>Which RAID level requires a minimum of three disks and provides fault tolerance if one disk fails?</a:t>
            </a:r>
          </a:p>
          <a:p>
            <a:pPr marL="0" indent="0">
              <a:buNone/>
            </a:pPr>
            <a:r>
              <a:rPr lang="en-US" sz="2800" b="1" dirty="0"/>
              <a:t>Answer: d</a:t>
            </a:r>
            <a:r>
              <a:rPr lang="en-US" sz="2800" dirty="0"/>
              <a:t>. RAID 5</a:t>
            </a:r>
          </a:p>
          <a:p>
            <a:pPr marL="0" indent="0">
              <a:buNone/>
            </a:pPr>
            <a:r>
              <a:rPr lang="en-US" b="1" dirty="0"/>
              <a:t>Explanation:</a:t>
            </a:r>
            <a:r>
              <a:rPr lang="en-US" dirty="0"/>
              <a:t> </a:t>
            </a:r>
            <a:r>
              <a:rPr lang="en-US" sz="2200" dirty="0"/>
              <a:t>Disk striping with parity requires a minimum of three disks but is more space efficient than RAID 1. RAID 5 works by spreading data across multiple disks and using one disk in each write operation to store parity information. Parity information is generated by a mathematical calculation on data being written, so if one of the disks fails, this information can be used to re-create lost data from the failed disk.</a:t>
            </a:r>
          </a:p>
        </p:txBody>
      </p:sp>
    </p:spTree>
    <p:extLst>
      <p:ext uri="{BB962C8B-B14F-4D97-AF65-F5344CB8AC3E}">
        <p14:creationId xmlns:p14="http://schemas.microsoft.com/office/powerpoint/2010/main" val="19977629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Describe some of the Windows Default Domain Groups and the rights that each group has.</a:t>
            </a:r>
          </a:p>
          <a:p>
            <a:pPr marL="0" indent="0">
              <a:buNone/>
            </a:pPr>
            <a:endParaRPr lang="en-US" dirty="0"/>
          </a:p>
          <a:p>
            <a:pPr marL="0" indent="0">
              <a:buNone/>
            </a:pPr>
            <a:r>
              <a:rPr lang="en-US" dirty="0"/>
              <a:t>Compare the different RAID options that provide fault tolerance. Which type of RAID does not offer fault tolerance but enhances disk performance?</a:t>
            </a:r>
          </a:p>
        </p:txBody>
      </p:sp>
    </p:spTree>
    <p:extLst>
      <p:ext uri="{BB962C8B-B14F-4D97-AF65-F5344CB8AC3E}">
        <p14:creationId xmlns:p14="http://schemas.microsoft.com/office/powerpoint/2010/main" val="6237428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3242" y="1690692"/>
            <a:ext cx="11241915" cy="4351338"/>
          </a:xfrm>
        </p:spPr>
        <p:txBody>
          <a:bodyPr/>
          <a:lstStyle/>
          <a:p>
            <a:pPr marL="0" indent="0">
              <a:buNone/>
            </a:pPr>
            <a:r>
              <a:rPr lang="en-US" dirty="0"/>
              <a:t>Now that the lesson has ended, you should be able to:</a:t>
            </a:r>
          </a:p>
          <a:p>
            <a:pPr marL="457200" indent="-457200">
              <a:buFont typeface="+mj-lt"/>
              <a:buAutoNum type="arabicPeriod"/>
            </a:pPr>
            <a:r>
              <a:rPr lang="en-US" altLang="zh-CN" dirty="0"/>
              <a:t>Manage user and group accounts</a:t>
            </a:r>
          </a:p>
          <a:p>
            <a:pPr marL="457200" indent="-457200">
              <a:buFont typeface="+mj-lt"/>
              <a:buAutoNum type="arabicPeriod"/>
            </a:pPr>
            <a:r>
              <a:rPr lang="en-US" altLang="zh-CN" dirty="0"/>
              <a:t>Administer permissions on storage volumes</a:t>
            </a:r>
          </a:p>
          <a:p>
            <a:pPr marL="457200" indent="-457200">
              <a:buFont typeface="+mj-lt"/>
              <a:buAutoNum type="arabicPeriod"/>
            </a:pPr>
            <a:r>
              <a:rPr lang="en-US" altLang="zh-CN" dirty="0"/>
              <a:t>Work with shared files and printers</a:t>
            </a:r>
          </a:p>
          <a:p>
            <a:pPr marL="457200" indent="-457200">
              <a:buFont typeface="+mj-lt"/>
              <a:buAutoNum type="arabicPeriod"/>
            </a:pPr>
            <a:r>
              <a:rPr lang="en-US" altLang="zh-CN" dirty="0"/>
              <a:t>Monitor a system’s performance and reliability</a:t>
            </a:r>
          </a:p>
          <a:p>
            <a:pPr marL="457200" indent="-457200">
              <a:buFont typeface="+mj-lt"/>
              <a:buAutoNum type="arabicPeriod"/>
            </a:pPr>
            <a:r>
              <a:rPr lang="en-US" altLang="zh-CN" dirty="0"/>
              <a:t>Describe fault-tolerance and backup solutions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2.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28064</TotalTime>
  <Words>3678</Words>
  <Application>Microsoft Office PowerPoint</Application>
  <PresentationFormat>Widescreen</PresentationFormat>
  <Paragraphs>325</Paragraphs>
  <Slides>59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Managing User and Group Accounts</vt:lpstr>
      <vt:lpstr>Account and Password Conventions (1 of 2)</vt:lpstr>
      <vt:lpstr>Account and Password Conventions (2 of 2)</vt:lpstr>
      <vt:lpstr>Working with Accounts in Windows (1 of 8)</vt:lpstr>
      <vt:lpstr>Working with Accounts in Windows (2 of 8)</vt:lpstr>
      <vt:lpstr>Working with Accounts in Windows (3 of 8)</vt:lpstr>
      <vt:lpstr>Working with Accounts in Windows (4 of 8)</vt:lpstr>
      <vt:lpstr>Working with Accounts in Windows (5 of 8)</vt:lpstr>
      <vt:lpstr>Working with Accounts in Windows (6 of 8)</vt:lpstr>
      <vt:lpstr>Working with Accounts in Windows (7 of 8)</vt:lpstr>
      <vt:lpstr>Working with Accounts in Windows (8 of 8)</vt:lpstr>
      <vt:lpstr>Working with Accounts in Linux (1 of 3)</vt:lpstr>
      <vt:lpstr>Working with Accounts in Linux (2 of 3)</vt:lpstr>
      <vt:lpstr>Working with Accounts in Linux (3 of 3)</vt:lpstr>
      <vt:lpstr>Storage and File Management</vt:lpstr>
      <vt:lpstr>Volumes and Partitions (1 of 2)</vt:lpstr>
      <vt:lpstr>Volumes and Partitions (2 of 2)</vt:lpstr>
      <vt:lpstr>The FAT File System</vt:lpstr>
      <vt:lpstr>The NTFS File System (1 of 7)</vt:lpstr>
      <vt:lpstr>The NTFS File System (2 of 7)</vt:lpstr>
      <vt:lpstr>The NTFS File System (3 of 7)</vt:lpstr>
      <vt:lpstr>The NTFS File System (4 of 7)</vt:lpstr>
      <vt:lpstr>The NTFS File System (5 of 7)</vt:lpstr>
      <vt:lpstr>The NTFS File System (6 of 7)</vt:lpstr>
      <vt:lpstr>The NTFS File System (7 of 7)</vt:lpstr>
      <vt:lpstr>The Resilient File System (ReFS)</vt:lpstr>
      <vt:lpstr>The Linux File System (1 of 2)</vt:lpstr>
      <vt:lpstr>The Linux File System (2 of 2)</vt:lpstr>
      <vt:lpstr>Knowledge Check Activity 12-1</vt:lpstr>
      <vt:lpstr>Knowledge Check Activity 12-1: Answer</vt:lpstr>
      <vt:lpstr>Working with Shared Files and Printers</vt:lpstr>
      <vt:lpstr>Sharing Files and Printers in Windows (1 of 4)</vt:lpstr>
      <vt:lpstr>Sharing Files and Printers in Windows (2 of 4)</vt:lpstr>
      <vt:lpstr>Sharing Files and Printers in Windows (3 of 4)</vt:lpstr>
      <vt:lpstr>Sharing Files and Printers in Windows (4 of 4)</vt:lpstr>
      <vt:lpstr>Sharing Files and Printers in Linux</vt:lpstr>
      <vt:lpstr>Monitoring System Reliability and Performance</vt:lpstr>
      <vt:lpstr>Event Viewer (1 of 2)</vt:lpstr>
      <vt:lpstr>Event Viewer (2 of 2)</vt:lpstr>
      <vt:lpstr>Performance Monitor (1 of 2)</vt:lpstr>
      <vt:lpstr>Performance Monitor (2 of 2)</vt:lpstr>
      <vt:lpstr>Enhancing Network Performance</vt:lpstr>
      <vt:lpstr>Network Performance Monitoring (1 of 2)</vt:lpstr>
      <vt:lpstr>Network Performance Monitoring (2 of 2)</vt:lpstr>
      <vt:lpstr>Backup and Fault Tolerance</vt:lpstr>
      <vt:lpstr>Windows Backup (1 of 2)</vt:lpstr>
      <vt:lpstr>Windows Backup (2 of 2)</vt:lpstr>
      <vt:lpstr>Protecting Data with Fault Tolerance (1 of 6)</vt:lpstr>
      <vt:lpstr>Protecting Data with Fault Tolerance (2 of 6)</vt:lpstr>
      <vt:lpstr>Protecting Data with Fault Tolerance (3 of 6)</vt:lpstr>
      <vt:lpstr>Protecting Data with Fault Tolerance (4 of 6)</vt:lpstr>
      <vt:lpstr>Protecting Data with Fault Tolerance (5 of 6)</vt:lpstr>
      <vt:lpstr>Protecting Data with Fault Tolerance (6 of 6)</vt:lpstr>
      <vt:lpstr>Knowledge Check Activity 12-2</vt:lpstr>
      <vt:lpstr>Knowledge Check Activity 12-2: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ap247</cp:lastModifiedBy>
  <cp:revision>639</cp:revision>
  <cp:lastPrinted>2016-10-03T15:29:39Z</cp:lastPrinted>
  <dcterms:created xsi:type="dcterms:W3CDTF">2021-12-10T16:21:02Z</dcterms:created>
  <dcterms:modified xsi:type="dcterms:W3CDTF">2026-04-16T04:21:29Z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