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4"/>
  </p:sldMasterIdLst>
  <p:notesMasterIdLst>
    <p:notesMasterId r:id="rId63"/>
  </p:notesMasterIdLst>
  <p:handoutMasterIdLst>
    <p:handoutMasterId r:id="rId64"/>
  </p:handoutMasterIdLst>
  <p:sldIdLst>
    <p:sldId id="257" r:id="rId5"/>
    <p:sldId id="259" r:id="rId6"/>
    <p:sldId id="478" r:id="rId7"/>
    <p:sldId id="479" r:id="rId8"/>
    <p:sldId id="480" r:id="rId9"/>
    <p:sldId id="481" r:id="rId10"/>
    <p:sldId id="482" r:id="rId11"/>
    <p:sldId id="268" r:id="rId12"/>
    <p:sldId id="483" r:id="rId13"/>
    <p:sldId id="484" r:id="rId14"/>
    <p:sldId id="485" r:id="rId15"/>
    <p:sldId id="486" r:id="rId16"/>
    <p:sldId id="487" r:id="rId17"/>
    <p:sldId id="488" r:id="rId18"/>
    <p:sldId id="406" r:id="rId19"/>
    <p:sldId id="489" r:id="rId20"/>
    <p:sldId id="490" r:id="rId21"/>
    <p:sldId id="491" r:id="rId22"/>
    <p:sldId id="492" r:id="rId23"/>
    <p:sldId id="450" r:id="rId24"/>
    <p:sldId id="493" r:id="rId25"/>
    <p:sldId id="494" r:id="rId26"/>
    <p:sldId id="495" r:id="rId27"/>
    <p:sldId id="496" r:id="rId28"/>
    <p:sldId id="497" r:id="rId29"/>
    <p:sldId id="498" r:id="rId30"/>
    <p:sldId id="407" r:id="rId31"/>
    <p:sldId id="499" r:id="rId32"/>
    <p:sldId id="500" r:id="rId33"/>
    <p:sldId id="501" r:id="rId34"/>
    <p:sldId id="466" r:id="rId35"/>
    <p:sldId id="502" r:id="rId36"/>
    <p:sldId id="503" r:id="rId37"/>
    <p:sldId id="262" r:id="rId38"/>
    <p:sldId id="263" r:id="rId39"/>
    <p:sldId id="504" r:id="rId40"/>
    <p:sldId id="505" r:id="rId41"/>
    <p:sldId id="506" r:id="rId42"/>
    <p:sldId id="473" r:id="rId43"/>
    <p:sldId id="507" r:id="rId44"/>
    <p:sldId id="508" r:id="rId45"/>
    <p:sldId id="509" r:id="rId46"/>
    <p:sldId id="510" r:id="rId47"/>
    <p:sldId id="433" r:id="rId48"/>
    <p:sldId id="511" r:id="rId49"/>
    <p:sldId id="512" r:id="rId50"/>
    <p:sldId id="513" r:id="rId51"/>
    <p:sldId id="514" r:id="rId52"/>
    <p:sldId id="515" r:id="rId53"/>
    <p:sldId id="516" r:id="rId54"/>
    <p:sldId id="517" r:id="rId55"/>
    <p:sldId id="518" r:id="rId56"/>
    <p:sldId id="519" r:id="rId57"/>
    <p:sldId id="520" r:id="rId58"/>
    <p:sldId id="313" r:id="rId59"/>
    <p:sldId id="314" r:id="rId60"/>
    <p:sldId id="269" r:id="rId61"/>
    <p:sldId id="270" r:id="rId62"/>
  </p:sldIdLst>
  <p:sldSz cx="12192000" cy="6858000"/>
  <p:notesSz cx="6858000" cy="9144000"/>
  <p:custDataLst>
    <p:tags r:id="rId65"/>
  </p:custDataLst>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N Williams" initials="NW" lastIdx="1" clrIdx="1">
    <p:extLst>
      <p:ext uri="{19B8F6BF-5375-455C-9EA6-DF929625EA0E}">
        <p15:presenceInfo xmlns:p15="http://schemas.microsoft.com/office/powerpoint/2012/main" userId="N William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2F7C"/>
    <a:srgbClr val="F2F2F2"/>
    <a:srgbClr val="0098D4"/>
    <a:srgbClr val="003865"/>
    <a:srgbClr val="000000"/>
    <a:srgbClr val="004A78"/>
    <a:srgbClr val="006298"/>
    <a:srgbClr val="FF6300"/>
    <a:srgbClr val="E9255F"/>
    <a:srgbClr val="00B8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91041" autoAdjust="0"/>
  </p:normalViewPr>
  <p:slideViewPr>
    <p:cSldViewPr snapToGrid="0" snapToObjects="1">
      <p:cViewPr varScale="1">
        <p:scale>
          <a:sx n="84" d="100"/>
          <a:sy n="84" d="100"/>
        </p:scale>
        <p:origin x="1182" y="300"/>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52" d="100"/>
          <a:sy n="52" d="100"/>
        </p:scale>
        <p:origin x="2082" y="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notesMaster" Target="notesMasters/notesMaster1.xml"/><Relationship Id="rId68" Type="http://schemas.openxmlformats.org/officeDocument/2006/relationships/viewProps" Target="viewProps.xml"/><Relationship Id="rId7" Type="http://schemas.openxmlformats.org/officeDocument/2006/relationships/slide" Target="slides/slide3.xml"/><Relationship Id="rId71"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commentAuthors" Target="commentAuthor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handoutMaster" Target="handoutMasters/handoutMaster1.xml"/><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hony Pacheco" userId="fdf46b62-f4f9-461f-bfbc-c3446c220a65" providerId="ADAL" clId="{EE6F1F74-A86F-4E66-915E-CA76A9BFDBCD}"/>
    <pc:docChg chg="modSld">
      <pc:chgData name="Anthony Pacheco" userId="fdf46b62-f4f9-461f-bfbc-c3446c220a65" providerId="ADAL" clId="{EE6F1F74-A86F-4E66-915E-CA76A9BFDBCD}" dt="2026-04-02T17:31:00.251" v="0" actId="20577"/>
      <pc:docMkLst>
        <pc:docMk/>
      </pc:docMkLst>
      <pc:sldChg chg="modSp mod">
        <pc:chgData name="Anthony Pacheco" userId="fdf46b62-f4f9-461f-bfbc-c3446c220a65" providerId="ADAL" clId="{EE6F1F74-A86F-4E66-915E-CA76A9BFDBCD}" dt="2026-04-02T17:31:00.251" v="0" actId="20577"/>
        <pc:sldMkLst>
          <pc:docMk/>
          <pc:sldMk cId="2293288057" sldId="257"/>
        </pc:sldMkLst>
        <pc:spChg chg="mod">
          <ac:chgData name="Anthony Pacheco" userId="fdf46b62-f4f9-461f-bfbc-c3446c220a65" providerId="ADAL" clId="{EE6F1F74-A86F-4E66-915E-CA76A9BFDBCD}" dt="2026-04-02T17:31:00.251" v="0" actId="20577"/>
          <ac:spMkLst>
            <pc:docMk/>
            <pc:sldMk cId="2293288057" sldId="257"/>
            <ac:spMk id="6" creationId="{8CA6B67B-9490-477D-A112-06C22B6F8640}"/>
          </ac:spMkLst>
        </pc:spChg>
      </pc:sldChg>
    </pc:docChg>
  </pc:docChgLst>
  <pc:docChgLst>
    <pc:chgData name="Anthony Pacheco" userId="fdf46b62-f4f9-461f-bfbc-c3446c220a65" providerId="ADAL" clId="{46C61306-57F8-4F30-B63F-8877BEB9A9E1}"/>
    <pc:docChg chg="custSel modSld modMainMaster">
      <pc:chgData name="Anthony Pacheco" userId="fdf46b62-f4f9-461f-bfbc-c3446c220a65" providerId="ADAL" clId="{46C61306-57F8-4F30-B63F-8877BEB9A9E1}" dt="2026-04-09T05:04:25.952" v="130" actId="1076"/>
      <pc:docMkLst>
        <pc:docMk/>
      </pc:docMkLst>
      <pc:sldChg chg="addSp modSp mod">
        <pc:chgData name="Anthony Pacheco" userId="fdf46b62-f4f9-461f-bfbc-c3446c220a65" providerId="ADAL" clId="{46C61306-57F8-4F30-B63F-8877BEB9A9E1}" dt="2026-04-07T03:52:41.253" v="50" actId="1076"/>
        <pc:sldMkLst>
          <pc:docMk/>
          <pc:sldMk cId="2293288057" sldId="257"/>
        </pc:sldMkLst>
        <pc:spChg chg="mod">
          <ac:chgData name="Anthony Pacheco" userId="fdf46b62-f4f9-461f-bfbc-c3446c220a65" providerId="ADAL" clId="{46C61306-57F8-4F30-B63F-8877BEB9A9E1}" dt="2026-04-07T03:52:16.213" v="43" actId="1076"/>
          <ac:spMkLst>
            <pc:docMk/>
            <pc:sldMk cId="2293288057" sldId="257"/>
            <ac:spMk id="3" creationId="{21966DE8-7575-4696-B84F-B4DD0C822D6A}"/>
          </ac:spMkLst>
        </pc:spChg>
        <pc:spChg chg="mod">
          <ac:chgData name="Anthony Pacheco" userId="fdf46b62-f4f9-461f-bfbc-c3446c220a65" providerId="ADAL" clId="{46C61306-57F8-4F30-B63F-8877BEB9A9E1}" dt="2026-04-07T03:52:41.253" v="50" actId="1076"/>
          <ac:spMkLst>
            <pc:docMk/>
            <pc:sldMk cId="2293288057" sldId="257"/>
            <ac:spMk id="4" creationId="{81DDBEBE-99BA-45B9-B4E5-D18D90F7A983}"/>
          </ac:spMkLst>
        </pc:spChg>
        <pc:spChg chg="add mod">
          <ac:chgData name="Anthony Pacheco" userId="fdf46b62-f4f9-461f-bfbc-c3446c220a65" providerId="ADAL" clId="{46C61306-57F8-4F30-B63F-8877BEB9A9E1}" dt="2026-04-07T03:44:29.114" v="33" actId="20577"/>
          <ac:spMkLst>
            <pc:docMk/>
            <pc:sldMk cId="2293288057" sldId="257"/>
            <ac:spMk id="7" creationId="{F26AE80F-6A10-CC20-47D9-920C90AA5C56}"/>
          </ac:spMkLst>
        </pc:spChg>
        <pc:picChg chg="mod">
          <ac:chgData name="Anthony Pacheco" userId="fdf46b62-f4f9-461f-bfbc-c3446c220a65" providerId="ADAL" clId="{46C61306-57F8-4F30-B63F-8877BEB9A9E1}" dt="2026-04-07T03:52:35.181" v="48" actId="1076"/>
          <ac:picMkLst>
            <pc:docMk/>
            <pc:sldMk cId="2293288057" sldId="257"/>
            <ac:picMk id="5" creationId="{494D6D0A-E828-99E1-C496-423AC9A50B45}"/>
          </ac:picMkLst>
        </pc:picChg>
      </pc:sldChg>
      <pc:sldChg chg="modSp mod">
        <pc:chgData name="Anthony Pacheco" userId="fdf46b62-f4f9-461f-bfbc-c3446c220a65" providerId="ADAL" clId="{46C61306-57F8-4F30-B63F-8877BEB9A9E1}" dt="2026-04-07T03:53:10.427" v="55" actId="113"/>
        <pc:sldMkLst>
          <pc:docMk/>
          <pc:sldMk cId="3724899739" sldId="259"/>
        </pc:sldMkLst>
        <pc:spChg chg="mod">
          <ac:chgData name="Anthony Pacheco" userId="fdf46b62-f4f9-461f-bfbc-c3446c220a65" providerId="ADAL" clId="{46C61306-57F8-4F30-B63F-8877BEB9A9E1}" dt="2026-04-07T03:53:10.427" v="55" actId="113"/>
          <ac:spMkLst>
            <pc:docMk/>
            <pc:sldMk cId="3724899739" sldId="259"/>
            <ac:spMk id="3" creationId="{5654B1CF-B9D3-4962-AD19-D9C1AB18881D}"/>
          </ac:spMkLst>
        </pc:spChg>
      </pc:sldChg>
      <pc:sldChg chg="modSp mod">
        <pc:chgData name="Anthony Pacheco" userId="fdf46b62-f4f9-461f-bfbc-c3446c220a65" providerId="ADAL" clId="{46C61306-57F8-4F30-B63F-8877BEB9A9E1}" dt="2026-04-09T05:04:25.952" v="130" actId="1076"/>
        <pc:sldMkLst>
          <pc:docMk/>
          <pc:sldMk cId="2322370733" sldId="270"/>
        </pc:sldMkLst>
        <pc:spChg chg="mod">
          <ac:chgData name="Anthony Pacheco" userId="fdf46b62-f4f9-461f-bfbc-c3446c220a65" providerId="ADAL" clId="{46C61306-57F8-4F30-B63F-8877BEB9A9E1}" dt="2026-04-09T05:04:25.952" v="130" actId="1076"/>
          <ac:spMkLst>
            <pc:docMk/>
            <pc:sldMk cId="2322370733" sldId="270"/>
            <ac:spMk id="3" creationId="{6C62FF5B-1A90-449C-9F51-BCC153EB61C0}"/>
          </ac:spMkLst>
        </pc:spChg>
      </pc:sldChg>
      <pc:sldChg chg="modSp mod">
        <pc:chgData name="Anthony Pacheco" userId="fdf46b62-f4f9-461f-bfbc-c3446c220a65" providerId="ADAL" clId="{46C61306-57F8-4F30-B63F-8877BEB9A9E1}" dt="2026-04-09T05:04:05.915" v="129" actId="1076"/>
        <pc:sldMkLst>
          <pc:docMk/>
          <pc:sldMk cId="1225153072" sldId="313"/>
        </pc:sldMkLst>
        <pc:spChg chg="mod">
          <ac:chgData name="Anthony Pacheco" userId="fdf46b62-f4f9-461f-bfbc-c3446c220a65" providerId="ADAL" clId="{46C61306-57F8-4F30-B63F-8877BEB9A9E1}" dt="2026-04-09T05:04:05.915" v="129" actId="1076"/>
          <ac:spMkLst>
            <pc:docMk/>
            <pc:sldMk cId="1225153072" sldId="313"/>
            <ac:spMk id="15" creationId="{5464F008-21F9-FCFB-BF06-39C357DBA52E}"/>
          </ac:spMkLst>
        </pc:spChg>
      </pc:sldChg>
      <pc:sldChg chg="modSp mod">
        <pc:chgData name="Anthony Pacheco" userId="fdf46b62-f4f9-461f-bfbc-c3446c220a65" providerId="ADAL" clId="{46C61306-57F8-4F30-B63F-8877BEB9A9E1}" dt="2026-04-07T03:56:15.607" v="83" actId="14100"/>
        <pc:sldMkLst>
          <pc:docMk/>
          <pc:sldMk cId="2650013312" sldId="406"/>
        </pc:sldMkLst>
        <pc:picChg chg="mod">
          <ac:chgData name="Anthony Pacheco" userId="fdf46b62-f4f9-461f-bfbc-c3446c220a65" providerId="ADAL" clId="{46C61306-57F8-4F30-B63F-8877BEB9A9E1}" dt="2026-04-07T03:56:15.607" v="83" actId="14100"/>
          <ac:picMkLst>
            <pc:docMk/>
            <pc:sldMk cId="2650013312" sldId="406"/>
            <ac:picMk id="4" creationId="{090ECEDC-45D7-7ABA-5DE1-ADD9A416E800}"/>
          </ac:picMkLst>
        </pc:picChg>
      </pc:sldChg>
      <pc:sldChg chg="modSp mod">
        <pc:chgData name="Anthony Pacheco" userId="fdf46b62-f4f9-461f-bfbc-c3446c220a65" providerId="ADAL" clId="{46C61306-57F8-4F30-B63F-8877BEB9A9E1}" dt="2026-04-09T05:01:18.292" v="104" actId="14100"/>
        <pc:sldMkLst>
          <pc:docMk/>
          <pc:sldMk cId="1318877529" sldId="433"/>
        </pc:sldMkLst>
        <pc:picChg chg="mod">
          <ac:chgData name="Anthony Pacheco" userId="fdf46b62-f4f9-461f-bfbc-c3446c220a65" providerId="ADAL" clId="{46C61306-57F8-4F30-B63F-8877BEB9A9E1}" dt="2026-04-09T05:01:18.292" v="104" actId="14100"/>
          <ac:picMkLst>
            <pc:docMk/>
            <pc:sldMk cId="1318877529" sldId="433"/>
            <ac:picMk id="4" creationId="{AF5DF4C2-4B9B-EC81-7EF4-0A440ECDAA75}"/>
          </ac:picMkLst>
        </pc:picChg>
      </pc:sldChg>
      <pc:sldChg chg="modSp mod">
        <pc:chgData name="Anthony Pacheco" userId="fdf46b62-f4f9-461f-bfbc-c3446c220a65" providerId="ADAL" clId="{46C61306-57F8-4F30-B63F-8877BEB9A9E1}" dt="2026-04-07T04:56:58.422" v="87" actId="255"/>
        <pc:sldMkLst>
          <pc:docMk/>
          <pc:sldMk cId="4093059358" sldId="450"/>
        </pc:sldMkLst>
        <pc:spChg chg="mod">
          <ac:chgData name="Anthony Pacheco" userId="fdf46b62-f4f9-461f-bfbc-c3446c220a65" providerId="ADAL" clId="{46C61306-57F8-4F30-B63F-8877BEB9A9E1}" dt="2026-04-07T04:56:58.422" v="87" actId="255"/>
          <ac:spMkLst>
            <pc:docMk/>
            <pc:sldMk cId="4093059358" sldId="450"/>
            <ac:spMk id="2" creationId="{696F138B-1456-986C-C80B-DF3E20601157}"/>
          </ac:spMkLst>
        </pc:spChg>
      </pc:sldChg>
      <pc:sldChg chg="modSp mod">
        <pc:chgData name="Anthony Pacheco" userId="fdf46b62-f4f9-461f-bfbc-c3446c220a65" providerId="ADAL" clId="{46C61306-57F8-4F30-B63F-8877BEB9A9E1}" dt="2026-04-07T03:53:24.735" v="58" actId="113"/>
        <pc:sldMkLst>
          <pc:docMk/>
          <pc:sldMk cId="4159980561" sldId="478"/>
        </pc:sldMkLst>
        <pc:spChg chg="mod">
          <ac:chgData name="Anthony Pacheco" userId="fdf46b62-f4f9-461f-bfbc-c3446c220a65" providerId="ADAL" clId="{46C61306-57F8-4F30-B63F-8877BEB9A9E1}" dt="2026-04-07T03:53:24.735" v="58" actId="113"/>
          <ac:spMkLst>
            <pc:docMk/>
            <pc:sldMk cId="4159980561" sldId="478"/>
            <ac:spMk id="3" creationId="{3A9F1499-95F7-2B89-97D8-BCDECF21B33C}"/>
          </ac:spMkLst>
        </pc:spChg>
      </pc:sldChg>
      <pc:sldChg chg="modSp mod">
        <pc:chgData name="Anthony Pacheco" userId="fdf46b62-f4f9-461f-bfbc-c3446c220a65" providerId="ADAL" clId="{46C61306-57F8-4F30-B63F-8877BEB9A9E1}" dt="2026-04-07T03:53:39.482" v="61" actId="113"/>
        <pc:sldMkLst>
          <pc:docMk/>
          <pc:sldMk cId="3504774133" sldId="479"/>
        </pc:sldMkLst>
        <pc:spChg chg="mod">
          <ac:chgData name="Anthony Pacheco" userId="fdf46b62-f4f9-461f-bfbc-c3446c220a65" providerId="ADAL" clId="{46C61306-57F8-4F30-B63F-8877BEB9A9E1}" dt="2026-04-07T03:53:39.482" v="61" actId="113"/>
          <ac:spMkLst>
            <pc:docMk/>
            <pc:sldMk cId="3504774133" sldId="479"/>
            <ac:spMk id="3" creationId="{6818CC29-5C0E-737A-9DB1-E9C709917AD8}"/>
          </ac:spMkLst>
        </pc:spChg>
      </pc:sldChg>
      <pc:sldChg chg="modSp mod">
        <pc:chgData name="Anthony Pacheco" userId="fdf46b62-f4f9-461f-bfbc-c3446c220a65" providerId="ADAL" clId="{46C61306-57F8-4F30-B63F-8877BEB9A9E1}" dt="2026-04-07T03:53:43.464" v="62" actId="1076"/>
        <pc:sldMkLst>
          <pc:docMk/>
          <pc:sldMk cId="1405135240" sldId="480"/>
        </pc:sldMkLst>
        <pc:spChg chg="mod">
          <ac:chgData name="Anthony Pacheco" userId="fdf46b62-f4f9-461f-bfbc-c3446c220a65" providerId="ADAL" clId="{46C61306-57F8-4F30-B63F-8877BEB9A9E1}" dt="2026-04-07T03:53:43.464" v="62" actId="1076"/>
          <ac:spMkLst>
            <pc:docMk/>
            <pc:sldMk cId="1405135240" sldId="480"/>
            <ac:spMk id="3" creationId="{31EF9786-3FA1-C762-DF9E-419569885A5A}"/>
          </ac:spMkLst>
        </pc:spChg>
      </pc:sldChg>
      <pc:sldChg chg="modSp mod">
        <pc:chgData name="Anthony Pacheco" userId="fdf46b62-f4f9-461f-bfbc-c3446c220a65" providerId="ADAL" clId="{46C61306-57F8-4F30-B63F-8877BEB9A9E1}" dt="2026-04-07T03:54:15.035" v="64" actId="113"/>
        <pc:sldMkLst>
          <pc:docMk/>
          <pc:sldMk cId="2540431119" sldId="481"/>
        </pc:sldMkLst>
        <pc:spChg chg="mod">
          <ac:chgData name="Anthony Pacheco" userId="fdf46b62-f4f9-461f-bfbc-c3446c220a65" providerId="ADAL" clId="{46C61306-57F8-4F30-B63F-8877BEB9A9E1}" dt="2026-04-07T03:54:15.035" v="64" actId="113"/>
          <ac:spMkLst>
            <pc:docMk/>
            <pc:sldMk cId="2540431119" sldId="481"/>
            <ac:spMk id="3" creationId="{FC6AAD77-471C-52D5-E966-57FCA7AD8597}"/>
          </ac:spMkLst>
        </pc:spChg>
      </pc:sldChg>
      <pc:sldChg chg="modSp mod">
        <pc:chgData name="Anthony Pacheco" userId="fdf46b62-f4f9-461f-bfbc-c3446c220a65" providerId="ADAL" clId="{46C61306-57F8-4F30-B63F-8877BEB9A9E1}" dt="2026-04-07T03:54:25.107" v="65" actId="113"/>
        <pc:sldMkLst>
          <pc:docMk/>
          <pc:sldMk cId="164464287" sldId="482"/>
        </pc:sldMkLst>
        <pc:spChg chg="mod">
          <ac:chgData name="Anthony Pacheco" userId="fdf46b62-f4f9-461f-bfbc-c3446c220a65" providerId="ADAL" clId="{46C61306-57F8-4F30-B63F-8877BEB9A9E1}" dt="2026-04-07T03:54:25.107" v="65" actId="113"/>
          <ac:spMkLst>
            <pc:docMk/>
            <pc:sldMk cId="164464287" sldId="482"/>
            <ac:spMk id="3" creationId="{5A627E7C-A474-128C-C4D6-4DE7BDE9A518}"/>
          </ac:spMkLst>
        </pc:spChg>
      </pc:sldChg>
      <pc:sldChg chg="modSp mod">
        <pc:chgData name="Anthony Pacheco" userId="fdf46b62-f4f9-461f-bfbc-c3446c220a65" providerId="ADAL" clId="{46C61306-57F8-4F30-B63F-8877BEB9A9E1}" dt="2026-04-07T03:54:43.338" v="67" actId="113"/>
        <pc:sldMkLst>
          <pc:docMk/>
          <pc:sldMk cId="1406159738" sldId="483"/>
        </pc:sldMkLst>
        <pc:spChg chg="mod">
          <ac:chgData name="Anthony Pacheco" userId="fdf46b62-f4f9-461f-bfbc-c3446c220a65" providerId="ADAL" clId="{46C61306-57F8-4F30-B63F-8877BEB9A9E1}" dt="2026-04-07T03:54:43.338" v="67" actId="113"/>
          <ac:spMkLst>
            <pc:docMk/>
            <pc:sldMk cId="1406159738" sldId="483"/>
            <ac:spMk id="3" creationId="{851DC62E-E659-0C83-422C-DB2B39D8B3BE}"/>
          </ac:spMkLst>
        </pc:spChg>
      </pc:sldChg>
      <pc:sldChg chg="modSp mod">
        <pc:chgData name="Anthony Pacheco" userId="fdf46b62-f4f9-461f-bfbc-c3446c220a65" providerId="ADAL" clId="{46C61306-57F8-4F30-B63F-8877BEB9A9E1}" dt="2026-04-07T03:55:00.786" v="70" actId="113"/>
        <pc:sldMkLst>
          <pc:docMk/>
          <pc:sldMk cId="1781807189" sldId="484"/>
        </pc:sldMkLst>
        <pc:spChg chg="mod">
          <ac:chgData name="Anthony Pacheco" userId="fdf46b62-f4f9-461f-bfbc-c3446c220a65" providerId="ADAL" clId="{46C61306-57F8-4F30-B63F-8877BEB9A9E1}" dt="2026-04-07T03:55:00.786" v="70" actId="113"/>
          <ac:spMkLst>
            <pc:docMk/>
            <pc:sldMk cId="1781807189" sldId="484"/>
            <ac:spMk id="3" creationId="{8EE1D953-BC34-A768-949B-B24CAE1580F0}"/>
          </ac:spMkLst>
        </pc:spChg>
      </pc:sldChg>
      <pc:sldChg chg="modSp mod">
        <pc:chgData name="Anthony Pacheco" userId="fdf46b62-f4f9-461f-bfbc-c3446c220a65" providerId="ADAL" clId="{46C61306-57F8-4F30-B63F-8877BEB9A9E1}" dt="2026-04-07T03:55:18.577" v="73" actId="113"/>
        <pc:sldMkLst>
          <pc:docMk/>
          <pc:sldMk cId="1832439594" sldId="485"/>
        </pc:sldMkLst>
        <pc:spChg chg="mod">
          <ac:chgData name="Anthony Pacheco" userId="fdf46b62-f4f9-461f-bfbc-c3446c220a65" providerId="ADAL" clId="{46C61306-57F8-4F30-B63F-8877BEB9A9E1}" dt="2026-04-07T03:55:18.577" v="73" actId="113"/>
          <ac:spMkLst>
            <pc:docMk/>
            <pc:sldMk cId="1832439594" sldId="485"/>
            <ac:spMk id="3" creationId="{EAF95D0A-EFA4-AFCD-C964-C8C8C91724B5}"/>
          </ac:spMkLst>
        </pc:spChg>
      </pc:sldChg>
      <pc:sldChg chg="modSp mod">
        <pc:chgData name="Anthony Pacheco" userId="fdf46b62-f4f9-461f-bfbc-c3446c220a65" providerId="ADAL" clId="{46C61306-57F8-4F30-B63F-8877BEB9A9E1}" dt="2026-04-07T03:55:29.458" v="75" actId="113"/>
        <pc:sldMkLst>
          <pc:docMk/>
          <pc:sldMk cId="3836255919" sldId="486"/>
        </pc:sldMkLst>
        <pc:spChg chg="mod">
          <ac:chgData name="Anthony Pacheco" userId="fdf46b62-f4f9-461f-bfbc-c3446c220a65" providerId="ADAL" clId="{46C61306-57F8-4F30-B63F-8877BEB9A9E1}" dt="2026-04-07T03:55:29.458" v="75" actId="113"/>
          <ac:spMkLst>
            <pc:docMk/>
            <pc:sldMk cId="3836255919" sldId="486"/>
            <ac:spMk id="3" creationId="{04A94237-9DED-08BD-8E3C-2CB37562874C}"/>
          </ac:spMkLst>
        </pc:spChg>
      </pc:sldChg>
      <pc:sldChg chg="modSp mod">
        <pc:chgData name="Anthony Pacheco" userId="fdf46b62-f4f9-461f-bfbc-c3446c220a65" providerId="ADAL" clId="{46C61306-57F8-4F30-B63F-8877BEB9A9E1}" dt="2026-04-07T03:55:42.691" v="77" actId="113"/>
        <pc:sldMkLst>
          <pc:docMk/>
          <pc:sldMk cId="3349320767" sldId="487"/>
        </pc:sldMkLst>
        <pc:spChg chg="mod">
          <ac:chgData name="Anthony Pacheco" userId="fdf46b62-f4f9-461f-bfbc-c3446c220a65" providerId="ADAL" clId="{46C61306-57F8-4F30-B63F-8877BEB9A9E1}" dt="2026-04-07T03:55:42.691" v="77" actId="113"/>
          <ac:spMkLst>
            <pc:docMk/>
            <pc:sldMk cId="3349320767" sldId="487"/>
            <ac:spMk id="3" creationId="{60409FF7-DE0D-1577-7248-5F72817F2D4D}"/>
          </ac:spMkLst>
        </pc:spChg>
      </pc:sldChg>
      <pc:sldChg chg="modSp mod">
        <pc:chgData name="Anthony Pacheco" userId="fdf46b62-f4f9-461f-bfbc-c3446c220a65" providerId="ADAL" clId="{46C61306-57F8-4F30-B63F-8877BEB9A9E1}" dt="2026-04-07T03:56:07.861" v="82" actId="113"/>
        <pc:sldMkLst>
          <pc:docMk/>
          <pc:sldMk cId="800632377" sldId="488"/>
        </pc:sldMkLst>
        <pc:spChg chg="mod">
          <ac:chgData name="Anthony Pacheco" userId="fdf46b62-f4f9-461f-bfbc-c3446c220a65" providerId="ADAL" clId="{46C61306-57F8-4F30-B63F-8877BEB9A9E1}" dt="2026-04-07T03:56:07.861" v="82" actId="113"/>
          <ac:spMkLst>
            <pc:docMk/>
            <pc:sldMk cId="800632377" sldId="488"/>
            <ac:spMk id="3" creationId="{A991C672-62EB-6961-DDF9-AE27BCB13872}"/>
          </ac:spMkLst>
        </pc:spChg>
      </pc:sldChg>
      <pc:sldChg chg="modSp mod">
        <pc:chgData name="Anthony Pacheco" userId="fdf46b62-f4f9-461f-bfbc-c3446c220a65" providerId="ADAL" clId="{46C61306-57F8-4F30-B63F-8877BEB9A9E1}" dt="2026-04-07T04:56:34.766" v="84" actId="255"/>
        <pc:sldMkLst>
          <pc:docMk/>
          <pc:sldMk cId="1634830610" sldId="490"/>
        </pc:sldMkLst>
        <pc:spChg chg="mod">
          <ac:chgData name="Anthony Pacheco" userId="fdf46b62-f4f9-461f-bfbc-c3446c220a65" providerId="ADAL" clId="{46C61306-57F8-4F30-B63F-8877BEB9A9E1}" dt="2026-04-07T04:56:34.766" v="84" actId="255"/>
          <ac:spMkLst>
            <pc:docMk/>
            <pc:sldMk cId="1634830610" sldId="490"/>
            <ac:spMk id="2" creationId="{B8761861-E609-8CCF-8B89-FED901DB5755}"/>
          </ac:spMkLst>
        </pc:spChg>
      </pc:sldChg>
      <pc:sldChg chg="modSp mod">
        <pc:chgData name="Anthony Pacheco" userId="fdf46b62-f4f9-461f-bfbc-c3446c220a65" providerId="ADAL" clId="{46C61306-57F8-4F30-B63F-8877BEB9A9E1}" dt="2026-04-07T04:56:42.966" v="85" actId="255"/>
        <pc:sldMkLst>
          <pc:docMk/>
          <pc:sldMk cId="479661457" sldId="491"/>
        </pc:sldMkLst>
        <pc:spChg chg="mod">
          <ac:chgData name="Anthony Pacheco" userId="fdf46b62-f4f9-461f-bfbc-c3446c220a65" providerId="ADAL" clId="{46C61306-57F8-4F30-B63F-8877BEB9A9E1}" dt="2026-04-07T04:56:42.966" v="85" actId="255"/>
          <ac:spMkLst>
            <pc:docMk/>
            <pc:sldMk cId="479661457" sldId="491"/>
            <ac:spMk id="2" creationId="{C658B7F2-E514-7197-F3C2-FC7DCB6F88F9}"/>
          </ac:spMkLst>
        </pc:spChg>
      </pc:sldChg>
      <pc:sldChg chg="modSp mod">
        <pc:chgData name="Anthony Pacheco" userId="fdf46b62-f4f9-461f-bfbc-c3446c220a65" providerId="ADAL" clId="{46C61306-57F8-4F30-B63F-8877BEB9A9E1}" dt="2026-04-07T04:56:50.247" v="86" actId="255"/>
        <pc:sldMkLst>
          <pc:docMk/>
          <pc:sldMk cId="2784532084" sldId="492"/>
        </pc:sldMkLst>
        <pc:spChg chg="mod">
          <ac:chgData name="Anthony Pacheco" userId="fdf46b62-f4f9-461f-bfbc-c3446c220a65" providerId="ADAL" clId="{46C61306-57F8-4F30-B63F-8877BEB9A9E1}" dt="2026-04-07T04:56:50.247" v="86" actId="255"/>
          <ac:spMkLst>
            <pc:docMk/>
            <pc:sldMk cId="2784532084" sldId="492"/>
            <ac:spMk id="2" creationId="{16D1DE74-11EB-72BB-6D99-8C50175E96E9}"/>
          </ac:spMkLst>
        </pc:spChg>
      </pc:sldChg>
      <pc:sldChg chg="modSp mod">
        <pc:chgData name="Anthony Pacheco" userId="fdf46b62-f4f9-461f-bfbc-c3446c220a65" providerId="ADAL" clId="{46C61306-57F8-4F30-B63F-8877BEB9A9E1}" dt="2026-04-07T04:57:05.877" v="88" actId="255"/>
        <pc:sldMkLst>
          <pc:docMk/>
          <pc:sldMk cId="713413903" sldId="493"/>
        </pc:sldMkLst>
        <pc:spChg chg="mod">
          <ac:chgData name="Anthony Pacheco" userId="fdf46b62-f4f9-461f-bfbc-c3446c220a65" providerId="ADAL" clId="{46C61306-57F8-4F30-B63F-8877BEB9A9E1}" dt="2026-04-07T04:57:05.877" v="88" actId="255"/>
          <ac:spMkLst>
            <pc:docMk/>
            <pc:sldMk cId="713413903" sldId="493"/>
            <ac:spMk id="2" creationId="{23D18B1D-0AEB-18E2-ADFB-22499CEFD09B}"/>
          </ac:spMkLst>
        </pc:spChg>
      </pc:sldChg>
      <pc:sldChg chg="modSp mod">
        <pc:chgData name="Anthony Pacheco" userId="fdf46b62-f4f9-461f-bfbc-c3446c220a65" providerId="ADAL" clId="{46C61306-57F8-4F30-B63F-8877BEB9A9E1}" dt="2026-04-07T04:57:19.775" v="89" actId="255"/>
        <pc:sldMkLst>
          <pc:docMk/>
          <pc:sldMk cId="4247456177" sldId="494"/>
        </pc:sldMkLst>
        <pc:spChg chg="mod">
          <ac:chgData name="Anthony Pacheco" userId="fdf46b62-f4f9-461f-bfbc-c3446c220a65" providerId="ADAL" clId="{46C61306-57F8-4F30-B63F-8877BEB9A9E1}" dt="2026-04-07T04:57:19.775" v="89" actId="255"/>
          <ac:spMkLst>
            <pc:docMk/>
            <pc:sldMk cId="4247456177" sldId="494"/>
            <ac:spMk id="2" creationId="{F31BED1E-0073-97CD-9A87-058FA6207F50}"/>
          </ac:spMkLst>
        </pc:spChg>
      </pc:sldChg>
      <pc:sldChg chg="modSp mod">
        <pc:chgData name="Anthony Pacheco" userId="fdf46b62-f4f9-461f-bfbc-c3446c220a65" providerId="ADAL" clId="{46C61306-57F8-4F30-B63F-8877BEB9A9E1}" dt="2026-04-07T04:57:34.294" v="91" actId="14100"/>
        <pc:sldMkLst>
          <pc:docMk/>
          <pc:sldMk cId="1676749716" sldId="495"/>
        </pc:sldMkLst>
        <pc:spChg chg="mod">
          <ac:chgData name="Anthony Pacheco" userId="fdf46b62-f4f9-461f-bfbc-c3446c220a65" providerId="ADAL" clId="{46C61306-57F8-4F30-B63F-8877BEB9A9E1}" dt="2026-04-07T04:57:34.294" v="91" actId="14100"/>
          <ac:spMkLst>
            <pc:docMk/>
            <pc:sldMk cId="1676749716" sldId="495"/>
            <ac:spMk id="2" creationId="{737F95AC-64B3-7F7C-866A-7F0F120CAF8B}"/>
          </ac:spMkLst>
        </pc:spChg>
      </pc:sldChg>
      <pc:sldChg chg="modSp mod">
        <pc:chgData name="Anthony Pacheco" userId="fdf46b62-f4f9-461f-bfbc-c3446c220a65" providerId="ADAL" clId="{46C61306-57F8-4F30-B63F-8877BEB9A9E1}" dt="2026-04-07T04:57:41.590" v="92" actId="255"/>
        <pc:sldMkLst>
          <pc:docMk/>
          <pc:sldMk cId="3893740530" sldId="496"/>
        </pc:sldMkLst>
        <pc:spChg chg="mod">
          <ac:chgData name="Anthony Pacheco" userId="fdf46b62-f4f9-461f-bfbc-c3446c220a65" providerId="ADAL" clId="{46C61306-57F8-4F30-B63F-8877BEB9A9E1}" dt="2026-04-07T04:57:41.590" v="92" actId="255"/>
          <ac:spMkLst>
            <pc:docMk/>
            <pc:sldMk cId="3893740530" sldId="496"/>
            <ac:spMk id="2" creationId="{ECD6A784-6C38-06A2-C471-E12B3280D32F}"/>
          </ac:spMkLst>
        </pc:spChg>
      </pc:sldChg>
      <pc:sldChg chg="modSp mod">
        <pc:chgData name="Anthony Pacheco" userId="fdf46b62-f4f9-461f-bfbc-c3446c220a65" providerId="ADAL" clId="{46C61306-57F8-4F30-B63F-8877BEB9A9E1}" dt="2026-04-07T04:57:50.374" v="93" actId="255"/>
        <pc:sldMkLst>
          <pc:docMk/>
          <pc:sldMk cId="2465827784" sldId="497"/>
        </pc:sldMkLst>
        <pc:spChg chg="mod">
          <ac:chgData name="Anthony Pacheco" userId="fdf46b62-f4f9-461f-bfbc-c3446c220a65" providerId="ADAL" clId="{46C61306-57F8-4F30-B63F-8877BEB9A9E1}" dt="2026-04-07T04:57:50.374" v="93" actId="255"/>
          <ac:spMkLst>
            <pc:docMk/>
            <pc:sldMk cId="2465827784" sldId="497"/>
            <ac:spMk id="2" creationId="{CD7FEEB1-0651-35A7-748D-F6FAFBCA688D}"/>
          </ac:spMkLst>
        </pc:spChg>
      </pc:sldChg>
      <pc:sldChg chg="modSp mod">
        <pc:chgData name="Anthony Pacheco" userId="fdf46b62-f4f9-461f-bfbc-c3446c220a65" providerId="ADAL" clId="{46C61306-57F8-4F30-B63F-8877BEB9A9E1}" dt="2026-04-07T04:57:58.662" v="94" actId="255"/>
        <pc:sldMkLst>
          <pc:docMk/>
          <pc:sldMk cId="783352928" sldId="498"/>
        </pc:sldMkLst>
        <pc:spChg chg="mod">
          <ac:chgData name="Anthony Pacheco" userId="fdf46b62-f4f9-461f-bfbc-c3446c220a65" providerId="ADAL" clId="{46C61306-57F8-4F30-B63F-8877BEB9A9E1}" dt="2026-04-07T04:57:58.662" v="94" actId="255"/>
          <ac:spMkLst>
            <pc:docMk/>
            <pc:sldMk cId="783352928" sldId="498"/>
            <ac:spMk id="2" creationId="{55F4BF81-B13F-3E08-C0F8-D576AC5018D9}"/>
          </ac:spMkLst>
        </pc:spChg>
      </pc:sldChg>
      <pc:sldChg chg="addSp delSp modSp mod">
        <pc:chgData name="Anthony Pacheco" userId="fdf46b62-f4f9-461f-bfbc-c3446c220a65" providerId="ADAL" clId="{46C61306-57F8-4F30-B63F-8877BEB9A9E1}" dt="2026-04-07T03:46:06.773" v="40" actId="21"/>
        <pc:sldMkLst>
          <pc:docMk/>
          <pc:sldMk cId="1712739280" sldId="499"/>
        </pc:sldMkLst>
        <pc:spChg chg="mod">
          <ac:chgData name="Anthony Pacheco" userId="fdf46b62-f4f9-461f-bfbc-c3446c220a65" providerId="ADAL" clId="{46C61306-57F8-4F30-B63F-8877BEB9A9E1}" dt="2026-04-07T03:45:22.035" v="35" actId="14100"/>
          <ac:spMkLst>
            <pc:docMk/>
            <pc:sldMk cId="1712739280" sldId="499"/>
            <ac:spMk id="2" creationId="{5607359A-5FA8-2025-078C-9641F3FEECAD}"/>
          </ac:spMkLst>
        </pc:spChg>
      </pc:sldChg>
      <pc:sldChg chg="addSp modSp mod">
        <pc:chgData name="Anthony Pacheco" userId="fdf46b62-f4f9-461f-bfbc-c3446c220a65" providerId="ADAL" clId="{46C61306-57F8-4F30-B63F-8877BEB9A9E1}" dt="2026-04-07T03:46:16.489" v="42" actId="14100"/>
        <pc:sldMkLst>
          <pc:docMk/>
          <pc:sldMk cId="3974213935" sldId="500"/>
        </pc:sldMkLst>
        <pc:spChg chg="mod">
          <ac:chgData name="Anthony Pacheco" userId="fdf46b62-f4f9-461f-bfbc-c3446c220a65" providerId="ADAL" clId="{46C61306-57F8-4F30-B63F-8877BEB9A9E1}" dt="2026-04-07T03:46:16.489" v="42" actId="14100"/>
          <ac:spMkLst>
            <pc:docMk/>
            <pc:sldMk cId="3974213935" sldId="500"/>
            <ac:spMk id="2" creationId="{862721AA-5C28-220F-D4CA-A62C151466C6}"/>
          </ac:spMkLst>
        </pc:spChg>
        <pc:spChg chg="add mod">
          <ac:chgData name="Anthony Pacheco" userId="fdf46b62-f4f9-461f-bfbc-c3446c220a65" providerId="ADAL" clId="{46C61306-57F8-4F30-B63F-8877BEB9A9E1}" dt="2026-04-07T03:46:12.568" v="41"/>
          <ac:spMkLst>
            <pc:docMk/>
            <pc:sldMk cId="3974213935" sldId="500"/>
            <ac:spMk id="4" creationId="{F0686763-B168-68F1-916F-AA6820F3E44B}"/>
          </ac:spMkLst>
        </pc:spChg>
      </pc:sldChg>
      <pc:sldChg chg="modSp mod">
        <pc:chgData name="Anthony Pacheco" userId="fdf46b62-f4f9-461f-bfbc-c3446c220a65" providerId="ADAL" clId="{46C61306-57F8-4F30-B63F-8877BEB9A9E1}" dt="2026-04-09T04:59:58.792" v="95" actId="113"/>
        <pc:sldMkLst>
          <pc:docMk/>
          <pc:sldMk cId="1547790167" sldId="507"/>
        </pc:sldMkLst>
        <pc:spChg chg="mod">
          <ac:chgData name="Anthony Pacheco" userId="fdf46b62-f4f9-461f-bfbc-c3446c220a65" providerId="ADAL" clId="{46C61306-57F8-4F30-B63F-8877BEB9A9E1}" dt="2026-04-09T04:59:58.792" v="95" actId="113"/>
          <ac:spMkLst>
            <pc:docMk/>
            <pc:sldMk cId="1547790167" sldId="507"/>
            <ac:spMk id="3" creationId="{B24DFC0E-8693-FF8A-3B60-DCCCF3EC4191}"/>
          </ac:spMkLst>
        </pc:spChg>
      </pc:sldChg>
      <pc:sldChg chg="modSp mod">
        <pc:chgData name="Anthony Pacheco" userId="fdf46b62-f4f9-461f-bfbc-c3446c220a65" providerId="ADAL" clId="{46C61306-57F8-4F30-B63F-8877BEB9A9E1}" dt="2026-04-09T05:00:19.549" v="98" actId="14100"/>
        <pc:sldMkLst>
          <pc:docMk/>
          <pc:sldMk cId="4141544353" sldId="508"/>
        </pc:sldMkLst>
        <pc:spChg chg="mod">
          <ac:chgData name="Anthony Pacheco" userId="fdf46b62-f4f9-461f-bfbc-c3446c220a65" providerId="ADAL" clId="{46C61306-57F8-4F30-B63F-8877BEB9A9E1}" dt="2026-04-09T05:00:19.549" v="98" actId="14100"/>
          <ac:spMkLst>
            <pc:docMk/>
            <pc:sldMk cId="4141544353" sldId="508"/>
            <ac:spMk id="3" creationId="{9C4AB1E4-63FC-C4C1-7735-F78C7949A6E6}"/>
          </ac:spMkLst>
        </pc:spChg>
      </pc:sldChg>
      <pc:sldChg chg="modSp mod">
        <pc:chgData name="Anthony Pacheco" userId="fdf46b62-f4f9-461f-bfbc-c3446c220a65" providerId="ADAL" clId="{46C61306-57F8-4F30-B63F-8877BEB9A9E1}" dt="2026-04-09T05:00:38.440" v="100" actId="113"/>
        <pc:sldMkLst>
          <pc:docMk/>
          <pc:sldMk cId="1637826501" sldId="509"/>
        </pc:sldMkLst>
        <pc:spChg chg="mod">
          <ac:chgData name="Anthony Pacheco" userId="fdf46b62-f4f9-461f-bfbc-c3446c220a65" providerId="ADAL" clId="{46C61306-57F8-4F30-B63F-8877BEB9A9E1}" dt="2026-04-09T05:00:38.440" v="100" actId="113"/>
          <ac:spMkLst>
            <pc:docMk/>
            <pc:sldMk cId="1637826501" sldId="509"/>
            <ac:spMk id="3" creationId="{602A4E5F-6484-B545-1BE0-CA4AB7E8D7C5}"/>
          </ac:spMkLst>
        </pc:spChg>
      </pc:sldChg>
      <pc:sldChg chg="modSp mod">
        <pc:chgData name="Anthony Pacheco" userId="fdf46b62-f4f9-461f-bfbc-c3446c220a65" providerId="ADAL" clId="{46C61306-57F8-4F30-B63F-8877BEB9A9E1}" dt="2026-04-09T05:01:11.696" v="103" actId="14100"/>
        <pc:sldMkLst>
          <pc:docMk/>
          <pc:sldMk cId="3256030851" sldId="510"/>
        </pc:sldMkLst>
        <pc:spChg chg="mod">
          <ac:chgData name="Anthony Pacheco" userId="fdf46b62-f4f9-461f-bfbc-c3446c220a65" providerId="ADAL" clId="{46C61306-57F8-4F30-B63F-8877BEB9A9E1}" dt="2026-04-09T05:01:11.696" v="103" actId="14100"/>
          <ac:spMkLst>
            <pc:docMk/>
            <pc:sldMk cId="3256030851" sldId="510"/>
            <ac:spMk id="3" creationId="{3B8EC57C-1D04-6B19-986A-3E5866DC79D5}"/>
          </ac:spMkLst>
        </pc:spChg>
      </pc:sldChg>
      <pc:sldChg chg="modSp mod">
        <pc:chgData name="Anthony Pacheco" userId="fdf46b62-f4f9-461f-bfbc-c3446c220a65" providerId="ADAL" clId="{46C61306-57F8-4F30-B63F-8877BEB9A9E1}" dt="2026-04-09T05:01:39.768" v="107" actId="113"/>
        <pc:sldMkLst>
          <pc:docMk/>
          <pc:sldMk cId="536039354" sldId="511"/>
        </pc:sldMkLst>
        <pc:spChg chg="mod">
          <ac:chgData name="Anthony Pacheco" userId="fdf46b62-f4f9-461f-bfbc-c3446c220a65" providerId="ADAL" clId="{46C61306-57F8-4F30-B63F-8877BEB9A9E1}" dt="2026-04-09T05:01:39.768" v="107" actId="113"/>
          <ac:spMkLst>
            <pc:docMk/>
            <pc:sldMk cId="536039354" sldId="511"/>
            <ac:spMk id="3" creationId="{8196A525-385C-1557-57FE-F09212B0F196}"/>
          </ac:spMkLst>
        </pc:spChg>
      </pc:sldChg>
      <pc:sldChg chg="modSp mod">
        <pc:chgData name="Anthony Pacheco" userId="fdf46b62-f4f9-461f-bfbc-c3446c220a65" providerId="ADAL" clId="{46C61306-57F8-4F30-B63F-8877BEB9A9E1}" dt="2026-04-09T05:01:59.007" v="108" actId="113"/>
        <pc:sldMkLst>
          <pc:docMk/>
          <pc:sldMk cId="993706976" sldId="512"/>
        </pc:sldMkLst>
        <pc:spChg chg="mod">
          <ac:chgData name="Anthony Pacheco" userId="fdf46b62-f4f9-461f-bfbc-c3446c220a65" providerId="ADAL" clId="{46C61306-57F8-4F30-B63F-8877BEB9A9E1}" dt="2026-04-09T05:01:59.007" v="108" actId="113"/>
          <ac:spMkLst>
            <pc:docMk/>
            <pc:sldMk cId="993706976" sldId="512"/>
            <ac:spMk id="3" creationId="{5251DCE1-3A67-8A13-6295-4882000001EE}"/>
          </ac:spMkLst>
        </pc:spChg>
      </pc:sldChg>
      <pc:sldChg chg="modSp mod">
        <pc:chgData name="Anthony Pacheco" userId="fdf46b62-f4f9-461f-bfbc-c3446c220a65" providerId="ADAL" clId="{46C61306-57F8-4F30-B63F-8877BEB9A9E1}" dt="2026-04-09T05:02:09.800" v="109" actId="113"/>
        <pc:sldMkLst>
          <pc:docMk/>
          <pc:sldMk cId="1713422571" sldId="513"/>
        </pc:sldMkLst>
        <pc:spChg chg="mod">
          <ac:chgData name="Anthony Pacheco" userId="fdf46b62-f4f9-461f-bfbc-c3446c220a65" providerId="ADAL" clId="{46C61306-57F8-4F30-B63F-8877BEB9A9E1}" dt="2026-04-09T05:02:09.800" v="109" actId="113"/>
          <ac:spMkLst>
            <pc:docMk/>
            <pc:sldMk cId="1713422571" sldId="513"/>
            <ac:spMk id="3" creationId="{E4F4C61D-9A81-00AD-9BEF-44586AA79A37}"/>
          </ac:spMkLst>
        </pc:spChg>
      </pc:sldChg>
      <pc:sldChg chg="modSp mod">
        <pc:chgData name="Anthony Pacheco" userId="fdf46b62-f4f9-461f-bfbc-c3446c220a65" providerId="ADAL" clId="{46C61306-57F8-4F30-B63F-8877BEB9A9E1}" dt="2026-04-09T05:02:36.052" v="115" actId="113"/>
        <pc:sldMkLst>
          <pc:docMk/>
          <pc:sldMk cId="2560384181" sldId="514"/>
        </pc:sldMkLst>
        <pc:spChg chg="mod">
          <ac:chgData name="Anthony Pacheco" userId="fdf46b62-f4f9-461f-bfbc-c3446c220a65" providerId="ADAL" clId="{46C61306-57F8-4F30-B63F-8877BEB9A9E1}" dt="2026-04-09T05:02:36.052" v="115" actId="113"/>
          <ac:spMkLst>
            <pc:docMk/>
            <pc:sldMk cId="2560384181" sldId="514"/>
            <ac:spMk id="3" creationId="{9E409859-C4DC-E5AF-D0F2-172790C8804C}"/>
          </ac:spMkLst>
        </pc:spChg>
      </pc:sldChg>
      <pc:sldChg chg="modSp mod">
        <pc:chgData name="Anthony Pacheco" userId="fdf46b62-f4f9-461f-bfbc-c3446c220a65" providerId="ADAL" clId="{46C61306-57F8-4F30-B63F-8877BEB9A9E1}" dt="2026-04-09T05:02:43.176" v="116" actId="1076"/>
        <pc:sldMkLst>
          <pc:docMk/>
          <pc:sldMk cId="856906956" sldId="515"/>
        </pc:sldMkLst>
        <pc:spChg chg="mod">
          <ac:chgData name="Anthony Pacheco" userId="fdf46b62-f4f9-461f-bfbc-c3446c220a65" providerId="ADAL" clId="{46C61306-57F8-4F30-B63F-8877BEB9A9E1}" dt="2026-04-09T05:02:43.176" v="116" actId="1076"/>
          <ac:spMkLst>
            <pc:docMk/>
            <pc:sldMk cId="856906956" sldId="515"/>
            <ac:spMk id="3" creationId="{05F4D38F-E332-23B8-12D5-AE450D11223F}"/>
          </ac:spMkLst>
        </pc:spChg>
      </pc:sldChg>
      <pc:sldChg chg="modSp mod">
        <pc:chgData name="Anthony Pacheco" userId="fdf46b62-f4f9-461f-bfbc-c3446c220a65" providerId="ADAL" clId="{46C61306-57F8-4F30-B63F-8877BEB9A9E1}" dt="2026-04-09T05:03:16.363" v="120" actId="113"/>
        <pc:sldMkLst>
          <pc:docMk/>
          <pc:sldMk cId="99214529" sldId="516"/>
        </pc:sldMkLst>
        <pc:spChg chg="mod">
          <ac:chgData name="Anthony Pacheco" userId="fdf46b62-f4f9-461f-bfbc-c3446c220a65" providerId="ADAL" clId="{46C61306-57F8-4F30-B63F-8877BEB9A9E1}" dt="2026-04-09T05:02:58.301" v="117" actId="255"/>
          <ac:spMkLst>
            <pc:docMk/>
            <pc:sldMk cId="99214529" sldId="516"/>
            <ac:spMk id="2" creationId="{735F257C-309D-C6BD-F279-5F06E71D4B18}"/>
          </ac:spMkLst>
        </pc:spChg>
        <pc:spChg chg="mod">
          <ac:chgData name="Anthony Pacheco" userId="fdf46b62-f4f9-461f-bfbc-c3446c220a65" providerId="ADAL" clId="{46C61306-57F8-4F30-B63F-8877BEB9A9E1}" dt="2026-04-09T05:03:16.363" v="120" actId="113"/>
          <ac:spMkLst>
            <pc:docMk/>
            <pc:sldMk cId="99214529" sldId="516"/>
            <ac:spMk id="3" creationId="{75050054-2C66-4E80-22AB-0F4B00327D62}"/>
          </ac:spMkLst>
        </pc:spChg>
      </pc:sldChg>
      <pc:sldChg chg="modSp mod">
        <pc:chgData name="Anthony Pacheco" userId="fdf46b62-f4f9-461f-bfbc-c3446c220a65" providerId="ADAL" clId="{46C61306-57F8-4F30-B63F-8877BEB9A9E1}" dt="2026-04-09T05:03:29.687" v="122" actId="113"/>
        <pc:sldMkLst>
          <pc:docMk/>
          <pc:sldMk cId="2735248257" sldId="517"/>
        </pc:sldMkLst>
        <pc:spChg chg="mod">
          <ac:chgData name="Anthony Pacheco" userId="fdf46b62-f4f9-461f-bfbc-c3446c220a65" providerId="ADAL" clId="{46C61306-57F8-4F30-B63F-8877BEB9A9E1}" dt="2026-04-09T05:03:25.285" v="121" actId="255"/>
          <ac:spMkLst>
            <pc:docMk/>
            <pc:sldMk cId="2735248257" sldId="517"/>
            <ac:spMk id="2" creationId="{1F0140C3-9641-2759-1EE9-83DEADAA3810}"/>
          </ac:spMkLst>
        </pc:spChg>
        <pc:spChg chg="mod">
          <ac:chgData name="Anthony Pacheco" userId="fdf46b62-f4f9-461f-bfbc-c3446c220a65" providerId="ADAL" clId="{46C61306-57F8-4F30-B63F-8877BEB9A9E1}" dt="2026-04-09T05:03:29.687" v="122" actId="113"/>
          <ac:spMkLst>
            <pc:docMk/>
            <pc:sldMk cId="2735248257" sldId="517"/>
            <ac:spMk id="3" creationId="{6048E73C-B902-E118-F4FE-38927B1B3996}"/>
          </ac:spMkLst>
        </pc:spChg>
      </pc:sldChg>
      <pc:sldChg chg="modSp mod">
        <pc:chgData name="Anthony Pacheco" userId="fdf46b62-f4f9-461f-bfbc-c3446c220a65" providerId="ADAL" clId="{46C61306-57F8-4F30-B63F-8877BEB9A9E1}" dt="2026-04-09T05:03:43.068" v="126" actId="255"/>
        <pc:sldMkLst>
          <pc:docMk/>
          <pc:sldMk cId="398611976" sldId="518"/>
        </pc:sldMkLst>
        <pc:spChg chg="mod">
          <ac:chgData name="Anthony Pacheco" userId="fdf46b62-f4f9-461f-bfbc-c3446c220a65" providerId="ADAL" clId="{46C61306-57F8-4F30-B63F-8877BEB9A9E1}" dt="2026-04-09T05:03:43.068" v="126" actId="255"/>
          <ac:spMkLst>
            <pc:docMk/>
            <pc:sldMk cId="398611976" sldId="518"/>
            <ac:spMk id="2" creationId="{D6A91E64-3E3F-CAB5-4995-F6478851C443}"/>
          </ac:spMkLst>
        </pc:spChg>
      </pc:sldChg>
      <pc:sldChg chg="modSp mod">
        <pc:chgData name="Anthony Pacheco" userId="fdf46b62-f4f9-461f-bfbc-c3446c220a65" providerId="ADAL" clId="{46C61306-57F8-4F30-B63F-8877BEB9A9E1}" dt="2026-04-09T05:03:53.461" v="127" actId="255"/>
        <pc:sldMkLst>
          <pc:docMk/>
          <pc:sldMk cId="1237592644" sldId="519"/>
        </pc:sldMkLst>
        <pc:spChg chg="mod">
          <ac:chgData name="Anthony Pacheco" userId="fdf46b62-f4f9-461f-bfbc-c3446c220a65" providerId="ADAL" clId="{46C61306-57F8-4F30-B63F-8877BEB9A9E1}" dt="2026-04-09T05:03:53.461" v="127" actId="255"/>
          <ac:spMkLst>
            <pc:docMk/>
            <pc:sldMk cId="1237592644" sldId="519"/>
            <ac:spMk id="2" creationId="{54EF0A1E-57FA-7BCD-B754-888F761764CB}"/>
          </ac:spMkLst>
        </pc:spChg>
      </pc:sldChg>
      <pc:sldChg chg="modSp mod">
        <pc:chgData name="Anthony Pacheco" userId="fdf46b62-f4f9-461f-bfbc-c3446c220a65" providerId="ADAL" clId="{46C61306-57F8-4F30-B63F-8877BEB9A9E1}" dt="2026-04-09T05:03:59.619" v="128" actId="1076"/>
        <pc:sldMkLst>
          <pc:docMk/>
          <pc:sldMk cId="2240128972" sldId="520"/>
        </pc:sldMkLst>
        <pc:spChg chg="mod">
          <ac:chgData name="Anthony Pacheco" userId="fdf46b62-f4f9-461f-bfbc-c3446c220a65" providerId="ADAL" clId="{46C61306-57F8-4F30-B63F-8877BEB9A9E1}" dt="2026-04-09T05:03:59.619" v="128" actId="1076"/>
          <ac:spMkLst>
            <pc:docMk/>
            <pc:sldMk cId="2240128972" sldId="520"/>
            <ac:spMk id="3" creationId="{E40BA875-3FC6-D0EC-5E72-3F61FD1EB602}"/>
          </ac:spMkLst>
        </pc:spChg>
      </pc:sldChg>
      <pc:sldMasterChg chg="delSp modSp mod modSldLayout">
        <pc:chgData name="Anthony Pacheco" userId="fdf46b62-f4f9-461f-bfbc-c3446c220a65" providerId="ADAL" clId="{46C61306-57F8-4F30-B63F-8877BEB9A9E1}" dt="2026-04-07T03:42:14.532" v="5" actId="20577"/>
        <pc:sldMasterMkLst>
          <pc:docMk/>
          <pc:sldMasterMk cId="682046013" sldId="2147483725"/>
        </pc:sldMasterMkLst>
        <pc:spChg chg="mod">
          <ac:chgData name="Anthony Pacheco" userId="fdf46b62-f4f9-461f-bfbc-c3446c220a65" providerId="ADAL" clId="{46C61306-57F8-4F30-B63F-8877BEB9A9E1}" dt="2026-04-07T03:42:02.508" v="2" actId="20577"/>
          <ac:spMkLst>
            <pc:docMk/>
            <pc:sldMasterMk cId="682046013" sldId="2147483725"/>
            <ac:spMk id="8" creationId="{0E6636BF-D3CC-4DFC-A057-41CF18719446}"/>
          </ac:spMkLst>
        </pc:spChg>
        <pc:spChg chg="mod">
          <ac:chgData name="Anthony Pacheco" userId="fdf46b62-f4f9-461f-bfbc-c3446c220a65" providerId="ADAL" clId="{46C61306-57F8-4F30-B63F-8877BEB9A9E1}" dt="2026-04-07T03:41:59.479" v="1" actId="14100"/>
          <ac:spMkLst>
            <pc:docMk/>
            <pc:sldMasterMk cId="682046013" sldId="2147483725"/>
            <ac:spMk id="13" creationId="{A34EF16C-F8E9-4C74-8268-011BE18366AF}"/>
          </ac:spMkLst>
        </pc:spChg>
        <pc:sldLayoutChg chg="delSp modSp mod">
          <pc:chgData name="Anthony Pacheco" userId="fdf46b62-f4f9-461f-bfbc-c3446c220a65" providerId="ADAL" clId="{46C61306-57F8-4F30-B63F-8877BEB9A9E1}" dt="2026-04-07T03:42:14.532" v="5" actId="20577"/>
          <pc:sldLayoutMkLst>
            <pc:docMk/>
            <pc:sldMasterMk cId="682046013" sldId="2147483725"/>
            <pc:sldLayoutMk cId="803553635" sldId="2147483763"/>
          </pc:sldLayoutMkLst>
          <pc:spChg chg="mod">
            <ac:chgData name="Anthony Pacheco" userId="fdf46b62-f4f9-461f-bfbc-c3446c220a65" providerId="ADAL" clId="{46C61306-57F8-4F30-B63F-8877BEB9A9E1}" dt="2026-04-07T03:42:14.532" v="5" actId="20577"/>
            <ac:spMkLst>
              <pc:docMk/>
              <pc:sldMasterMk cId="682046013" sldId="2147483725"/>
              <pc:sldLayoutMk cId="803553635" sldId="2147483763"/>
              <ac:spMk id="11" creationId="{09216FC3-84E9-4B73-9DA8-CF771043770B}"/>
            </ac:spMkLst>
          </pc:spChg>
        </pc:sldLayoutChg>
        <pc:sldLayoutChg chg="delSp mod">
          <pc:chgData name="Anthony Pacheco" userId="fdf46b62-f4f9-461f-bfbc-c3446c220a65" providerId="ADAL" clId="{46C61306-57F8-4F30-B63F-8877BEB9A9E1}" dt="2026-04-07T03:42:07.243" v="3" actId="478"/>
          <pc:sldLayoutMkLst>
            <pc:docMk/>
            <pc:sldMasterMk cId="682046013" sldId="2147483725"/>
            <pc:sldLayoutMk cId="2170826813" sldId="2147483765"/>
          </pc:sldLayoutMkLst>
        </pc:sldLayoutChg>
      </pc:sldMaster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ags" Target="../tags/tag15.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6075504" y="8685213"/>
            <a:ext cx="646682" cy="458787"/>
          </a:xfrm>
          <a:prstGeom prst="rect">
            <a:avLst/>
          </a:prstGeom>
        </p:spPr>
        <p:txBody>
          <a:bodyPr vert="horz" lIns="91440" tIns="45720" rIns="91440" bIns="45720" rtlCol="0" anchor="b"/>
          <a:lstStyle>
            <a:lvl1pPr algn="r">
              <a:defRPr sz="1200"/>
            </a:lvl1pPr>
          </a:lstStyle>
          <a:p>
            <a:fld id="{6767803E-66EE-42CE-8DFB-98553954E472}" type="slidenum">
              <a:rPr lang="en-US" sz="1000" smtClean="0">
                <a:solidFill>
                  <a:schemeClr val="bg1">
                    <a:lumMod val="50000"/>
                  </a:schemeClr>
                </a:solidFill>
                <a:latin typeface="Arial" panose="020B0604020202020204" pitchFamily="34" charset="0"/>
                <a:cs typeface="Arial" panose="020B0604020202020204" pitchFamily="34" charset="0"/>
              </a:rPr>
              <a:t>‹#›</a:t>
            </a:fld>
            <a:endParaRPr lang="en-US" sz="1000" dirty="0">
              <a:solidFill>
                <a:schemeClr val="bg1">
                  <a:lumMod val="50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55392BA-16D5-4BCB-8BB3-D7B53B67DB8D}"/>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D947FD3A-2300-48D5-81E3-9406328116EE}"/>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custDataLst>
      <p:tags r:id="rId2"/>
    </p:custDataLst>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630237"/>
            <a:ext cx="3778647" cy="2125489"/>
          </a:xfrm>
          <a:prstGeom prst="rect">
            <a:avLst/>
          </a:prstGeom>
          <a:noFill/>
          <a:ln w="12700">
            <a:solidFill>
              <a:schemeClr val="bg1">
                <a:lumMod val="65000"/>
              </a:schemeClr>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2993721"/>
            <a:ext cx="5486400" cy="5520042"/>
          </a:xfrm>
          <a:prstGeom prst="rect">
            <a:avLst/>
          </a:prstGeom>
        </p:spPr>
        <p:txBody>
          <a:bodyPr vert="horz" lIns="91440" tIns="45720" rIns="91440" bIns="45720"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5"/>
          </p:nvPr>
        </p:nvSpPr>
        <p:spPr>
          <a:xfrm>
            <a:off x="6063017" y="8685213"/>
            <a:ext cx="684212" cy="458787"/>
          </a:xfrm>
          <a:prstGeom prst="rect">
            <a:avLst/>
          </a:prstGeom>
        </p:spPr>
        <p:txBody>
          <a:bodyPr vert="horz" lIns="91440" tIns="45720" rIns="91440" bIns="45720" rtlCol="0" anchor="b"/>
          <a:lstStyle>
            <a:lvl1pPr algn="r" eaLnBrk="1" fontAlgn="auto" hangingPunct="1">
              <a:spcBef>
                <a:spcPts val="0"/>
              </a:spcBef>
              <a:spcAft>
                <a:spcPts val="0"/>
              </a:spcAft>
              <a:defRPr sz="1000">
                <a:solidFill>
                  <a:schemeClr val="bg1">
                    <a:lumMod val="50000"/>
                  </a:schemeClr>
                </a:solidFill>
                <a:latin typeface="Arial" panose="020B0604020202020204" pitchFamily="34" charset="0"/>
                <a:cs typeface="Arial" panose="020B0604020202020204" pitchFamily="34" charset="0"/>
              </a:defRPr>
            </a:lvl1pPr>
          </a:lstStyle>
          <a:p>
            <a:pPr>
              <a:defRPr/>
            </a:pPr>
            <a:fld id="{91CAE60C-72A0-D14D-8733-C13212F694AD}" type="slidenum">
              <a:rPr lang="en-US" smtClean="0"/>
              <a:pPr>
                <a:defRPr/>
              </a:pPr>
              <a:t>‹#›</a:t>
            </a:fld>
            <a:endParaRPr lang="en-US" dirty="0"/>
          </a:p>
        </p:txBody>
      </p:sp>
      <p:pic>
        <p:nvPicPr>
          <p:cNvPr id="8" name="Picture 7">
            <a:extLst>
              <a:ext uri="{FF2B5EF4-FFF2-40B4-BE49-F238E27FC236}">
                <a16:creationId xmlns:a16="http://schemas.microsoft.com/office/drawing/2014/main" id="{A75DDB2F-32A5-4136-BC2E-0D7E0518B46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037E5B37-4A58-4B32-B9B0-D824A69A3D97}"/>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22542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68897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3pPr>
    <a:lvl4pPr marL="1139825" indent="-225425" algn="l" rtl="0" eaLnBrk="0" fontAlgn="base" hangingPunct="0">
      <a:spcBef>
        <a:spcPct val="30000"/>
      </a:spcBef>
      <a:spcAft>
        <a:spcPct val="0"/>
      </a:spcAft>
      <a:buFont typeface="Wingdings" panose="05000000000000000000" pitchFamily="2" charset="2"/>
      <a:buChar char="§"/>
      <a:defRPr sz="1200" kern="1200">
        <a:solidFill>
          <a:schemeClr val="tx1"/>
        </a:solidFill>
        <a:latin typeface="Arial" panose="020B0604020202020204" pitchFamily="34" charset="0"/>
        <a:ea typeface="+mn-ea"/>
        <a:cs typeface="Arial" panose="020B0604020202020204" pitchFamily="34" charset="0"/>
      </a:defRPr>
    </a:lvl4pPr>
    <a:lvl5pPr marL="1603375" indent="-225425" algn="l" rtl="0" eaLnBrk="0" fontAlgn="base" hangingPunct="0">
      <a:spcBef>
        <a:spcPct val="30000"/>
      </a:spcBef>
      <a:spcAft>
        <a:spcPct val="0"/>
      </a:spcAft>
      <a:buFont typeface="Courier New" panose="02070309020205020404" pitchFamily="49" charset="0"/>
      <a:buChar char="o"/>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14068"/>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Title, #e</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 Chapter Title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217082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344969-1137-4EAF-AB8A-FDA4F62A617A}"/>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ctrTitle" hasCustomPrompt="1"/>
          </p:nvPr>
        </p:nvSpPr>
        <p:spPr>
          <a:xfrm>
            <a:off x="914400" y="1153123"/>
            <a:ext cx="10424160" cy="2387600"/>
          </a:xfrm>
        </p:spPr>
        <p:txBody>
          <a:bodyPr anchor="b"/>
          <a:lstStyle>
            <a:lvl1pPr algn="ctr">
              <a:defRPr sz="5400" baseline="0">
                <a:solidFill>
                  <a:schemeClr val="bg1"/>
                </a:solidFill>
              </a:defRPr>
            </a:lvl1pPr>
          </a:lstStyle>
          <a:p>
            <a:r>
              <a:rPr lang="en-US" dirty="0"/>
              <a:t>Unit XX</a:t>
            </a:r>
          </a:p>
        </p:txBody>
      </p:sp>
      <p:sp>
        <p:nvSpPr>
          <p:cNvPr id="3" name="Subtitle 2"/>
          <p:cNvSpPr>
            <a:spLocks noGrp="1"/>
          </p:cNvSpPr>
          <p:nvPr>
            <p:ph type="subTitle" idx="1" hasCustomPrompt="1"/>
          </p:nvPr>
        </p:nvSpPr>
        <p:spPr>
          <a:xfrm>
            <a:off x="914400" y="3809720"/>
            <a:ext cx="10424160" cy="1424930"/>
          </a:xfrm>
          <a:noFill/>
        </p:spPr>
        <p:txBody>
          <a:bodyPr anchor="t"/>
          <a:lstStyle>
            <a:lvl1pPr marL="0" indent="0" algn="ctr">
              <a:lnSpc>
                <a:spcPct val="100000"/>
              </a:lnSpc>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Unit’s Title Here</a:t>
            </a:r>
          </a:p>
        </p:txBody>
      </p:sp>
      <p:sp>
        <p:nvSpPr>
          <p:cNvPr id="15" name="Slide Number Placeholder 5">
            <a:extLst>
              <a:ext uri="{FF2B5EF4-FFF2-40B4-BE49-F238E27FC236}">
                <a16:creationId xmlns:a16="http://schemas.microsoft.com/office/drawing/2014/main" id="{8D6FEA2F-362B-4EAB-BFA4-233A863C0DE7}"/>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
        <p:nvSpPr>
          <p:cNvPr id="11" name="Copyright">
            <a:extLst>
              <a:ext uri="{FF2B5EF4-FFF2-40B4-BE49-F238E27FC236}">
                <a16:creationId xmlns:a16="http://schemas.microsoft.com/office/drawing/2014/main" id="{09216FC3-84E9-4B73-9DA8-CF771043770B}"/>
              </a:ext>
              <a:ext uri="{C183D7F6-B498-43B3-948B-1728B52AA6E4}">
                <adec:decorative xmlns:adec="http://schemas.microsoft.com/office/drawing/2017/decorative" val="0"/>
              </a:ext>
            </a:extLst>
          </p:cNvPr>
          <p:cNvSpPr txBox="1"/>
          <p:nvPr userDrawn="1"/>
        </p:nvSpPr>
        <p:spPr>
          <a:xfrm>
            <a:off x="2103120" y="6314136"/>
            <a:ext cx="8961120" cy="261610"/>
          </a:xfrm>
          <a:prstGeom prst="rect">
            <a:avLst/>
          </a:prstGeom>
          <a:noFill/>
        </p:spPr>
        <p:txBody>
          <a:bodyPr wrap="square" rtlCol="0">
            <a:spAutoFit/>
          </a:bodyPr>
          <a:lstStyle/>
          <a:p>
            <a:r>
              <a:rPr lang="en-US" sz="1100">
                <a:solidFill>
                  <a:schemeClr val="bg1"/>
                </a:solidFill>
                <a:latin typeface="+mn-lt"/>
              </a:rPr>
              <a:t>.</a:t>
            </a:r>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803553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p:cNvSpPr>
            <a:spLocks noGrp="1"/>
          </p:cNvSpPr>
          <p:nvPr>
            <p:ph idx="1" hasCustomPrompt="1"/>
          </p:nvPr>
        </p:nvSpPr>
        <p:spPr/>
        <p:txBody>
          <a:bodyPr/>
          <a:lstStyle>
            <a:lvl1pPr>
              <a:spcAft>
                <a:spcPts val="800"/>
              </a:spcAft>
              <a:defRPr sz="240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3066196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3" y="1825625"/>
            <a:ext cx="5542957"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a:extLst>
              <a:ext uri="{C183D7F6-B498-43B3-948B-1728B52AA6E4}">
                <adec:decorative xmlns:adec="http://schemas.microsoft.com/office/drawing/2017/decorative" val="1"/>
              </a:ext>
            </a:extLst>
          </p:cNvPr>
          <p:cNvSpPr>
            <a:spLocks noGrp="1"/>
          </p:cNvSpPr>
          <p:nvPr>
            <p:ph sz="half" idx="2" hasCustomPrompt="1"/>
          </p:nvPr>
        </p:nvSpPr>
        <p:spPr>
          <a:xfrm>
            <a:off x="6172200" y="1825625"/>
            <a:ext cx="5542956"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834274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4"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5" name="Content Placeholder Middle">
            <a:extLst>
              <a:ext uri="{FF2B5EF4-FFF2-40B4-BE49-F238E27FC236}">
                <a16:creationId xmlns:a16="http://schemas.microsoft.com/office/drawing/2014/main" id="{1D13BCCE-AB68-426C-9401-BABA201385F3}"/>
              </a:ext>
            </a:extLst>
          </p:cNvPr>
          <p:cNvSpPr>
            <a:spLocks noGrp="1"/>
          </p:cNvSpPr>
          <p:nvPr>
            <p:ph sz="half" idx="10" hasCustomPrompt="1"/>
          </p:nvPr>
        </p:nvSpPr>
        <p:spPr>
          <a:xfrm>
            <a:off x="4423735" y="1829037"/>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p:cNvSpPr>
            <a:spLocks noGrp="1"/>
          </p:cNvSpPr>
          <p:nvPr>
            <p:ph sz="half" idx="2" hasCustomPrompt="1"/>
          </p:nvPr>
        </p:nvSpPr>
        <p:spPr>
          <a:xfrm>
            <a:off x="8370626"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a:p>
            <a:pPr lvl="2"/>
            <a:endParaRPr lang="en-US" dirty="0"/>
          </a:p>
        </p:txBody>
      </p:sp>
    </p:spTree>
    <p:custDataLst>
      <p:tags r:id="rId1"/>
    </p:custDataLst>
    <p:extLst>
      <p:ext uri="{BB962C8B-B14F-4D97-AF65-F5344CB8AC3E}">
        <p14:creationId xmlns:p14="http://schemas.microsoft.com/office/powerpoint/2010/main" val="1489189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8" name="Title"/>
          <p:cNvSpPr>
            <a:spLocks noGrp="1"/>
          </p:cNvSpPr>
          <p:nvPr>
            <p:ph type="title" hasCustomPrompt="1"/>
          </p:nvPr>
        </p:nvSpPr>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8767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2621900"/>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10" name="Content Placeholder Bottom"/>
          <p:cNvSpPr>
            <a:spLocks noGrp="1"/>
          </p:cNvSpPr>
          <p:nvPr>
            <p:ph type="body" sz="quarter" idx="13" hasCustomPrompt="1"/>
          </p:nvPr>
        </p:nvSpPr>
        <p:spPr>
          <a:xfrm>
            <a:off x="476844" y="5395327"/>
            <a:ext cx="11241914" cy="951787"/>
          </a:xfrm>
        </p:spPr>
        <p:txBody>
          <a:bodyPr/>
          <a:lstStyle>
            <a:lvl1pPr marL="112713" indent="-112713">
              <a:defRPr sz="900" b="0"/>
            </a:lvl1pPr>
            <a:lvl2pPr marL="336550" indent="-112713">
              <a:defRPr sz="900" b="0"/>
            </a:lvl2pPr>
            <a:lvl3pPr marL="685800" indent="-168275">
              <a:defRPr sz="900" b="0"/>
            </a:lvl3pPr>
            <a:lvl4pPr>
              <a:defRPr sz="900" b="0"/>
            </a:lvl4pPr>
            <a:lvl5pPr>
              <a:defRPr sz="900" b="0"/>
            </a:lvl5pPr>
          </a:lstStyle>
          <a:p>
            <a:pPr lvl="0"/>
            <a:r>
              <a:rPr lang="en-US" dirty="0"/>
              <a:t>Click to edit Master text styles</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2380733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Subtitle/Images">
    <p:spTree>
      <p:nvGrpSpPr>
        <p:cNvPr id="1" name=""/>
        <p:cNvGrpSpPr/>
        <p:nvPr/>
      </p:nvGrpSpPr>
      <p:grpSpPr>
        <a:xfrm>
          <a:off x="0" y="0"/>
          <a:ext cx="0" cy="0"/>
          <a:chOff x="0" y="0"/>
          <a:chExt cx="0" cy="0"/>
        </a:xfrm>
      </p:grpSpPr>
      <p:sp>
        <p:nvSpPr>
          <p:cNvPr id="8" name="Title"/>
          <p:cNvSpPr>
            <a:spLocks noGrp="1"/>
          </p:cNvSpPr>
          <p:nvPr>
            <p:ph type="title" hasCustomPrompt="1"/>
          </p:nvPr>
        </p:nvSpPr>
        <p:spPr>
          <a:xfrm>
            <a:off x="476843" y="475488"/>
            <a:ext cx="11241915" cy="1071533"/>
          </a:xfrm>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5769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1505492"/>
          </a:xfrm>
        </p:spPr>
        <p:txBody>
          <a:bodyPr/>
          <a:lstStyle>
            <a:lvl1pPr>
              <a:spcAft>
                <a:spcPts val="800"/>
              </a:spcAft>
              <a:defRPr sz="2400" b="0"/>
            </a:lvl1pPr>
            <a:lvl2pPr>
              <a:spcAft>
                <a:spcPts val="800"/>
              </a:spcAft>
              <a:defRPr sz="2400" b="0"/>
            </a:lvl2pPr>
            <a:lvl3pPr>
              <a:spcAft>
                <a:spcPts val="800"/>
              </a:spcAft>
              <a:defRPr sz="2400" b="0"/>
            </a:lvl3pPr>
          </a:lstStyle>
          <a:p>
            <a:pPr lvl="0"/>
            <a:r>
              <a:rPr lang="en-US" dirty="0"/>
              <a:t>First Level</a:t>
            </a:r>
          </a:p>
          <a:p>
            <a:pPr lvl="1"/>
            <a:r>
              <a:rPr lang="en-US" dirty="0"/>
              <a:t>Second level</a:t>
            </a:r>
          </a:p>
          <a:p>
            <a:pPr lvl="2"/>
            <a:r>
              <a:rPr lang="en-US" dirty="0"/>
              <a:t>Third level</a:t>
            </a:r>
          </a:p>
        </p:txBody>
      </p:sp>
      <p:sp>
        <p:nvSpPr>
          <p:cNvPr id="6" name="Content Placeholder 1">
            <a:extLst>
              <a:ext uri="{FF2B5EF4-FFF2-40B4-BE49-F238E27FC236}">
                <a16:creationId xmlns:a16="http://schemas.microsoft.com/office/drawing/2014/main" id="{B7E0CC24-A3CA-45F3-BF2B-B8EB09000563}"/>
              </a:ext>
            </a:extLst>
          </p:cNvPr>
          <p:cNvSpPr>
            <a:spLocks noGrp="1"/>
          </p:cNvSpPr>
          <p:nvPr>
            <p:ph idx="10" hasCustomPrompt="1"/>
          </p:nvPr>
        </p:nvSpPr>
        <p:spPr>
          <a:xfrm>
            <a:off x="476844" y="4310385"/>
            <a:ext cx="2563240" cy="2024480"/>
          </a:xfrm>
        </p:spPr>
        <p:txBody>
          <a:bodyPr/>
          <a:lstStyle>
            <a:lvl1pPr marL="0" indent="0" algn="ctr">
              <a:buNone/>
              <a:defRPr/>
            </a:lvl1pPr>
          </a:lstStyle>
          <a:p>
            <a:pPr lvl="0"/>
            <a:r>
              <a:rPr lang="en-US" dirty="0"/>
              <a:t>Insert here 1</a:t>
            </a:r>
          </a:p>
        </p:txBody>
      </p:sp>
      <p:sp>
        <p:nvSpPr>
          <p:cNvPr id="7" name="Content Placeholder 2">
            <a:extLst>
              <a:ext uri="{FF2B5EF4-FFF2-40B4-BE49-F238E27FC236}">
                <a16:creationId xmlns:a16="http://schemas.microsoft.com/office/drawing/2014/main" id="{0065DFA3-2F0A-45C7-8124-3D672EB9205A}"/>
              </a:ext>
            </a:extLst>
          </p:cNvPr>
          <p:cNvSpPr>
            <a:spLocks noGrp="1"/>
          </p:cNvSpPr>
          <p:nvPr>
            <p:ph idx="11" hasCustomPrompt="1"/>
          </p:nvPr>
        </p:nvSpPr>
        <p:spPr>
          <a:xfrm>
            <a:off x="3382488" y="4310385"/>
            <a:ext cx="2563240" cy="2024480"/>
          </a:xfrm>
        </p:spPr>
        <p:txBody>
          <a:bodyPr/>
          <a:lstStyle>
            <a:lvl1pPr marL="0" indent="0" algn="ctr">
              <a:buNone/>
              <a:defRPr/>
            </a:lvl1pPr>
          </a:lstStyle>
          <a:p>
            <a:pPr lvl="0"/>
            <a:r>
              <a:rPr lang="en-US" dirty="0"/>
              <a:t>Insert here 2</a:t>
            </a:r>
          </a:p>
        </p:txBody>
      </p:sp>
      <p:sp>
        <p:nvSpPr>
          <p:cNvPr id="9" name="Content Placeholder 3">
            <a:extLst>
              <a:ext uri="{FF2B5EF4-FFF2-40B4-BE49-F238E27FC236}">
                <a16:creationId xmlns:a16="http://schemas.microsoft.com/office/drawing/2014/main" id="{5EAAA4B2-2F70-4899-9014-89954C200D50}"/>
              </a:ext>
            </a:extLst>
          </p:cNvPr>
          <p:cNvSpPr>
            <a:spLocks noGrp="1"/>
          </p:cNvSpPr>
          <p:nvPr>
            <p:ph idx="13" hasCustomPrompt="1"/>
          </p:nvPr>
        </p:nvSpPr>
        <p:spPr>
          <a:xfrm>
            <a:off x="6281896" y="4319291"/>
            <a:ext cx="2563240" cy="2024480"/>
          </a:xfrm>
        </p:spPr>
        <p:txBody>
          <a:bodyPr/>
          <a:lstStyle>
            <a:lvl1pPr marL="0" indent="0" algn="ctr">
              <a:buNone/>
              <a:defRPr/>
            </a:lvl1pPr>
          </a:lstStyle>
          <a:p>
            <a:pPr lvl="0"/>
            <a:r>
              <a:rPr lang="en-US" dirty="0"/>
              <a:t>Insert here 3</a:t>
            </a:r>
          </a:p>
        </p:txBody>
      </p:sp>
      <p:sp>
        <p:nvSpPr>
          <p:cNvPr id="11" name="Content Placeholder 4">
            <a:extLst>
              <a:ext uri="{FF2B5EF4-FFF2-40B4-BE49-F238E27FC236}">
                <a16:creationId xmlns:a16="http://schemas.microsoft.com/office/drawing/2014/main" id="{138B1A98-C967-4B94-B1F7-E158393317F4}"/>
              </a:ext>
            </a:extLst>
          </p:cNvPr>
          <p:cNvSpPr>
            <a:spLocks noGrp="1"/>
          </p:cNvSpPr>
          <p:nvPr>
            <p:ph idx="15" hasCustomPrompt="1"/>
          </p:nvPr>
        </p:nvSpPr>
        <p:spPr>
          <a:xfrm>
            <a:off x="9151916" y="4319291"/>
            <a:ext cx="2563240" cy="2024480"/>
          </a:xfrm>
        </p:spPr>
        <p:txBody>
          <a:bodyPr/>
          <a:lstStyle>
            <a:lvl1pPr marL="0" indent="0" algn="ctr">
              <a:buNone/>
              <a:defRPr/>
            </a:lvl1pPr>
          </a:lstStyle>
          <a:p>
            <a:pPr lvl="0"/>
            <a:r>
              <a:rPr lang="en-US" dirty="0"/>
              <a:t>Insert here 4</a:t>
            </a:r>
          </a:p>
        </p:txBody>
      </p:sp>
    </p:spTree>
    <p:custDataLst>
      <p:tags r:id="rId1"/>
    </p:custDataLst>
    <p:extLst>
      <p:ext uri="{BB962C8B-B14F-4D97-AF65-F5344CB8AC3E}">
        <p14:creationId xmlns:p14="http://schemas.microsoft.com/office/powerpoint/2010/main" val="3888260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ulti Image/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1"/>
          <p:cNvSpPr>
            <a:spLocks noGrp="1"/>
          </p:cNvSpPr>
          <p:nvPr>
            <p:ph idx="1" hasCustomPrompt="1"/>
          </p:nvPr>
        </p:nvSpPr>
        <p:spPr>
          <a:xfrm>
            <a:off x="476844" y="1944375"/>
            <a:ext cx="2563240" cy="2024480"/>
          </a:xfrm>
        </p:spPr>
        <p:txBody>
          <a:bodyPr/>
          <a:lstStyle>
            <a:lvl1pPr marL="0" indent="0" algn="ctr">
              <a:buNone/>
              <a:defRPr/>
            </a:lvl1pPr>
          </a:lstStyle>
          <a:p>
            <a:pPr lvl="0"/>
            <a:r>
              <a:rPr lang="en-US" dirty="0"/>
              <a:t>Insert here 1</a:t>
            </a:r>
          </a:p>
        </p:txBody>
      </p:sp>
      <p:sp>
        <p:nvSpPr>
          <p:cNvPr id="15" name="Content Placeholder 2">
            <a:extLst>
              <a:ext uri="{FF2B5EF4-FFF2-40B4-BE49-F238E27FC236}">
                <a16:creationId xmlns:a16="http://schemas.microsoft.com/office/drawing/2014/main" id="{A951D41C-52EA-4F3C-BC8E-A9309F4EB627}"/>
              </a:ext>
            </a:extLst>
          </p:cNvPr>
          <p:cNvSpPr>
            <a:spLocks noGrp="1"/>
          </p:cNvSpPr>
          <p:nvPr>
            <p:ph idx="11" hasCustomPrompt="1"/>
          </p:nvPr>
        </p:nvSpPr>
        <p:spPr>
          <a:xfrm>
            <a:off x="3382488" y="1944375"/>
            <a:ext cx="2563240" cy="2024480"/>
          </a:xfrm>
        </p:spPr>
        <p:txBody>
          <a:bodyPr/>
          <a:lstStyle>
            <a:lvl1pPr marL="0" indent="0" algn="ctr">
              <a:buNone/>
              <a:defRPr/>
            </a:lvl1pPr>
          </a:lstStyle>
          <a:p>
            <a:pPr lvl="0"/>
            <a:r>
              <a:rPr lang="en-US" dirty="0"/>
              <a:t>Insert here 2</a:t>
            </a:r>
          </a:p>
        </p:txBody>
      </p:sp>
      <p:sp>
        <p:nvSpPr>
          <p:cNvPr id="17" name="Content Placeholder 3">
            <a:extLst>
              <a:ext uri="{FF2B5EF4-FFF2-40B4-BE49-F238E27FC236}">
                <a16:creationId xmlns:a16="http://schemas.microsoft.com/office/drawing/2014/main" id="{1CD2ACDE-E8DF-4B19-9DBB-017510EECF31}"/>
              </a:ext>
            </a:extLst>
          </p:cNvPr>
          <p:cNvSpPr>
            <a:spLocks noGrp="1"/>
          </p:cNvSpPr>
          <p:nvPr>
            <p:ph idx="13" hasCustomPrompt="1"/>
          </p:nvPr>
        </p:nvSpPr>
        <p:spPr>
          <a:xfrm>
            <a:off x="6281896" y="1953281"/>
            <a:ext cx="2563240" cy="2024480"/>
          </a:xfrm>
        </p:spPr>
        <p:txBody>
          <a:bodyPr/>
          <a:lstStyle>
            <a:lvl1pPr marL="0" indent="0" algn="ctr">
              <a:buNone/>
              <a:defRPr/>
            </a:lvl1pPr>
          </a:lstStyle>
          <a:p>
            <a:pPr lvl="0"/>
            <a:r>
              <a:rPr lang="en-US" dirty="0"/>
              <a:t>Insert here 3</a:t>
            </a:r>
          </a:p>
        </p:txBody>
      </p:sp>
      <p:sp>
        <p:nvSpPr>
          <p:cNvPr id="19" name="Content Placeholder 4">
            <a:extLst>
              <a:ext uri="{FF2B5EF4-FFF2-40B4-BE49-F238E27FC236}">
                <a16:creationId xmlns:a16="http://schemas.microsoft.com/office/drawing/2014/main" id="{F18F8C24-8F67-4A0C-8E2F-54E8026EAD00}"/>
              </a:ext>
            </a:extLst>
          </p:cNvPr>
          <p:cNvSpPr>
            <a:spLocks noGrp="1"/>
          </p:cNvSpPr>
          <p:nvPr>
            <p:ph idx="15" hasCustomPrompt="1"/>
          </p:nvPr>
        </p:nvSpPr>
        <p:spPr>
          <a:xfrm>
            <a:off x="9151916" y="1953281"/>
            <a:ext cx="2563240" cy="2024480"/>
          </a:xfrm>
        </p:spPr>
        <p:txBody>
          <a:bodyPr/>
          <a:lstStyle>
            <a:lvl1pPr marL="0" indent="0" algn="ctr">
              <a:buNone/>
              <a:defRPr/>
            </a:lvl1pPr>
          </a:lstStyle>
          <a:p>
            <a:pPr lvl="0"/>
            <a:r>
              <a:rPr lang="en-US" dirty="0"/>
              <a:t>Insert here 4</a:t>
            </a:r>
          </a:p>
        </p:txBody>
      </p:sp>
      <p:sp>
        <p:nvSpPr>
          <p:cNvPr id="9" name="Content Placeholder 5">
            <a:extLst>
              <a:ext uri="{FF2B5EF4-FFF2-40B4-BE49-F238E27FC236}">
                <a16:creationId xmlns:a16="http://schemas.microsoft.com/office/drawing/2014/main" id="{1950DDEC-E898-4F6D-A7F2-930A23B3C11F}"/>
              </a:ext>
            </a:extLst>
          </p:cNvPr>
          <p:cNvSpPr>
            <a:spLocks noGrp="1"/>
          </p:cNvSpPr>
          <p:nvPr>
            <p:ph idx="10" hasCustomPrompt="1"/>
          </p:nvPr>
        </p:nvSpPr>
        <p:spPr>
          <a:xfrm>
            <a:off x="476843" y="4128059"/>
            <a:ext cx="2563241" cy="2024480"/>
          </a:xfrm>
        </p:spPr>
        <p:txBody>
          <a:bodyPr/>
          <a:lstStyle>
            <a:lvl1pPr marL="0" indent="0" algn="ctr">
              <a:buNone/>
              <a:defRPr/>
            </a:lvl1pPr>
          </a:lstStyle>
          <a:p>
            <a:pPr lvl="0"/>
            <a:r>
              <a:rPr lang="en-US" dirty="0"/>
              <a:t>Insert here 5</a:t>
            </a:r>
          </a:p>
        </p:txBody>
      </p:sp>
      <p:sp>
        <p:nvSpPr>
          <p:cNvPr id="16" name="Content Placeholder 6">
            <a:extLst>
              <a:ext uri="{FF2B5EF4-FFF2-40B4-BE49-F238E27FC236}">
                <a16:creationId xmlns:a16="http://schemas.microsoft.com/office/drawing/2014/main" id="{B7548D5A-3DFF-4FF5-A587-74246B76C1A7}"/>
              </a:ext>
            </a:extLst>
          </p:cNvPr>
          <p:cNvSpPr>
            <a:spLocks noGrp="1"/>
          </p:cNvSpPr>
          <p:nvPr>
            <p:ph idx="12" hasCustomPrompt="1"/>
          </p:nvPr>
        </p:nvSpPr>
        <p:spPr>
          <a:xfrm>
            <a:off x="3382487" y="4128059"/>
            <a:ext cx="2563241" cy="2024480"/>
          </a:xfrm>
        </p:spPr>
        <p:txBody>
          <a:bodyPr/>
          <a:lstStyle>
            <a:lvl1pPr marL="0" indent="0" algn="ctr">
              <a:buNone/>
              <a:defRPr/>
            </a:lvl1pPr>
          </a:lstStyle>
          <a:p>
            <a:pPr lvl="0"/>
            <a:r>
              <a:rPr lang="en-US" dirty="0"/>
              <a:t>Insert here 6</a:t>
            </a:r>
          </a:p>
        </p:txBody>
      </p:sp>
      <p:sp>
        <p:nvSpPr>
          <p:cNvPr id="18" name="Content Placeholder 7">
            <a:extLst>
              <a:ext uri="{FF2B5EF4-FFF2-40B4-BE49-F238E27FC236}">
                <a16:creationId xmlns:a16="http://schemas.microsoft.com/office/drawing/2014/main" id="{A24E382A-7ED1-49CB-8053-85276CAEB9B2}"/>
              </a:ext>
            </a:extLst>
          </p:cNvPr>
          <p:cNvSpPr>
            <a:spLocks noGrp="1"/>
          </p:cNvSpPr>
          <p:nvPr>
            <p:ph idx="14" hasCustomPrompt="1"/>
          </p:nvPr>
        </p:nvSpPr>
        <p:spPr>
          <a:xfrm>
            <a:off x="6281895" y="4136965"/>
            <a:ext cx="2563241" cy="2024480"/>
          </a:xfrm>
        </p:spPr>
        <p:txBody>
          <a:bodyPr/>
          <a:lstStyle>
            <a:lvl1pPr marL="0" indent="0" algn="ctr">
              <a:buNone/>
              <a:defRPr/>
            </a:lvl1pPr>
          </a:lstStyle>
          <a:p>
            <a:pPr lvl="0"/>
            <a:r>
              <a:rPr lang="en-US" dirty="0"/>
              <a:t>Insert here 7</a:t>
            </a:r>
          </a:p>
        </p:txBody>
      </p:sp>
      <p:sp>
        <p:nvSpPr>
          <p:cNvPr id="20" name="Content Placeholder 8">
            <a:extLst>
              <a:ext uri="{FF2B5EF4-FFF2-40B4-BE49-F238E27FC236}">
                <a16:creationId xmlns:a16="http://schemas.microsoft.com/office/drawing/2014/main" id="{AC6187B3-59CD-4356-83E5-962B5ACC4AEB}"/>
              </a:ext>
            </a:extLst>
          </p:cNvPr>
          <p:cNvSpPr>
            <a:spLocks noGrp="1"/>
          </p:cNvSpPr>
          <p:nvPr>
            <p:ph idx="16" hasCustomPrompt="1"/>
          </p:nvPr>
        </p:nvSpPr>
        <p:spPr>
          <a:xfrm>
            <a:off x="9151915" y="4136965"/>
            <a:ext cx="2563241" cy="2024480"/>
          </a:xfrm>
        </p:spPr>
        <p:txBody>
          <a:bodyPr/>
          <a:lstStyle>
            <a:lvl1pPr marL="0" indent="0" algn="ctr">
              <a:buNone/>
              <a:defRPr/>
            </a:lvl1pPr>
          </a:lstStyle>
          <a:p>
            <a:pPr lvl="0"/>
            <a:r>
              <a:rPr lang="en-US" dirty="0"/>
              <a:t>Insert here 8</a:t>
            </a:r>
          </a:p>
        </p:txBody>
      </p:sp>
    </p:spTree>
    <p:custDataLst>
      <p:tags r:id="rId1"/>
    </p:custDataLst>
    <p:extLst>
      <p:ext uri="{BB962C8B-B14F-4D97-AF65-F5344CB8AC3E}">
        <p14:creationId xmlns:p14="http://schemas.microsoft.com/office/powerpoint/2010/main" val="295870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Image/On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9" name="Content Placeholder"/>
          <p:cNvSpPr>
            <a:spLocks noGrp="1"/>
          </p:cNvSpPr>
          <p:nvPr>
            <p:ph sz="half" idx="2" hasCustomPrompt="1"/>
          </p:nvPr>
        </p:nvSpPr>
        <p:spPr>
          <a:xfrm>
            <a:off x="3624200" y="1825625"/>
            <a:ext cx="8090957" cy="435133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288072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Imag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6" name="Content Placeholder Bottom">
            <a:extLst>
              <a:ext uri="{FF2B5EF4-FFF2-40B4-BE49-F238E27FC236}">
                <a16:creationId xmlns:a16="http://schemas.microsoft.com/office/drawing/2014/main" id="{4003AB72-C071-4875-8D31-00FB47092143}"/>
              </a:ext>
            </a:extLst>
          </p:cNvPr>
          <p:cNvSpPr>
            <a:spLocks noGrp="1"/>
          </p:cNvSpPr>
          <p:nvPr>
            <p:ph sz="half" idx="15" hasCustomPrompt="1"/>
          </p:nvPr>
        </p:nvSpPr>
        <p:spPr>
          <a:xfrm>
            <a:off x="3624199" y="4136860"/>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728650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Imag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1217447"/>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4" name="Image Placeholder 2">
            <a:extLst>
              <a:ext uri="{FF2B5EF4-FFF2-40B4-BE49-F238E27FC236}">
                <a16:creationId xmlns:a16="http://schemas.microsoft.com/office/drawing/2014/main" id="{329BB347-70F5-49B3-A1D7-9C05C8ED5028}"/>
              </a:ext>
            </a:extLst>
          </p:cNvPr>
          <p:cNvSpPr>
            <a:spLocks noGrp="1"/>
          </p:cNvSpPr>
          <p:nvPr>
            <p:ph sz="half" idx="14" hasCustomPrompt="1"/>
          </p:nvPr>
        </p:nvSpPr>
        <p:spPr>
          <a:xfrm>
            <a:off x="479343" y="3207219"/>
            <a:ext cx="2875957" cy="121744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5" name="Content Placeholder Middle">
            <a:extLst>
              <a:ext uri="{FF2B5EF4-FFF2-40B4-BE49-F238E27FC236}">
                <a16:creationId xmlns:a16="http://schemas.microsoft.com/office/drawing/2014/main" id="{E344C337-1A6E-4BE6-8E9E-7076FBBEEFAC}"/>
              </a:ext>
            </a:extLst>
          </p:cNvPr>
          <p:cNvSpPr>
            <a:spLocks noGrp="1"/>
          </p:cNvSpPr>
          <p:nvPr>
            <p:ph sz="half" idx="15" hasCustomPrompt="1"/>
          </p:nvPr>
        </p:nvSpPr>
        <p:spPr>
          <a:xfrm>
            <a:off x="3626700" y="3207216"/>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6" name="Image Placeholder 3">
            <a:extLst>
              <a:ext uri="{FF2B5EF4-FFF2-40B4-BE49-F238E27FC236}">
                <a16:creationId xmlns:a16="http://schemas.microsoft.com/office/drawing/2014/main" id="{A70ED764-0931-4273-A125-CE2D6E0F8A8D}"/>
              </a:ext>
            </a:extLst>
          </p:cNvPr>
          <p:cNvSpPr>
            <a:spLocks noGrp="1"/>
          </p:cNvSpPr>
          <p:nvPr>
            <p:ph sz="half" idx="16" hasCustomPrompt="1"/>
          </p:nvPr>
        </p:nvSpPr>
        <p:spPr>
          <a:xfrm>
            <a:off x="479343" y="4631282"/>
            <a:ext cx="2875957" cy="1217447"/>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7" name="Content Placeholder Bottom">
            <a:extLst>
              <a:ext uri="{FF2B5EF4-FFF2-40B4-BE49-F238E27FC236}">
                <a16:creationId xmlns:a16="http://schemas.microsoft.com/office/drawing/2014/main" id="{1A924411-097F-4689-AC4D-9173B40A69F2}"/>
              </a:ext>
            </a:extLst>
          </p:cNvPr>
          <p:cNvSpPr>
            <a:spLocks noGrp="1"/>
          </p:cNvSpPr>
          <p:nvPr>
            <p:ph sz="half" idx="17" hasCustomPrompt="1"/>
          </p:nvPr>
        </p:nvSpPr>
        <p:spPr>
          <a:xfrm>
            <a:off x="3626700" y="4631279"/>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95082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ur Image/Four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899814"/>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1"/>
          <p:cNvSpPr>
            <a:spLocks noGrp="1"/>
          </p:cNvSpPr>
          <p:nvPr>
            <p:ph sz="half" idx="2" hasCustomPrompt="1"/>
          </p:nvPr>
        </p:nvSpPr>
        <p:spPr>
          <a:xfrm>
            <a:off x="3624200" y="182562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0" name="Image Placeholder 2">
            <a:extLst>
              <a:ext uri="{FF2B5EF4-FFF2-40B4-BE49-F238E27FC236}">
                <a16:creationId xmlns:a16="http://schemas.microsoft.com/office/drawing/2014/main" id="{02C25FD2-E251-4DC4-8F30-3EDA9A61D7DC}"/>
              </a:ext>
            </a:extLst>
          </p:cNvPr>
          <p:cNvSpPr>
            <a:spLocks noGrp="1"/>
          </p:cNvSpPr>
          <p:nvPr>
            <p:ph sz="half" idx="14" hasCustomPrompt="1"/>
          </p:nvPr>
        </p:nvSpPr>
        <p:spPr>
          <a:xfrm>
            <a:off x="476843" y="2941438"/>
            <a:ext cx="2875957" cy="899814"/>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1" name="Content Placeholder 2">
            <a:extLst>
              <a:ext uri="{FF2B5EF4-FFF2-40B4-BE49-F238E27FC236}">
                <a16:creationId xmlns:a16="http://schemas.microsoft.com/office/drawing/2014/main" id="{6FFE322F-E595-4582-997C-0A06F238C8D3}"/>
              </a:ext>
            </a:extLst>
          </p:cNvPr>
          <p:cNvSpPr>
            <a:spLocks noGrp="1"/>
          </p:cNvSpPr>
          <p:nvPr>
            <p:ph sz="half" idx="15" hasCustomPrompt="1"/>
          </p:nvPr>
        </p:nvSpPr>
        <p:spPr>
          <a:xfrm>
            <a:off x="3624200" y="294143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2" name="Image Placeholder 3">
            <a:extLst>
              <a:ext uri="{FF2B5EF4-FFF2-40B4-BE49-F238E27FC236}">
                <a16:creationId xmlns:a16="http://schemas.microsoft.com/office/drawing/2014/main" id="{647E63CA-E745-4DE2-B25A-D398F113EFA6}"/>
              </a:ext>
            </a:extLst>
          </p:cNvPr>
          <p:cNvSpPr>
            <a:spLocks noGrp="1"/>
          </p:cNvSpPr>
          <p:nvPr>
            <p:ph sz="half" idx="16" hasCustomPrompt="1"/>
          </p:nvPr>
        </p:nvSpPr>
        <p:spPr>
          <a:xfrm>
            <a:off x="480444" y="4065961"/>
            <a:ext cx="2875957" cy="899814"/>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3" name="Content Placeholder 3">
            <a:extLst>
              <a:ext uri="{FF2B5EF4-FFF2-40B4-BE49-F238E27FC236}">
                <a16:creationId xmlns:a16="http://schemas.microsoft.com/office/drawing/2014/main" id="{EFE66096-5B65-4DD6-9AD6-9E55675E34CD}"/>
              </a:ext>
            </a:extLst>
          </p:cNvPr>
          <p:cNvSpPr>
            <a:spLocks noGrp="1"/>
          </p:cNvSpPr>
          <p:nvPr>
            <p:ph sz="half" idx="17" hasCustomPrompt="1"/>
          </p:nvPr>
        </p:nvSpPr>
        <p:spPr>
          <a:xfrm>
            <a:off x="3627801" y="406595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4" name="Image Placeholder 4">
            <a:extLst>
              <a:ext uri="{FF2B5EF4-FFF2-40B4-BE49-F238E27FC236}">
                <a16:creationId xmlns:a16="http://schemas.microsoft.com/office/drawing/2014/main" id="{765390A9-B975-43C8-86E6-45E636A649C5}"/>
              </a:ext>
            </a:extLst>
          </p:cNvPr>
          <p:cNvSpPr>
            <a:spLocks noGrp="1"/>
          </p:cNvSpPr>
          <p:nvPr>
            <p:ph sz="half" idx="18" hasCustomPrompt="1"/>
          </p:nvPr>
        </p:nvSpPr>
        <p:spPr>
          <a:xfrm>
            <a:off x="480444" y="5181771"/>
            <a:ext cx="2875957" cy="899814"/>
          </a:xfrm>
        </p:spPr>
        <p:txBody>
          <a:bodyPr/>
          <a:lstStyle>
            <a:lvl1pPr marL="0" indent="0" algn="l">
              <a:buNone/>
              <a:defRPr/>
            </a:lvl1pPr>
            <a:lvl2pPr marL="457200" indent="0">
              <a:buNone/>
              <a:defRPr/>
            </a:lvl2pPr>
            <a:lvl3pPr marL="914400" indent="0">
              <a:buNone/>
              <a:defRPr/>
            </a:lvl3pPr>
          </a:lstStyle>
          <a:p>
            <a:pPr lvl="0"/>
            <a:r>
              <a:rPr lang="en-US" dirty="0"/>
              <a:t>Image 4</a:t>
            </a:r>
          </a:p>
        </p:txBody>
      </p:sp>
      <p:sp>
        <p:nvSpPr>
          <p:cNvPr id="15" name="Content Placeholder 4">
            <a:extLst>
              <a:ext uri="{FF2B5EF4-FFF2-40B4-BE49-F238E27FC236}">
                <a16:creationId xmlns:a16="http://schemas.microsoft.com/office/drawing/2014/main" id="{04B6F74B-2775-4949-A70C-BCBBFE20C3A2}"/>
              </a:ext>
            </a:extLst>
          </p:cNvPr>
          <p:cNvSpPr>
            <a:spLocks noGrp="1"/>
          </p:cNvSpPr>
          <p:nvPr>
            <p:ph sz="half" idx="19" hasCustomPrompt="1"/>
          </p:nvPr>
        </p:nvSpPr>
        <p:spPr>
          <a:xfrm>
            <a:off x="3627801" y="518176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Tree>
    <p:custDataLst>
      <p:tags r:id="rId1"/>
    </p:custDataLst>
    <p:extLst>
      <p:ext uri="{BB962C8B-B14F-4D97-AF65-F5344CB8AC3E}">
        <p14:creationId xmlns:p14="http://schemas.microsoft.com/office/powerpoint/2010/main" val="2645674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34EF16C-F8E9-4C74-8268-011BE18366AF}"/>
              </a:ext>
              <a:ext uri="{C183D7F6-B498-43B3-948B-1728B52AA6E4}">
                <adec:decorative xmlns:adec="http://schemas.microsoft.com/office/drawing/2017/decorative" val="1"/>
              </a:ext>
            </a:extLst>
          </p:cNvPr>
          <p:cNvSpPr/>
          <p:nvPr userDrawn="1"/>
        </p:nvSpPr>
        <p:spPr>
          <a:xfrm>
            <a:off x="0" y="6449053"/>
            <a:ext cx="12192000" cy="4089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p:cNvSpPr>
            <a:spLocks noGrp="1"/>
          </p:cNvSpPr>
          <p:nvPr>
            <p:ph type="title"/>
          </p:nvPr>
        </p:nvSpPr>
        <p:spPr>
          <a:xfrm>
            <a:off x="476843" y="473245"/>
            <a:ext cx="11241915" cy="1217447"/>
          </a:xfrm>
          <a:prstGeom prst="rect">
            <a:avLst/>
          </a:prstGeom>
        </p:spPr>
        <p:txBody>
          <a:bodyPr vert="horz" lIns="91440" tIns="45720" rIns="91440" bIns="45720" rtlCol="0" anchor="t">
            <a:noAutofit/>
          </a:bodyPr>
          <a:lstStyle/>
          <a:p>
            <a:r>
              <a:rPr lang="en-US" dirty="0"/>
              <a:t>Slide Title</a:t>
            </a:r>
            <a:br>
              <a:rPr lang="en-US" dirty="0"/>
            </a:br>
            <a:endParaRPr lang="en-US" dirty="0"/>
          </a:p>
        </p:txBody>
      </p:sp>
      <p:sp>
        <p:nvSpPr>
          <p:cNvPr id="3" name="Text Placeholder 2"/>
          <p:cNvSpPr>
            <a:spLocks noGrp="1"/>
          </p:cNvSpPr>
          <p:nvPr>
            <p:ph type="body" idx="1"/>
          </p:nvPr>
        </p:nvSpPr>
        <p:spPr>
          <a:xfrm>
            <a:off x="476843" y="1825625"/>
            <a:ext cx="11241915" cy="4351338"/>
          </a:xfrm>
          <a:prstGeom prst="rect">
            <a:avLst/>
          </a:prstGeom>
        </p:spPr>
        <p:txBody>
          <a:bodyPr vert="horz" lIns="91440" tIns="45720" rIns="91440" bIns="45720" rtlCol="0">
            <a:noAutofit/>
          </a:bodyPr>
          <a:lstStyle/>
          <a:p>
            <a:pPr lvl="0"/>
            <a:r>
              <a:rPr lang="en-US" dirty="0"/>
              <a:t>First Level</a:t>
            </a:r>
          </a:p>
          <a:p>
            <a:pPr lvl="1"/>
            <a:r>
              <a:rPr lang="en-US" dirty="0"/>
              <a:t>Second level</a:t>
            </a:r>
          </a:p>
          <a:p>
            <a:pPr lvl="2"/>
            <a:r>
              <a:rPr lang="en-US" dirty="0"/>
              <a:t>Third level</a:t>
            </a:r>
          </a:p>
          <a:p>
            <a:pPr lvl="3"/>
            <a:r>
              <a:rPr lang="en-US" dirty="0"/>
              <a:t>Fourth Level</a:t>
            </a:r>
          </a:p>
        </p:txBody>
      </p:sp>
      <p:sp>
        <p:nvSpPr>
          <p:cNvPr id="8" name="Copyright">
            <a:extLst>
              <a:ext uri="{FF2B5EF4-FFF2-40B4-BE49-F238E27FC236}">
                <a16:creationId xmlns:a16="http://schemas.microsoft.com/office/drawing/2014/main" id="{0E6636BF-D3CC-4DFC-A057-41CF18719446}"/>
              </a:ext>
              <a:ext uri="{C183D7F6-B498-43B3-948B-1728B52AA6E4}">
                <adec:decorative xmlns:adec="http://schemas.microsoft.com/office/drawing/2017/decorative" val="1"/>
              </a:ext>
            </a:extLst>
          </p:cNvPr>
          <p:cNvSpPr txBox="1"/>
          <p:nvPr userDrawn="1"/>
        </p:nvSpPr>
        <p:spPr>
          <a:xfrm>
            <a:off x="2103120" y="6314136"/>
            <a:ext cx="8961120" cy="261610"/>
          </a:xfrm>
          <a:prstGeom prst="rect">
            <a:avLst/>
          </a:prstGeom>
          <a:noFill/>
        </p:spPr>
        <p:txBody>
          <a:bodyPr wrap="square" rtlCol="0">
            <a:spAutoFit/>
          </a:bodyPr>
          <a:lstStyle/>
          <a:p>
            <a:r>
              <a:rPr lang="en-US" sz="1100">
                <a:solidFill>
                  <a:schemeClr val="bg1"/>
                </a:solidFill>
                <a:latin typeface="+mn-lt"/>
              </a:rPr>
              <a:t>.</a:t>
            </a:r>
            <a:endParaRPr lang="en-US" sz="1100" dirty="0">
              <a:solidFill>
                <a:schemeClr val="bg1"/>
              </a:solidFill>
              <a:latin typeface="+mn-lt"/>
            </a:endParaRPr>
          </a:p>
        </p:txBody>
      </p:sp>
      <p:sp>
        <p:nvSpPr>
          <p:cNvPr id="7" name="Slide Number Placeholder 5">
            <a:extLst>
              <a:ext uri="{FF2B5EF4-FFF2-40B4-BE49-F238E27FC236}">
                <a16:creationId xmlns:a16="http://schemas.microsoft.com/office/drawing/2014/main" id="{DF3CEB08-7511-4ACD-A0D7-6D08EF1B42A9}"/>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4"/>
    </p:custDataLst>
    <p:extLst>
      <p:ext uri="{BB962C8B-B14F-4D97-AF65-F5344CB8AC3E}">
        <p14:creationId xmlns:p14="http://schemas.microsoft.com/office/powerpoint/2010/main" val="682046013"/>
      </p:ext>
    </p:extLst>
  </p:cSld>
  <p:clrMap bg1="lt1" tx1="dk1" bg2="lt2" tx2="dk2" accent1="accent1" accent2="accent2" accent3="accent3" accent4="accent4" accent5="accent5" accent6="accent6" hlink="hlink" folHlink="folHlink"/>
  <p:sldLayoutIdLst>
    <p:sldLayoutId id="2147483765" r:id="rId1"/>
    <p:sldLayoutId id="2147483763" r:id="rId2"/>
    <p:sldLayoutId id="2147483753" r:id="rId3"/>
    <p:sldLayoutId id="2147483728" r:id="rId4"/>
    <p:sldLayoutId id="2147483736" r:id="rId5"/>
    <p:sldLayoutId id="2147483729" r:id="rId6"/>
    <p:sldLayoutId id="2147483760" r:id="rId7"/>
    <p:sldLayoutId id="2147483730" r:id="rId8"/>
    <p:sldLayoutId id="2147483732" r:id="rId9"/>
    <p:sldLayoutId id="2147483761" r:id="rId10"/>
    <p:sldLayoutId id="2147483737" r:id="rId11"/>
    <p:sldLayoutId id="2147483762" r:id="rId12"/>
  </p:sldLayoutIdLst>
  <p:hf hdr="0" ftr="0" dt="0"/>
  <p:txStyles>
    <p:titleStyle>
      <a:lvl1pPr algn="ctr"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800"/>
        </a:spcAft>
        <a:buClr>
          <a:schemeClr val="tx1"/>
        </a:buClr>
        <a:buSzPct val="80000"/>
        <a:buFont typeface="Wingdings" panose="05000000000000000000" pitchFamily="2" charset="2"/>
        <a:buChar char="§"/>
        <a:defRPr sz="2400" b="0" kern="1200">
          <a:solidFill>
            <a:schemeClr val="tx1"/>
          </a:solidFill>
          <a:latin typeface="+mn-lt"/>
          <a:ea typeface="+mn-ea"/>
          <a:cs typeface="+mn-cs"/>
        </a:defRPr>
      </a:lvl3pPr>
      <a:lvl4pPr marL="1714500" indent="-342900" algn="l" defTabSz="914400" rtl="0" eaLnBrk="1" latinLnBrk="0" hangingPunct="1">
        <a:lnSpc>
          <a:spcPct val="90000"/>
        </a:lnSpc>
        <a:spcBef>
          <a:spcPts val="500"/>
        </a:spcBef>
        <a:buClr>
          <a:schemeClr val="tx1"/>
        </a:buClr>
        <a:buSzPct val="100000"/>
        <a:buFont typeface="Arial" panose="020B0604020202020204" pitchFamily="34" charset="0"/>
        <a:buChar char="•"/>
        <a:defRPr sz="24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6.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1966DE8-7575-4696-B84F-B4DD0C822D6A}"/>
              </a:ext>
            </a:extLst>
          </p:cNvPr>
          <p:cNvSpPr>
            <a:spLocks noGrp="1"/>
          </p:cNvSpPr>
          <p:nvPr>
            <p:ph type="ctrTitle"/>
          </p:nvPr>
        </p:nvSpPr>
        <p:spPr>
          <a:xfrm>
            <a:off x="5534637" y="429550"/>
            <a:ext cx="6104302" cy="2387600"/>
          </a:xfrm>
        </p:spPr>
        <p:txBody>
          <a:bodyPr/>
          <a:lstStyle/>
          <a:p>
            <a:r>
              <a:rPr lang="en-US" dirty="0"/>
              <a:t>Guide to Networking Essentials, 9e</a:t>
            </a:r>
          </a:p>
        </p:txBody>
      </p:sp>
      <p:sp>
        <p:nvSpPr>
          <p:cNvPr id="4" name="Subtitle 3">
            <a:extLst>
              <a:ext uri="{FF2B5EF4-FFF2-40B4-BE49-F238E27FC236}">
                <a16:creationId xmlns:a16="http://schemas.microsoft.com/office/drawing/2014/main" id="{81DDBEBE-99BA-45B9-B4E5-D18D90F7A983}"/>
              </a:ext>
            </a:extLst>
          </p:cNvPr>
          <p:cNvSpPr>
            <a:spLocks noGrp="1"/>
          </p:cNvSpPr>
          <p:nvPr>
            <p:ph type="subTitle" idx="1"/>
          </p:nvPr>
        </p:nvSpPr>
        <p:spPr>
          <a:xfrm>
            <a:off x="4843620" y="3006387"/>
            <a:ext cx="7218048" cy="2387600"/>
          </a:xfrm>
        </p:spPr>
        <p:txBody>
          <a:bodyPr/>
          <a:lstStyle/>
          <a:p>
            <a:r>
              <a:rPr lang="en-US" sz="4000" b="1" dirty="0"/>
              <a:t>Chapter 11: Network Operating System Fundamentals</a:t>
            </a:r>
          </a:p>
        </p:txBody>
      </p:sp>
      <p:sp>
        <p:nvSpPr>
          <p:cNvPr id="6" name="Copyright">
            <a:extLst>
              <a:ext uri="{FF2B5EF4-FFF2-40B4-BE49-F238E27FC236}">
                <a16:creationId xmlns:a16="http://schemas.microsoft.com/office/drawing/2014/main" id="{8CA6B67B-9490-477D-A112-06C22B6F8640}"/>
              </a:ext>
              <a:ext uri="{C183D7F6-B498-43B3-948B-1728B52AA6E4}">
                <adec:decorative xmlns:adec="http://schemas.microsoft.com/office/drawing/2017/decorative" val="1"/>
              </a:ext>
            </a:extLst>
          </p:cNvPr>
          <p:cNvSpPr txBox="1"/>
          <p:nvPr/>
        </p:nvSpPr>
        <p:spPr>
          <a:xfrm>
            <a:off x="2103120" y="6314136"/>
            <a:ext cx="8961120" cy="261610"/>
          </a:xfrm>
          <a:prstGeom prst="rect">
            <a:avLst/>
          </a:prstGeom>
          <a:noFill/>
        </p:spPr>
        <p:txBody>
          <a:bodyPr wrap="square" rtlCol="0">
            <a:spAutoFit/>
          </a:bodyPr>
          <a:lstStyle/>
          <a:p>
            <a:r>
              <a:rPr lang="en-US" sz="1100" dirty="0">
                <a:solidFill>
                  <a:schemeClr val="bg1"/>
                </a:solidFill>
                <a:latin typeface="+mn-lt"/>
              </a:rPr>
              <a:t>.</a:t>
            </a:r>
          </a:p>
        </p:txBody>
      </p:sp>
      <p:sp>
        <p:nvSpPr>
          <p:cNvPr id="16"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3739356" y="808037"/>
            <a:ext cx="4713288" cy="5241925"/>
          </a:xfrm>
          <a:prstGeom prst="rect">
            <a:avLst/>
          </a:prstGeom>
        </p:spPr>
        <p:txBody>
          <a:bodyPr vert="horz" lIns="91440" tIns="45720" rIns="91440" bIns="45720" rtlCol="0">
            <a:noAutofit/>
          </a:bodyPr>
          <a:lstStyle/>
          <a:p>
            <a:endParaRPr lang="en-US" dirty="0"/>
          </a:p>
        </p:txBody>
      </p:sp>
      <p:sp>
        <p:nvSpPr>
          <p:cNvPr id="17"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441278" y="551591"/>
            <a:ext cx="4713288" cy="5241925"/>
          </a:xfrm>
          <a:prstGeom prst="rect">
            <a:avLst/>
          </a:prstGeom>
        </p:spPr>
        <p:txBody>
          <a:bodyPr vert="horz" lIns="91440" tIns="45720" rIns="91440" bIns="45720" rtlCol="0">
            <a:noAutofit/>
          </a:bodyPr>
          <a:lstStyle/>
          <a:p>
            <a:endParaRPr lang="en-US" dirty="0"/>
          </a:p>
        </p:txBody>
      </p:sp>
      <p:sp>
        <p:nvSpPr>
          <p:cNvPr id="19"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562929" y="815765"/>
            <a:ext cx="4713288" cy="5241925"/>
          </a:xfrm>
          <a:prstGeom prst="rect">
            <a:avLst/>
          </a:prstGeom>
        </p:spPr>
        <p:txBody>
          <a:bodyPr vert="horz" lIns="91440" tIns="45720" rIns="91440" bIns="45720" rtlCol="0">
            <a:noAutofit/>
          </a:bodyPr>
          <a:lstStyle/>
          <a:p>
            <a:endParaRPr lang="en-US" dirty="0"/>
          </a:p>
        </p:txBody>
      </p:sp>
      <p:pic>
        <p:nvPicPr>
          <p:cNvPr id="5" name="Picture 4" descr="A cover of Guide to Networking Essentials, 9e">
            <a:extLst>
              <a:ext uri="{FF2B5EF4-FFF2-40B4-BE49-F238E27FC236}">
                <a16:creationId xmlns:a16="http://schemas.microsoft.com/office/drawing/2014/main" id="{494D6D0A-E828-99E1-C496-423AC9A50B45}"/>
              </a:ext>
            </a:extLst>
          </p:cNvPr>
          <p:cNvPicPr>
            <a:picLocks noChangeAspect="1"/>
          </p:cNvPicPr>
          <p:nvPr/>
        </p:nvPicPr>
        <p:blipFill>
          <a:blip r:embed="rId4"/>
          <a:stretch>
            <a:fillRect/>
          </a:stretch>
        </p:blipFill>
        <p:spPr>
          <a:xfrm>
            <a:off x="553061" y="1005015"/>
            <a:ext cx="4093231" cy="5241925"/>
          </a:xfrm>
          <a:prstGeom prst="rect">
            <a:avLst/>
          </a:prstGeom>
        </p:spPr>
      </p:pic>
      <p:sp>
        <p:nvSpPr>
          <p:cNvPr id="7" name="TextBox 6">
            <a:extLst>
              <a:ext uri="{FF2B5EF4-FFF2-40B4-BE49-F238E27FC236}">
                <a16:creationId xmlns:a16="http://schemas.microsoft.com/office/drawing/2014/main" id="{F26AE80F-6A10-CC20-47D9-920C90AA5C56}"/>
              </a:ext>
            </a:extLst>
          </p:cNvPr>
          <p:cNvSpPr txBox="1"/>
          <p:nvPr/>
        </p:nvSpPr>
        <p:spPr>
          <a:xfrm>
            <a:off x="105197" y="41753"/>
            <a:ext cx="1515586" cy="584775"/>
          </a:xfrm>
          <a:prstGeom prst="rect">
            <a:avLst/>
          </a:prstGeom>
          <a:noFill/>
        </p:spPr>
        <p:txBody>
          <a:bodyPr wrap="square">
            <a:spAutoFit/>
          </a:bodyPr>
          <a:lstStyle/>
          <a:p>
            <a:r>
              <a:rPr lang="en-US" sz="3200" b="1">
                <a:solidFill>
                  <a:schemeClr val="bg1"/>
                </a:solidFill>
                <a:latin typeface="Arial" panose="020B0604020202020204" pitchFamily="34" charset="0"/>
                <a:cs typeface="Arial" panose="020B0604020202020204" pitchFamily="34" charset="0"/>
              </a:rPr>
              <a:t>Part 1</a:t>
            </a:r>
          </a:p>
        </p:txBody>
      </p:sp>
    </p:spTree>
    <p:custDataLst>
      <p:tags r:id="rId1"/>
    </p:custDataLst>
    <p:extLst>
      <p:ext uri="{BB962C8B-B14F-4D97-AF65-F5344CB8AC3E}">
        <p14:creationId xmlns:p14="http://schemas.microsoft.com/office/powerpoint/2010/main" val="229328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2ADF6-643B-423B-BFFA-CEBACE66A152}"/>
              </a:ext>
            </a:extLst>
          </p:cNvPr>
          <p:cNvSpPr>
            <a:spLocks noGrp="1"/>
          </p:cNvSpPr>
          <p:nvPr>
            <p:ph type="title"/>
          </p:nvPr>
        </p:nvSpPr>
        <p:spPr/>
        <p:txBody>
          <a:bodyPr/>
          <a:lstStyle/>
          <a:p>
            <a:r>
              <a:rPr lang="en-US" dirty="0"/>
              <a:t>Chapter Objectives</a:t>
            </a:r>
          </a:p>
        </p:txBody>
      </p:sp>
      <p:sp>
        <p:nvSpPr>
          <p:cNvPr id="3" name="Content Placeholder 2">
            <a:extLst>
              <a:ext uri="{FF2B5EF4-FFF2-40B4-BE49-F238E27FC236}">
                <a16:creationId xmlns:a16="http://schemas.microsoft.com/office/drawing/2014/main" id="{5654B1CF-B9D3-4962-AD19-D9C1AB18881D}"/>
              </a:ext>
            </a:extLst>
          </p:cNvPr>
          <p:cNvSpPr>
            <a:spLocks noGrp="1"/>
          </p:cNvSpPr>
          <p:nvPr>
            <p:ph idx="1"/>
          </p:nvPr>
        </p:nvSpPr>
        <p:spPr>
          <a:xfrm>
            <a:off x="476843" y="1253331"/>
            <a:ext cx="11241915" cy="4351338"/>
          </a:xfrm>
        </p:spPr>
        <p:txBody>
          <a:bodyPr/>
          <a:lstStyle/>
          <a:p>
            <a:pPr marL="0" indent="0">
              <a:buNone/>
            </a:pPr>
            <a:r>
              <a:rPr lang="en-US" dirty="0"/>
              <a:t>By the end of this chapter, you should be able to:</a:t>
            </a:r>
          </a:p>
          <a:p>
            <a:pPr marL="457200" indent="-457200">
              <a:buFont typeface="+mj-lt"/>
              <a:buAutoNum type="arabicPeriod"/>
            </a:pPr>
            <a:r>
              <a:rPr lang="en-US" altLang="zh-CN" dirty="0"/>
              <a:t>Explain the </a:t>
            </a:r>
            <a:r>
              <a:rPr lang="en-US" altLang="zh-CN" b="1" dirty="0"/>
              <a:t>major components of an OS</a:t>
            </a:r>
            <a:r>
              <a:rPr lang="en-US" altLang="zh-CN" dirty="0"/>
              <a:t>, including the file system, processes, and the kernel</a:t>
            </a:r>
          </a:p>
          <a:p>
            <a:pPr marL="457200" indent="-457200">
              <a:buFont typeface="+mj-lt"/>
              <a:buAutoNum type="arabicPeriod"/>
            </a:pPr>
            <a:r>
              <a:rPr lang="en-US" altLang="zh-CN" dirty="0"/>
              <a:t>Describe </a:t>
            </a:r>
            <a:r>
              <a:rPr lang="en-US" altLang="zh-CN" b="1" dirty="0"/>
              <a:t>client and server </a:t>
            </a:r>
            <a:r>
              <a:rPr lang="en-US" altLang="zh-CN" dirty="0"/>
              <a:t>operating systems and compare client and server OSs</a:t>
            </a:r>
          </a:p>
          <a:p>
            <a:pPr marL="457200" indent="-457200">
              <a:buFont typeface="+mj-lt"/>
              <a:buAutoNum type="arabicPeriod"/>
            </a:pPr>
            <a:r>
              <a:rPr lang="en-US" altLang="zh-CN" dirty="0"/>
              <a:t>Describe the </a:t>
            </a:r>
            <a:r>
              <a:rPr lang="en-US" altLang="zh-CN" b="1" dirty="0"/>
              <a:t>components of virtualization </a:t>
            </a:r>
            <a:r>
              <a:rPr lang="en-US" altLang="zh-CN" dirty="0"/>
              <a:t>and virtualization products</a:t>
            </a:r>
          </a:p>
          <a:p>
            <a:pPr marL="457200" indent="-457200">
              <a:buFont typeface="+mj-lt"/>
              <a:buAutoNum type="arabicPeriod"/>
            </a:pPr>
            <a:r>
              <a:rPr lang="en-US" altLang="zh-CN" dirty="0"/>
              <a:t>Explain the </a:t>
            </a:r>
            <a:r>
              <a:rPr lang="en-US" altLang="zh-CN" b="1" dirty="0"/>
              <a:t>process of installing an OS</a:t>
            </a:r>
            <a:r>
              <a:rPr lang="en-US" altLang="zh-CN" dirty="0"/>
              <a:t>, including preinstallation and post-installation tasks</a:t>
            </a:r>
          </a:p>
          <a:p>
            <a:pPr marL="457200" indent="-457200">
              <a:buFont typeface="+mj-lt"/>
              <a:buAutoNum type="arabicPeriod"/>
            </a:pPr>
            <a:endParaRPr lang="en-US" altLang="zh-CN" dirty="0"/>
          </a:p>
        </p:txBody>
      </p:sp>
    </p:spTree>
    <p:extLst>
      <p:ext uri="{BB962C8B-B14F-4D97-AF65-F5344CB8AC3E}">
        <p14:creationId xmlns:p14="http://schemas.microsoft.com/office/powerpoint/2010/main" val="3724899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ECF78-3E12-BA3E-4968-33EAEB62B554}"/>
              </a:ext>
            </a:extLst>
          </p:cNvPr>
          <p:cNvSpPr>
            <a:spLocks noGrp="1"/>
          </p:cNvSpPr>
          <p:nvPr>
            <p:ph type="title"/>
          </p:nvPr>
        </p:nvSpPr>
        <p:spPr/>
        <p:txBody>
          <a:bodyPr/>
          <a:lstStyle/>
          <a:p>
            <a:r>
              <a:rPr lang="en-US" dirty="0"/>
              <a:t>Operating System Fundamentals</a:t>
            </a:r>
          </a:p>
        </p:txBody>
      </p:sp>
      <p:sp>
        <p:nvSpPr>
          <p:cNvPr id="3" name="Content Placeholder 2">
            <a:extLst>
              <a:ext uri="{FF2B5EF4-FFF2-40B4-BE49-F238E27FC236}">
                <a16:creationId xmlns:a16="http://schemas.microsoft.com/office/drawing/2014/main" id="{3A9F1499-95F7-2B89-97D8-BCDECF21B33C}"/>
              </a:ext>
            </a:extLst>
          </p:cNvPr>
          <p:cNvSpPr>
            <a:spLocks noGrp="1"/>
          </p:cNvSpPr>
          <p:nvPr>
            <p:ph idx="1"/>
          </p:nvPr>
        </p:nvSpPr>
        <p:spPr>
          <a:xfrm>
            <a:off x="476843" y="1562735"/>
            <a:ext cx="11241915" cy="4351338"/>
          </a:xfrm>
        </p:spPr>
        <p:txBody>
          <a:bodyPr/>
          <a:lstStyle/>
          <a:p>
            <a:r>
              <a:rPr lang="en-US" dirty="0"/>
              <a:t>A computer’s </a:t>
            </a:r>
            <a:r>
              <a:rPr lang="en-US" b="1" dirty="0"/>
              <a:t>operating system </a:t>
            </a:r>
            <a:r>
              <a:rPr lang="en-US" dirty="0"/>
              <a:t>(OS) provides a convenient interface for users and applications to access computer hardware components</a:t>
            </a:r>
          </a:p>
          <a:p>
            <a:r>
              <a:rPr lang="en-US" dirty="0"/>
              <a:t>The following </a:t>
            </a:r>
            <a:r>
              <a:rPr lang="en-US" b="1" dirty="0"/>
              <a:t>sections</a:t>
            </a:r>
            <a:r>
              <a:rPr lang="en-US" dirty="0"/>
              <a:t> will expand on the following OS concepts:	</a:t>
            </a:r>
          </a:p>
          <a:p>
            <a:pPr lvl="1"/>
            <a:r>
              <a:rPr lang="en-US" dirty="0"/>
              <a:t>File systems</a:t>
            </a:r>
          </a:p>
          <a:p>
            <a:pPr lvl="1"/>
            <a:r>
              <a:rPr lang="en-US" dirty="0"/>
              <a:t>Processes and services</a:t>
            </a:r>
          </a:p>
          <a:p>
            <a:pPr lvl="1"/>
            <a:r>
              <a:rPr lang="en-US" dirty="0"/>
              <a:t>Kernel</a:t>
            </a:r>
          </a:p>
          <a:p>
            <a:endParaRPr lang="en-US" dirty="0"/>
          </a:p>
        </p:txBody>
      </p:sp>
    </p:spTree>
    <p:extLst>
      <p:ext uri="{BB962C8B-B14F-4D97-AF65-F5344CB8AC3E}">
        <p14:creationId xmlns:p14="http://schemas.microsoft.com/office/powerpoint/2010/main" val="41599805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714AC-52AC-ABBB-246A-7FDDFBA6453A}"/>
              </a:ext>
            </a:extLst>
          </p:cNvPr>
          <p:cNvSpPr>
            <a:spLocks noGrp="1"/>
          </p:cNvSpPr>
          <p:nvPr>
            <p:ph type="title"/>
          </p:nvPr>
        </p:nvSpPr>
        <p:spPr/>
        <p:txBody>
          <a:bodyPr/>
          <a:lstStyle/>
          <a:p>
            <a:r>
              <a:rPr lang="en-US" dirty="0"/>
              <a:t>The File System (1 of 7)</a:t>
            </a:r>
          </a:p>
        </p:txBody>
      </p:sp>
      <p:sp>
        <p:nvSpPr>
          <p:cNvPr id="3" name="Content Placeholder 2">
            <a:extLst>
              <a:ext uri="{FF2B5EF4-FFF2-40B4-BE49-F238E27FC236}">
                <a16:creationId xmlns:a16="http://schemas.microsoft.com/office/drawing/2014/main" id="{6818CC29-5C0E-737A-9DB1-E9C709917AD8}"/>
              </a:ext>
            </a:extLst>
          </p:cNvPr>
          <p:cNvSpPr>
            <a:spLocks noGrp="1"/>
          </p:cNvSpPr>
          <p:nvPr>
            <p:ph idx="1"/>
          </p:nvPr>
        </p:nvSpPr>
        <p:spPr>
          <a:xfrm>
            <a:off x="476843" y="1391285"/>
            <a:ext cx="11241915" cy="4351338"/>
          </a:xfrm>
        </p:spPr>
        <p:txBody>
          <a:bodyPr/>
          <a:lstStyle/>
          <a:p>
            <a:r>
              <a:rPr lang="en-US" dirty="0"/>
              <a:t>A </a:t>
            </a:r>
            <a:r>
              <a:rPr lang="en-US" b="1" dirty="0"/>
              <a:t>file system </a:t>
            </a:r>
            <a:r>
              <a:rPr lang="en-US" dirty="0"/>
              <a:t>is the method by which an OS </a:t>
            </a:r>
            <a:r>
              <a:rPr lang="en-US" b="1" dirty="0"/>
              <a:t>stores, organizes, and manages access to files</a:t>
            </a:r>
            <a:r>
              <a:rPr lang="en-US" dirty="0"/>
              <a:t> on a storage device (such as a hard drive)</a:t>
            </a:r>
          </a:p>
          <a:p>
            <a:r>
              <a:rPr lang="en-US" b="1" dirty="0"/>
              <a:t>File systems </a:t>
            </a:r>
            <a:r>
              <a:rPr lang="en-US" dirty="0"/>
              <a:t>have the following objectives:</a:t>
            </a:r>
          </a:p>
          <a:p>
            <a:pPr lvl="1"/>
            <a:r>
              <a:rPr lang="en-US" sz="2200" dirty="0"/>
              <a:t>Provide a convenient interface for users and applications to open and save files</a:t>
            </a:r>
          </a:p>
          <a:p>
            <a:pPr lvl="1"/>
            <a:r>
              <a:rPr lang="en-US" sz="2200" dirty="0"/>
              <a:t>Provide an efficient method to organize space on a drive</a:t>
            </a:r>
          </a:p>
          <a:p>
            <a:pPr lvl="1"/>
            <a:r>
              <a:rPr lang="en-US" sz="2200" dirty="0"/>
              <a:t>Provide a hierarchical filing method to store files</a:t>
            </a:r>
          </a:p>
          <a:p>
            <a:pPr lvl="1"/>
            <a:r>
              <a:rPr lang="en-US" sz="2200" dirty="0"/>
              <a:t>Provide an indexing system for fast retrieval of files</a:t>
            </a:r>
          </a:p>
          <a:p>
            <a:pPr lvl="1"/>
            <a:r>
              <a:rPr lang="en-US" sz="2200" dirty="0"/>
              <a:t>Provide secure access to files for authorized users</a:t>
            </a:r>
          </a:p>
          <a:p>
            <a:endParaRPr lang="en-US" dirty="0"/>
          </a:p>
        </p:txBody>
      </p:sp>
    </p:spTree>
    <p:extLst>
      <p:ext uri="{BB962C8B-B14F-4D97-AF65-F5344CB8AC3E}">
        <p14:creationId xmlns:p14="http://schemas.microsoft.com/office/powerpoint/2010/main" val="3504774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9D770-F156-2338-6641-5373D85C8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06A92D-5226-9A7F-8B49-3CFAC944E9CA}"/>
              </a:ext>
            </a:extLst>
          </p:cNvPr>
          <p:cNvSpPr>
            <a:spLocks noGrp="1"/>
          </p:cNvSpPr>
          <p:nvPr>
            <p:ph type="title"/>
          </p:nvPr>
        </p:nvSpPr>
        <p:spPr/>
        <p:txBody>
          <a:bodyPr/>
          <a:lstStyle/>
          <a:p>
            <a:r>
              <a:rPr lang="en-US" dirty="0"/>
              <a:t>The File System (2 of 7)</a:t>
            </a:r>
          </a:p>
        </p:txBody>
      </p:sp>
      <p:sp>
        <p:nvSpPr>
          <p:cNvPr id="3" name="Content Placeholder 2">
            <a:extLst>
              <a:ext uri="{FF2B5EF4-FFF2-40B4-BE49-F238E27FC236}">
                <a16:creationId xmlns:a16="http://schemas.microsoft.com/office/drawing/2014/main" id="{31EF9786-3FA1-C762-DF9E-419569885A5A}"/>
              </a:ext>
            </a:extLst>
          </p:cNvPr>
          <p:cNvSpPr>
            <a:spLocks noGrp="1"/>
          </p:cNvSpPr>
          <p:nvPr>
            <p:ph idx="1"/>
          </p:nvPr>
        </p:nvSpPr>
        <p:spPr>
          <a:xfrm>
            <a:off x="473242" y="1459865"/>
            <a:ext cx="11241915" cy="4351338"/>
          </a:xfrm>
        </p:spPr>
        <p:txBody>
          <a:bodyPr/>
          <a:lstStyle/>
          <a:p>
            <a:r>
              <a:rPr lang="en-US" altLang="zh-CN" dirty="0"/>
              <a:t>When a user double-clicks a file to open it, the user interface calls the file system with a request to open the file</a:t>
            </a:r>
          </a:p>
          <a:p>
            <a:pPr lvl="1"/>
            <a:r>
              <a:rPr lang="en-US" altLang="zh-CN" sz="2200" dirty="0"/>
              <a:t>The file type determines exactly how the file is opened</a:t>
            </a:r>
          </a:p>
          <a:p>
            <a:pPr lvl="1"/>
            <a:r>
              <a:rPr lang="en-US" altLang="zh-CN" sz="2200" dirty="0"/>
              <a:t>Most users of an OS interact with the file system by using a file manager program </a:t>
            </a:r>
          </a:p>
          <a:p>
            <a:pPr lvl="1"/>
            <a:r>
              <a:rPr lang="en-US" altLang="zh-CN" sz="2200" dirty="0"/>
              <a:t>Networking professionals need to have an understanding of how a file system works</a:t>
            </a:r>
          </a:p>
          <a:p>
            <a:pPr lvl="2"/>
            <a:r>
              <a:rPr lang="en-US" altLang="zh-CN" sz="2200" dirty="0"/>
              <a:t>In order to make informed choices when they need to install a file system or troubleshoot file system-related problems</a:t>
            </a:r>
          </a:p>
          <a:p>
            <a:pPr lvl="3"/>
            <a:endParaRPr lang="en-US" altLang="zh-CN" sz="2200" dirty="0">
              <a:latin typeface="Arial" panose="020B0604020202020204" pitchFamily="34" charset="0"/>
            </a:endParaRPr>
          </a:p>
          <a:p>
            <a:endParaRPr lang="en-US" dirty="0"/>
          </a:p>
        </p:txBody>
      </p:sp>
    </p:spTree>
    <p:extLst>
      <p:ext uri="{BB962C8B-B14F-4D97-AF65-F5344CB8AC3E}">
        <p14:creationId xmlns:p14="http://schemas.microsoft.com/office/powerpoint/2010/main" val="1405135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AA968-FA2C-1D4D-56BC-EB43F30178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7C6A97-CC8C-A280-AC49-5BFB640FFDEA}"/>
              </a:ext>
            </a:extLst>
          </p:cNvPr>
          <p:cNvSpPr>
            <a:spLocks noGrp="1"/>
          </p:cNvSpPr>
          <p:nvPr>
            <p:ph type="title"/>
          </p:nvPr>
        </p:nvSpPr>
        <p:spPr/>
        <p:txBody>
          <a:bodyPr/>
          <a:lstStyle/>
          <a:p>
            <a:r>
              <a:rPr lang="en-US" dirty="0"/>
              <a:t>The File System (3 of 7)</a:t>
            </a:r>
          </a:p>
        </p:txBody>
      </p:sp>
      <p:sp>
        <p:nvSpPr>
          <p:cNvPr id="3" name="Content Placeholder 2">
            <a:extLst>
              <a:ext uri="{FF2B5EF4-FFF2-40B4-BE49-F238E27FC236}">
                <a16:creationId xmlns:a16="http://schemas.microsoft.com/office/drawing/2014/main" id="{FC6AAD77-471C-52D5-E966-57FCA7AD8597}"/>
              </a:ext>
            </a:extLst>
          </p:cNvPr>
          <p:cNvSpPr>
            <a:spLocks noGrp="1"/>
          </p:cNvSpPr>
          <p:nvPr>
            <p:ph idx="1"/>
          </p:nvPr>
        </p:nvSpPr>
        <p:spPr>
          <a:xfrm>
            <a:off x="476843" y="1412041"/>
            <a:ext cx="11241915" cy="4351338"/>
          </a:xfrm>
        </p:spPr>
        <p:txBody>
          <a:bodyPr/>
          <a:lstStyle/>
          <a:p>
            <a:r>
              <a:rPr lang="en-US" altLang="zh-CN" dirty="0">
                <a:cs typeface="Arial" panose="020B0604020202020204" pitchFamily="34" charset="0"/>
              </a:rPr>
              <a:t>Storage space on a disk drive is divided into sectors </a:t>
            </a:r>
          </a:p>
          <a:p>
            <a:r>
              <a:rPr lang="en-US" altLang="zh-CN" dirty="0">
                <a:cs typeface="Arial" panose="020B0604020202020204" pitchFamily="34" charset="0"/>
              </a:rPr>
              <a:t>Sectors are grouped to make a disk cluster (or block)</a:t>
            </a:r>
          </a:p>
          <a:p>
            <a:r>
              <a:rPr lang="en-US" altLang="zh-CN" dirty="0">
                <a:cs typeface="Arial" panose="020B0604020202020204" pitchFamily="34" charset="0"/>
              </a:rPr>
              <a:t>A </a:t>
            </a:r>
            <a:r>
              <a:rPr lang="en-US" altLang="zh-CN" b="1" dirty="0">
                <a:cs typeface="Arial" panose="020B0604020202020204" pitchFamily="34" charset="0"/>
              </a:rPr>
              <a:t>disk cluster </a:t>
            </a:r>
            <a:r>
              <a:rPr lang="en-US" altLang="zh-CN" dirty="0">
                <a:cs typeface="Arial" panose="020B0604020202020204" pitchFamily="34" charset="0"/>
              </a:rPr>
              <a:t>is the smallest amount of space that can be occupied by a file</a:t>
            </a:r>
          </a:p>
          <a:p>
            <a:pPr lvl="1"/>
            <a:r>
              <a:rPr lang="en-US" altLang="zh-CN" dirty="0">
                <a:cs typeface="Arial" panose="020B0604020202020204" pitchFamily="34" charset="0"/>
              </a:rPr>
              <a:t>A disk’s cluster size is selected when the disk is formatted</a:t>
            </a:r>
          </a:p>
          <a:p>
            <a:pPr lvl="1"/>
            <a:r>
              <a:rPr lang="en-US" altLang="zh-CN" dirty="0">
                <a:cs typeface="Arial" panose="020B0604020202020204" pitchFamily="34" charset="0"/>
              </a:rPr>
              <a:t>If you know that you’re going to store many files under 2K bytes, choose a smaller cluster size when you format</a:t>
            </a:r>
          </a:p>
          <a:p>
            <a:r>
              <a:rPr lang="en-US" altLang="zh-CN" dirty="0">
                <a:cs typeface="Arial" panose="020B0604020202020204" pitchFamily="34" charset="0"/>
              </a:rPr>
              <a:t>The </a:t>
            </a:r>
            <a:r>
              <a:rPr lang="en-US" altLang="zh-CN" b="1" dirty="0">
                <a:cs typeface="Arial" panose="020B0604020202020204" pitchFamily="34" charset="0"/>
              </a:rPr>
              <a:t>formatting process groups </a:t>
            </a:r>
            <a:r>
              <a:rPr lang="en-US" altLang="zh-CN" dirty="0">
                <a:cs typeface="Arial" panose="020B0604020202020204" pitchFamily="34" charset="0"/>
              </a:rPr>
              <a:t>sectors into clusters and maps all disk clusters for fast access</a:t>
            </a:r>
          </a:p>
        </p:txBody>
      </p:sp>
    </p:spTree>
    <p:extLst>
      <p:ext uri="{BB962C8B-B14F-4D97-AF65-F5344CB8AC3E}">
        <p14:creationId xmlns:p14="http://schemas.microsoft.com/office/powerpoint/2010/main" val="2540431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5B44B-A907-3C7A-3BEE-E6CB8CD7FF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DF71BA-0A07-8A15-982F-B002CFD4EADE}"/>
              </a:ext>
            </a:extLst>
          </p:cNvPr>
          <p:cNvSpPr>
            <a:spLocks noGrp="1"/>
          </p:cNvSpPr>
          <p:nvPr>
            <p:ph type="title"/>
          </p:nvPr>
        </p:nvSpPr>
        <p:spPr/>
        <p:txBody>
          <a:bodyPr/>
          <a:lstStyle/>
          <a:p>
            <a:r>
              <a:rPr lang="en-US" dirty="0"/>
              <a:t>The File System (4 of 7)</a:t>
            </a:r>
          </a:p>
        </p:txBody>
      </p:sp>
      <p:sp>
        <p:nvSpPr>
          <p:cNvPr id="3" name="Content Placeholder 2">
            <a:extLst>
              <a:ext uri="{FF2B5EF4-FFF2-40B4-BE49-F238E27FC236}">
                <a16:creationId xmlns:a16="http://schemas.microsoft.com/office/drawing/2014/main" id="{5A627E7C-A474-128C-C4D6-4DE7BDE9A518}"/>
              </a:ext>
            </a:extLst>
          </p:cNvPr>
          <p:cNvSpPr>
            <a:spLocks noGrp="1"/>
          </p:cNvSpPr>
          <p:nvPr>
            <p:ph idx="1"/>
          </p:nvPr>
        </p:nvSpPr>
        <p:spPr>
          <a:xfrm>
            <a:off x="476843" y="1697791"/>
            <a:ext cx="11241915" cy="4351338"/>
          </a:xfrm>
        </p:spPr>
        <p:txBody>
          <a:bodyPr/>
          <a:lstStyle/>
          <a:p>
            <a:r>
              <a:rPr lang="en-US" altLang="zh-CN" dirty="0">
                <a:cs typeface="Arial" panose="020B0604020202020204" pitchFamily="34" charset="0"/>
              </a:rPr>
              <a:t>Most file systems organize files </a:t>
            </a:r>
            <a:r>
              <a:rPr lang="en-US" altLang="zh-CN" b="1" dirty="0">
                <a:cs typeface="Arial" panose="020B0604020202020204" pitchFamily="34" charset="0"/>
              </a:rPr>
              <a:t>in a hierarchy of folders or directories</a:t>
            </a:r>
          </a:p>
          <a:p>
            <a:pPr lvl="1"/>
            <a:r>
              <a:rPr lang="en-US" altLang="zh-CN" sz="2200" dirty="0">
                <a:cs typeface="Arial" panose="020B0604020202020204" pitchFamily="34" charset="0"/>
              </a:rPr>
              <a:t>The top of the hierarchy is called the “root” of the file system</a:t>
            </a:r>
          </a:p>
          <a:p>
            <a:pPr lvl="1"/>
            <a:r>
              <a:rPr lang="en-US" altLang="zh-CN" sz="2200" dirty="0">
                <a:cs typeface="Arial" panose="020B0604020202020204" pitchFamily="34" charset="0"/>
              </a:rPr>
              <a:t>The root often represents a disk drive or other mass storage drive</a:t>
            </a:r>
          </a:p>
          <a:p>
            <a:pPr lvl="1"/>
            <a:r>
              <a:rPr lang="en-US" altLang="zh-CN" sz="2200" dirty="0">
                <a:cs typeface="Arial" panose="020B0604020202020204" pitchFamily="34" charset="0"/>
              </a:rPr>
              <a:t>Off the root of the file system can be files and folders, with folders containing files and additional folders (called subfolders)</a:t>
            </a:r>
          </a:p>
          <a:p>
            <a:endParaRPr lang="en-US" dirty="0"/>
          </a:p>
        </p:txBody>
      </p:sp>
    </p:spTree>
    <p:extLst>
      <p:ext uri="{BB962C8B-B14F-4D97-AF65-F5344CB8AC3E}">
        <p14:creationId xmlns:p14="http://schemas.microsoft.com/office/powerpoint/2010/main" val="164464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The File System (5 of 7)</a:t>
            </a:r>
          </a:p>
        </p:txBody>
      </p:sp>
      <p:sp>
        <p:nvSpPr>
          <p:cNvPr id="5" name="TextBox 4">
            <a:extLst>
              <a:ext uri="{FF2B5EF4-FFF2-40B4-BE49-F238E27FC236}">
                <a16:creationId xmlns:a16="http://schemas.microsoft.com/office/drawing/2014/main" id="{7CB0BE92-E73F-42E9-B249-3B271B6E8AA4}"/>
              </a:ext>
            </a:extLst>
          </p:cNvPr>
          <p:cNvSpPr txBox="1"/>
          <p:nvPr/>
        </p:nvSpPr>
        <p:spPr>
          <a:xfrm>
            <a:off x="7315200" y="2755013"/>
            <a:ext cx="4294598" cy="830997"/>
          </a:xfrm>
          <a:prstGeom prst="rect">
            <a:avLst/>
          </a:prstGeom>
          <a:noFill/>
        </p:spPr>
        <p:txBody>
          <a:bodyPr wrap="square" rtlCol="0">
            <a:spAutoFit/>
          </a:bodyPr>
          <a:lstStyle/>
          <a:p>
            <a:r>
              <a:rPr lang="en-US" sz="2400" b="1" dirty="0">
                <a:latin typeface="Work Sans" pitchFamily="2" charset="0"/>
              </a:rPr>
              <a:t>Figure 11-2  </a:t>
            </a:r>
            <a:r>
              <a:rPr lang="en-US" sz="2400" dirty="0">
                <a:latin typeface="Work Sans" pitchFamily="2" charset="0"/>
              </a:rPr>
              <a:t>A hierarchical file system</a:t>
            </a:r>
          </a:p>
        </p:txBody>
      </p:sp>
      <p:pic>
        <p:nvPicPr>
          <p:cNvPr id="4" name="Picture 3" descr="A hierarchical diagram represents the file system structure of the C drive. At the top, the C root directory branches into three main folders: Program Files, Windows, and Users. Program Files contains Microsoft Office and V M ware. Windows contains the System and the System 32. Users contain Administrator and Net Admin.&#10;">
            <a:extLst>
              <a:ext uri="{FF2B5EF4-FFF2-40B4-BE49-F238E27FC236}">
                <a16:creationId xmlns:a16="http://schemas.microsoft.com/office/drawing/2014/main" id="{D9C4CA96-7FC3-9C87-0D8D-AE07E0B0BA8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263720" y="1756072"/>
            <a:ext cx="5681609" cy="3405009"/>
          </a:xfrm>
          <a:prstGeom prst="rect">
            <a:avLst/>
          </a:prstGeom>
        </p:spPr>
      </p:pic>
    </p:spTree>
    <p:extLst>
      <p:ext uri="{BB962C8B-B14F-4D97-AF65-F5344CB8AC3E}">
        <p14:creationId xmlns:p14="http://schemas.microsoft.com/office/powerpoint/2010/main" val="1204174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50AB9-D424-C963-5742-5D0A73AF9A12}"/>
              </a:ext>
            </a:extLst>
          </p:cNvPr>
          <p:cNvSpPr>
            <a:spLocks noGrp="1"/>
          </p:cNvSpPr>
          <p:nvPr>
            <p:ph type="title"/>
          </p:nvPr>
        </p:nvSpPr>
        <p:spPr/>
        <p:txBody>
          <a:bodyPr/>
          <a:lstStyle/>
          <a:p>
            <a:r>
              <a:rPr lang="en-US" dirty="0"/>
              <a:t>The File System (6 of 7)</a:t>
            </a:r>
          </a:p>
        </p:txBody>
      </p:sp>
      <p:sp>
        <p:nvSpPr>
          <p:cNvPr id="3" name="Content Placeholder 2">
            <a:extLst>
              <a:ext uri="{FF2B5EF4-FFF2-40B4-BE49-F238E27FC236}">
                <a16:creationId xmlns:a16="http://schemas.microsoft.com/office/drawing/2014/main" id="{851DC62E-E659-0C83-422C-DB2B39D8B3BE}"/>
              </a:ext>
            </a:extLst>
          </p:cNvPr>
          <p:cNvSpPr>
            <a:spLocks noGrp="1"/>
          </p:cNvSpPr>
          <p:nvPr>
            <p:ph idx="1"/>
          </p:nvPr>
        </p:nvSpPr>
        <p:spPr>
          <a:xfrm>
            <a:off x="476843" y="1562735"/>
            <a:ext cx="11241915" cy="4351338"/>
          </a:xfrm>
        </p:spPr>
        <p:txBody>
          <a:bodyPr/>
          <a:lstStyle/>
          <a:p>
            <a:r>
              <a:rPr lang="en-US" dirty="0"/>
              <a:t>With large disk drives, more files can be stored so it may be sometimes difficult to find files that might be needed</a:t>
            </a:r>
          </a:p>
          <a:p>
            <a:r>
              <a:rPr lang="en-US" dirty="0"/>
              <a:t>Most file systems include an indexing system that enables users to search for a file based on all or part of a filename</a:t>
            </a:r>
          </a:p>
          <a:p>
            <a:r>
              <a:rPr lang="en-US" dirty="0"/>
              <a:t>The indexing system </a:t>
            </a:r>
            <a:r>
              <a:rPr lang="en-US" b="1" dirty="0"/>
              <a:t>maintains a database that’s updated </a:t>
            </a:r>
            <a:r>
              <a:rPr lang="en-US" dirty="0"/>
              <a:t>as files are created</a:t>
            </a:r>
          </a:p>
          <a:p>
            <a:r>
              <a:rPr lang="en-US" dirty="0"/>
              <a:t>In Windows, configure the file system’s index by typing “indexing” in the search bar and clicking Indexing Options in the search results</a:t>
            </a:r>
          </a:p>
          <a:p>
            <a:endParaRPr lang="en-US" dirty="0"/>
          </a:p>
        </p:txBody>
      </p:sp>
    </p:spTree>
    <p:extLst>
      <p:ext uri="{BB962C8B-B14F-4D97-AF65-F5344CB8AC3E}">
        <p14:creationId xmlns:p14="http://schemas.microsoft.com/office/powerpoint/2010/main" val="1406159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72A9A-3B2A-A3C5-DCDD-46F4BD26DA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55A1CF-39C9-DFEE-821C-C1CCFD8870CB}"/>
              </a:ext>
            </a:extLst>
          </p:cNvPr>
          <p:cNvSpPr>
            <a:spLocks noGrp="1"/>
          </p:cNvSpPr>
          <p:nvPr>
            <p:ph type="title"/>
          </p:nvPr>
        </p:nvSpPr>
        <p:spPr/>
        <p:txBody>
          <a:bodyPr/>
          <a:lstStyle/>
          <a:p>
            <a:r>
              <a:rPr lang="en-US" dirty="0"/>
              <a:t>The File System (7 of 7)</a:t>
            </a:r>
          </a:p>
        </p:txBody>
      </p:sp>
      <p:sp>
        <p:nvSpPr>
          <p:cNvPr id="3" name="Content Placeholder 2">
            <a:extLst>
              <a:ext uri="{FF2B5EF4-FFF2-40B4-BE49-F238E27FC236}">
                <a16:creationId xmlns:a16="http://schemas.microsoft.com/office/drawing/2014/main" id="{8EE1D953-BC34-A768-949B-B24CAE1580F0}"/>
              </a:ext>
            </a:extLst>
          </p:cNvPr>
          <p:cNvSpPr>
            <a:spLocks noGrp="1"/>
          </p:cNvSpPr>
          <p:nvPr>
            <p:ph idx="1"/>
          </p:nvPr>
        </p:nvSpPr>
        <p:spPr>
          <a:xfrm>
            <a:off x="476843" y="1459865"/>
            <a:ext cx="11241915" cy="4351338"/>
          </a:xfrm>
        </p:spPr>
        <p:txBody>
          <a:bodyPr/>
          <a:lstStyle/>
          <a:p>
            <a:r>
              <a:rPr lang="en-US" dirty="0"/>
              <a:t>Computers are often shared at home and in the workplace</a:t>
            </a:r>
          </a:p>
          <a:p>
            <a:pPr lvl="1"/>
            <a:r>
              <a:rPr lang="en-US" sz="2200" dirty="0"/>
              <a:t>Each user may want files or documents that other users can’t access</a:t>
            </a:r>
          </a:p>
          <a:p>
            <a:pPr lvl="1"/>
            <a:r>
              <a:rPr lang="en-US" sz="2200" dirty="0"/>
              <a:t>A file system’s </a:t>
            </a:r>
            <a:r>
              <a:rPr lang="en-US" sz="2200" b="1" dirty="0"/>
              <a:t>access controls </a:t>
            </a:r>
            <a:r>
              <a:rPr lang="en-US" sz="2200" dirty="0"/>
              <a:t>(permissions) can be used to allow only authorized users to access certain files or folders</a:t>
            </a:r>
          </a:p>
          <a:p>
            <a:r>
              <a:rPr lang="en-US" dirty="0"/>
              <a:t>Access controls can be used to secure OS files from accidental corruption or deletion</a:t>
            </a:r>
          </a:p>
          <a:p>
            <a:r>
              <a:rPr lang="en-US" dirty="0"/>
              <a:t>Most current OSs include access controls</a:t>
            </a:r>
          </a:p>
          <a:p>
            <a:r>
              <a:rPr lang="en-US" b="1" dirty="0"/>
              <a:t>Older</a:t>
            </a:r>
            <a:r>
              <a:rPr lang="en-US" dirty="0"/>
              <a:t> FAT file systems don’t support file and folder permissions</a:t>
            </a:r>
          </a:p>
          <a:p>
            <a:endParaRPr lang="en-US" dirty="0"/>
          </a:p>
        </p:txBody>
      </p:sp>
    </p:spTree>
    <p:extLst>
      <p:ext uri="{BB962C8B-B14F-4D97-AF65-F5344CB8AC3E}">
        <p14:creationId xmlns:p14="http://schemas.microsoft.com/office/powerpoint/2010/main" val="1781807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294C0-B4A2-D153-DA96-1BB1A1E15D3F}"/>
              </a:ext>
            </a:extLst>
          </p:cNvPr>
          <p:cNvSpPr>
            <a:spLocks noGrp="1"/>
          </p:cNvSpPr>
          <p:nvPr>
            <p:ph type="title"/>
          </p:nvPr>
        </p:nvSpPr>
        <p:spPr/>
        <p:txBody>
          <a:bodyPr/>
          <a:lstStyle/>
          <a:p>
            <a:r>
              <a:rPr lang="en-US" dirty="0"/>
              <a:t>Processes and Services (1 of 3)</a:t>
            </a:r>
          </a:p>
        </p:txBody>
      </p:sp>
      <p:sp>
        <p:nvSpPr>
          <p:cNvPr id="3" name="Content Placeholder 2">
            <a:extLst>
              <a:ext uri="{FF2B5EF4-FFF2-40B4-BE49-F238E27FC236}">
                <a16:creationId xmlns:a16="http://schemas.microsoft.com/office/drawing/2014/main" id="{EAF95D0A-EFA4-AFCD-C964-C8C8C91724B5}"/>
              </a:ext>
            </a:extLst>
          </p:cNvPr>
          <p:cNvSpPr>
            <a:spLocks noGrp="1"/>
          </p:cNvSpPr>
          <p:nvPr>
            <p:ph idx="1"/>
          </p:nvPr>
        </p:nvSpPr>
        <p:spPr>
          <a:xfrm>
            <a:off x="476843" y="1334135"/>
            <a:ext cx="11241915" cy="4351338"/>
          </a:xfrm>
        </p:spPr>
        <p:txBody>
          <a:bodyPr/>
          <a:lstStyle/>
          <a:p>
            <a:r>
              <a:rPr lang="en-US" dirty="0"/>
              <a:t>A </a:t>
            </a:r>
            <a:r>
              <a:rPr lang="en-US" b="1" dirty="0"/>
              <a:t>process</a:t>
            </a:r>
            <a:r>
              <a:rPr lang="en-US" dirty="0"/>
              <a:t> is a program that is </a:t>
            </a:r>
            <a:r>
              <a:rPr lang="en-US" b="1" dirty="0"/>
              <a:t>loaded into memory </a:t>
            </a:r>
            <a:r>
              <a:rPr lang="en-US" dirty="0"/>
              <a:t>and run by the CPU</a:t>
            </a:r>
          </a:p>
          <a:p>
            <a:pPr lvl="1"/>
            <a:r>
              <a:rPr lang="en-US" sz="2200" dirty="0"/>
              <a:t>It can be an application or a program that communicates with and provides services to other processes (called a </a:t>
            </a:r>
            <a:r>
              <a:rPr lang="en-US" sz="2200" b="1" dirty="0"/>
              <a:t>service</a:t>
            </a:r>
            <a:r>
              <a:rPr lang="en-US" sz="2200" dirty="0"/>
              <a:t> in Windows and a “daemon” in Linux)</a:t>
            </a:r>
          </a:p>
          <a:p>
            <a:r>
              <a:rPr lang="en-US" b="1" dirty="0"/>
              <a:t>Network services </a:t>
            </a:r>
            <a:r>
              <a:rPr lang="en-US" dirty="0"/>
              <a:t>allow your computer and applications to perform tasks they otherwise couldn’t</a:t>
            </a:r>
          </a:p>
          <a:p>
            <a:pPr lvl="1"/>
            <a:r>
              <a:rPr lang="en-US" sz="2200" dirty="0"/>
              <a:t>Example: When using a Web browser to access a Web server most people use a name rather than its address. A name lookup is required before a Web browser can do its main job. Domain Name Service (DNS) runs as a process to provide the name lookup service.</a:t>
            </a:r>
          </a:p>
          <a:p>
            <a:endParaRPr lang="en-US" dirty="0"/>
          </a:p>
        </p:txBody>
      </p:sp>
    </p:spTree>
    <p:extLst>
      <p:ext uri="{BB962C8B-B14F-4D97-AF65-F5344CB8AC3E}">
        <p14:creationId xmlns:p14="http://schemas.microsoft.com/office/powerpoint/2010/main" val="18324395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9693E-D7D5-9BEE-53BD-11E425ACF7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D3C8E9-C76D-1046-0389-FFA5BE6DA886}"/>
              </a:ext>
            </a:extLst>
          </p:cNvPr>
          <p:cNvSpPr>
            <a:spLocks noGrp="1"/>
          </p:cNvSpPr>
          <p:nvPr>
            <p:ph type="title"/>
          </p:nvPr>
        </p:nvSpPr>
        <p:spPr/>
        <p:txBody>
          <a:bodyPr/>
          <a:lstStyle/>
          <a:p>
            <a:r>
              <a:rPr lang="en-US" dirty="0"/>
              <a:t>Processes and Services (2 of 3)</a:t>
            </a:r>
          </a:p>
        </p:txBody>
      </p:sp>
      <p:sp>
        <p:nvSpPr>
          <p:cNvPr id="3" name="Content Placeholder 2">
            <a:extLst>
              <a:ext uri="{FF2B5EF4-FFF2-40B4-BE49-F238E27FC236}">
                <a16:creationId xmlns:a16="http://schemas.microsoft.com/office/drawing/2014/main" id="{04A94237-9DED-08BD-8E3C-2CB37562874C}"/>
              </a:ext>
            </a:extLst>
          </p:cNvPr>
          <p:cNvSpPr>
            <a:spLocks noGrp="1"/>
          </p:cNvSpPr>
          <p:nvPr>
            <p:ph idx="1"/>
          </p:nvPr>
        </p:nvSpPr>
        <p:spPr>
          <a:xfrm>
            <a:off x="473242" y="1367562"/>
            <a:ext cx="11241915" cy="4351338"/>
          </a:xfrm>
        </p:spPr>
        <p:txBody>
          <a:bodyPr/>
          <a:lstStyle/>
          <a:p>
            <a:r>
              <a:rPr lang="en-US" dirty="0"/>
              <a:t>An OS can run </a:t>
            </a:r>
            <a:r>
              <a:rPr lang="en-US" b="1" dirty="0"/>
              <a:t>many processes </a:t>
            </a:r>
            <a:r>
              <a:rPr lang="en-US" dirty="0"/>
              <a:t>at the same time by using </a:t>
            </a:r>
            <a:r>
              <a:rPr lang="en-US" b="1" dirty="0"/>
              <a:t>multitasking</a:t>
            </a:r>
          </a:p>
          <a:p>
            <a:pPr lvl="1"/>
            <a:r>
              <a:rPr lang="en-US" sz="2200" dirty="0"/>
              <a:t>A computer multitasks by using a method called </a:t>
            </a:r>
            <a:r>
              <a:rPr lang="en-US" sz="2200" b="1" dirty="0"/>
              <a:t>time slicing</a:t>
            </a:r>
            <a:r>
              <a:rPr lang="en-US" sz="2200" dirty="0"/>
              <a:t>—occurs when a CPU’s computing cycles are divided between more than one process</a:t>
            </a:r>
          </a:p>
          <a:p>
            <a:pPr lvl="1"/>
            <a:r>
              <a:rPr lang="en-US" sz="2200" dirty="0"/>
              <a:t>The act of changing to another process is called </a:t>
            </a:r>
            <a:r>
              <a:rPr lang="en-US" sz="2200" b="1" dirty="0"/>
              <a:t>context switching</a:t>
            </a:r>
          </a:p>
          <a:p>
            <a:r>
              <a:rPr lang="en-US" dirty="0"/>
              <a:t>Two types of multitasking:</a:t>
            </a:r>
          </a:p>
          <a:p>
            <a:pPr lvl="1"/>
            <a:r>
              <a:rPr lang="en-US" sz="2200" b="1" dirty="0"/>
              <a:t>Preemptive</a:t>
            </a:r>
            <a:r>
              <a:rPr lang="en-US" sz="2200" dirty="0"/>
              <a:t>—the OS controls which process gets access to the CPU and for how long</a:t>
            </a:r>
          </a:p>
          <a:p>
            <a:pPr lvl="1"/>
            <a:r>
              <a:rPr lang="en-US" sz="2200" b="1" dirty="0"/>
              <a:t>Cooperative</a:t>
            </a:r>
            <a:r>
              <a:rPr lang="en-US" sz="2200" dirty="0"/>
              <a:t>—the OS can’t stop a process; a process maintains control until it satisfies its computing needs</a:t>
            </a:r>
          </a:p>
          <a:p>
            <a:endParaRPr lang="en-US" dirty="0"/>
          </a:p>
        </p:txBody>
      </p:sp>
    </p:spTree>
    <p:extLst>
      <p:ext uri="{BB962C8B-B14F-4D97-AF65-F5344CB8AC3E}">
        <p14:creationId xmlns:p14="http://schemas.microsoft.com/office/powerpoint/2010/main" val="3836255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9EF9A-D6A7-A92B-DFDB-F20106FC56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241869-50C4-2E94-1F96-0C93A6F56E5A}"/>
              </a:ext>
            </a:extLst>
          </p:cNvPr>
          <p:cNvSpPr>
            <a:spLocks noGrp="1"/>
          </p:cNvSpPr>
          <p:nvPr>
            <p:ph type="title"/>
          </p:nvPr>
        </p:nvSpPr>
        <p:spPr/>
        <p:txBody>
          <a:bodyPr/>
          <a:lstStyle/>
          <a:p>
            <a:r>
              <a:rPr lang="en-US" dirty="0"/>
              <a:t>Processes and Services (3 of 3)</a:t>
            </a:r>
          </a:p>
        </p:txBody>
      </p:sp>
      <p:sp>
        <p:nvSpPr>
          <p:cNvPr id="3" name="Content Placeholder 2">
            <a:extLst>
              <a:ext uri="{FF2B5EF4-FFF2-40B4-BE49-F238E27FC236}">
                <a16:creationId xmlns:a16="http://schemas.microsoft.com/office/drawing/2014/main" id="{60409FF7-DE0D-1577-7248-5F72817F2D4D}"/>
              </a:ext>
            </a:extLst>
          </p:cNvPr>
          <p:cNvSpPr>
            <a:spLocks noGrp="1"/>
          </p:cNvSpPr>
          <p:nvPr>
            <p:ph idx="1"/>
          </p:nvPr>
        </p:nvSpPr>
        <p:spPr>
          <a:xfrm>
            <a:off x="476843" y="1390422"/>
            <a:ext cx="11241915" cy="4351338"/>
          </a:xfrm>
        </p:spPr>
        <p:txBody>
          <a:bodyPr/>
          <a:lstStyle/>
          <a:p>
            <a:r>
              <a:rPr lang="en-US" dirty="0"/>
              <a:t>Many applications are now designed so that different parts can be </a:t>
            </a:r>
            <a:r>
              <a:rPr lang="en-US" b="1" dirty="0"/>
              <a:t>scheduled to run separately</a:t>
            </a:r>
          </a:p>
          <a:p>
            <a:pPr lvl="1"/>
            <a:r>
              <a:rPr lang="en-US" sz="2200" dirty="0"/>
              <a:t>Each part that can be scheduled to run is called a </a:t>
            </a:r>
            <a:r>
              <a:rPr lang="en-US" sz="2200" b="1" dirty="0"/>
              <a:t>thread</a:t>
            </a:r>
            <a:r>
              <a:rPr lang="en-US" sz="2200" dirty="0"/>
              <a:t> (the smallest unit of software scheduled)</a:t>
            </a:r>
          </a:p>
          <a:p>
            <a:r>
              <a:rPr lang="en-US" dirty="0"/>
              <a:t>A </a:t>
            </a:r>
            <a:r>
              <a:rPr lang="en-US" b="1" dirty="0"/>
              <a:t>multithreaded application </a:t>
            </a:r>
            <a:r>
              <a:rPr lang="en-US" dirty="0"/>
              <a:t>has two or more threads that can be scheduled separately for execution by the CPU</a:t>
            </a:r>
          </a:p>
          <a:p>
            <a:r>
              <a:rPr lang="en-US" b="1" dirty="0"/>
              <a:t>Multiprocessing</a:t>
            </a:r>
            <a:r>
              <a:rPr lang="en-US" dirty="0"/>
              <a:t> allows performing multiple tasks or threads simultaneously, each by a different CPU or CPU core</a:t>
            </a:r>
          </a:p>
          <a:p>
            <a:endParaRPr lang="en-US" dirty="0"/>
          </a:p>
        </p:txBody>
      </p:sp>
    </p:spTree>
    <p:extLst>
      <p:ext uri="{BB962C8B-B14F-4D97-AF65-F5344CB8AC3E}">
        <p14:creationId xmlns:p14="http://schemas.microsoft.com/office/powerpoint/2010/main" val="3349320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EE3A2-E9FA-9630-0BD3-495A9A996172}"/>
              </a:ext>
            </a:extLst>
          </p:cNvPr>
          <p:cNvSpPr>
            <a:spLocks noGrp="1"/>
          </p:cNvSpPr>
          <p:nvPr>
            <p:ph type="title"/>
          </p:nvPr>
        </p:nvSpPr>
        <p:spPr/>
        <p:txBody>
          <a:bodyPr/>
          <a:lstStyle/>
          <a:p>
            <a:r>
              <a:rPr lang="en-US" dirty="0"/>
              <a:t>The Kernel (1 of 2)</a:t>
            </a:r>
          </a:p>
        </p:txBody>
      </p:sp>
      <p:sp>
        <p:nvSpPr>
          <p:cNvPr id="3" name="Content Placeholder 2">
            <a:extLst>
              <a:ext uri="{FF2B5EF4-FFF2-40B4-BE49-F238E27FC236}">
                <a16:creationId xmlns:a16="http://schemas.microsoft.com/office/drawing/2014/main" id="{A991C672-62EB-6961-DDF9-AE27BCB13872}"/>
              </a:ext>
            </a:extLst>
          </p:cNvPr>
          <p:cNvSpPr>
            <a:spLocks noGrp="1"/>
          </p:cNvSpPr>
          <p:nvPr>
            <p:ph idx="1"/>
          </p:nvPr>
        </p:nvSpPr>
        <p:spPr>
          <a:xfrm>
            <a:off x="476843" y="1356995"/>
            <a:ext cx="11241915" cy="4351338"/>
          </a:xfrm>
        </p:spPr>
        <p:txBody>
          <a:bodyPr/>
          <a:lstStyle/>
          <a:p>
            <a:r>
              <a:rPr lang="en-US" dirty="0"/>
              <a:t>The kernel performs the following tasks:</a:t>
            </a:r>
          </a:p>
          <a:p>
            <a:pPr lvl="1"/>
            <a:r>
              <a:rPr lang="en-US" sz="2200" b="1" dirty="0"/>
              <a:t>Schedules process </a:t>
            </a:r>
            <a:r>
              <a:rPr lang="en-US" sz="2200" dirty="0"/>
              <a:t>to run, making sure high-priority processes are taken care of first</a:t>
            </a:r>
          </a:p>
          <a:p>
            <a:pPr lvl="1"/>
            <a:r>
              <a:rPr lang="en-US" sz="2200" b="1" dirty="0"/>
              <a:t>Manages memory </a:t>
            </a:r>
            <a:r>
              <a:rPr lang="en-US" sz="2200" dirty="0"/>
              <a:t>to ensure that two applications don’t attempt to use the same memory space</a:t>
            </a:r>
          </a:p>
          <a:p>
            <a:pPr lvl="1"/>
            <a:r>
              <a:rPr lang="en-US" sz="2200" b="1" dirty="0"/>
              <a:t>Makes sure I/O devices are accessed </a:t>
            </a:r>
            <a:r>
              <a:rPr lang="en-US" sz="2200" dirty="0"/>
              <a:t>by only one process at a time</a:t>
            </a:r>
          </a:p>
          <a:p>
            <a:r>
              <a:rPr lang="en-US" dirty="0"/>
              <a:t>OSs are designed in layers</a:t>
            </a:r>
          </a:p>
          <a:p>
            <a:pPr lvl="1"/>
            <a:r>
              <a:rPr lang="en-US" sz="2200" dirty="0"/>
              <a:t>The </a:t>
            </a:r>
            <a:r>
              <a:rPr lang="en-US" sz="2200" b="1" dirty="0"/>
              <a:t>kernel</a:t>
            </a:r>
            <a:r>
              <a:rPr lang="en-US" sz="2200" dirty="0"/>
              <a:t> is usually shown as the layer just above the hardware</a:t>
            </a:r>
          </a:p>
          <a:p>
            <a:endParaRPr lang="en-US" dirty="0"/>
          </a:p>
        </p:txBody>
      </p:sp>
    </p:spTree>
    <p:extLst>
      <p:ext uri="{BB962C8B-B14F-4D97-AF65-F5344CB8AC3E}">
        <p14:creationId xmlns:p14="http://schemas.microsoft.com/office/powerpoint/2010/main" val="8006323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71BB0-E40C-8AFA-4BE5-DCAB5455A6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A1AFE2-5183-E39C-6A38-66F3A0B9FCAE}"/>
              </a:ext>
            </a:extLst>
          </p:cNvPr>
          <p:cNvSpPr>
            <a:spLocks noGrp="1"/>
          </p:cNvSpPr>
          <p:nvPr>
            <p:ph type="title"/>
          </p:nvPr>
        </p:nvSpPr>
        <p:spPr/>
        <p:txBody>
          <a:bodyPr/>
          <a:lstStyle/>
          <a:p>
            <a:r>
              <a:rPr lang="en-US" dirty="0"/>
              <a:t>The Kernel (2 of 2)</a:t>
            </a:r>
          </a:p>
        </p:txBody>
      </p:sp>
      <p:sp>
        <p:nvSpPr>
          <p:cNvPr id="5" name="TextBox 4">
            <a:extLst>
              <a:ext uri="{FF2B5EF4-FFF2-40B4-BE49-F238E27FC236}">
                <a16:creationId xmlns:a16="http://schemas.microsoft.com/office/drawing/2014/main" id="{67F29E93-1DBB-F25F-2A14-40F514F0EA90}"/>
              </a:ext>
            </a:extLst>
          </p:cNvPr>
          <p:cNvSpPr txBox="1"/>
          <p:nvPr/>
        </p:nvSpPr>
        <p:spPr>
          <a:xfrm>
            <a:off x="7315200" y="2828835"/>
            <a:ext cx="4294598" cy="1200329"/>
          </a:xfrm>
          <a:prstGeom prst="rect">
            <a:avLst/>
          </a:prstGeom>
          <a:noFill/>
        </p:spPr>
        <p:txBody>
          <a:bodyPr wrap="square" rtlCol="0">
            <a:spAutoFit/>
          </a:bodyPr>
          <a:lstStyle/>
          <a:p>
            <a:r>
              <a:rPr lang="en-US" sz="2400" b="1" dirty="0">
                <a:latin typeface="Work Sans" pitchFamily="2" charset="0"/>
              </a:rPr>
              <a:t>Figure 11-3  </a:t>
            </a:r>
            <a:r>
              <a:rPr lang="en-US" sz="2400" dirty="0">
                <a:latin typeface="Work Sans" pitchFamily="2" charset="0"/>
              </a:rPr>
              <a:t>The Windows OS structure</a:t>
            </a:r>
            <a:endParaRPr lang="en-US" altLang="zh-CN" sz="2400" dirty="0">
              <a:latin typeface="+mn-lt"/>
              <a:cs typeface="Arial" panose="020B0604020202020204" pitchFamily="34" charset="0"/>
            </a:endParaRPr>
          </a:p>
          <a:p>
            <a:endParaRPr lang="en-US" sz="2400" dirty="0">
              <a:latin typeface="Work Sans" pitchFamily="2" charset="0"/>
            </a:endParaRPr>
          </a:p>
        </p:txBody>
      </p:sp>
      <p:pic>
        <p:nvPicPr>
          <p:cNvPr id="4" name="Picture 3" descr="A diagram illustrates the Windows operating system structure. At the top, user applications interact with the system through user mode, which includes services and application interfaces. Below, the Windows kernel manages system functions, including the task scheduler, file system managers, memory manager, hardware abstraction layer, and G U I manager. At the base, hardware interacts with the kernel to execute operations.&#10;">
            <a:extLst>
              <a:ext uri="{FF2B5EF4-FFF2-40B4-BE49-F238E27FC236}">
                <a16:creationId xmlns:a16="http://schemas.microsoft.com/office/drawing/2014/main" id="{090ECEDC-45D7-7ABA-5DE1-ADD9A416E80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08760" y="1387011"/>
            <a:ext cx="4928153" cy="4469259"/>
          </a:xfrm>
          <a:prstGeom prst="rect">
            <a:avLst/>
          </a:prstGeom>
        </p:spPr>
      </p:pic>
    </p:spTree>
    <p:extLst>
      <p:ext uri="{BB962C8B-B14F-4D97-AF65-F5344CB8AC3E}">
        <p14:creationId xmlns:p14="http://schemas.microsoft.com/office/powerpoint/2010/main" val="26500133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64E6A-5742-D1E4-2921-E7E212F38FCB}"/>
              </a:ext>
            </a:extLst>
          </p:cNvPr>
          <p:cNvSpPr>
            <a:spLocks noGrp="1"/>
          </p:cNvSpPr>
          <p:nvPr>
            <p:ph type="title"/>
          </p:nvPr>
        </p:nvSpPr>
        <p:spPr/>
        <p:txBody>
          <a:bodyPr/>
          <a:lstStyle/>
          <a:p>
            <a:r>
              <a:rPr lang="en-US" dirty="0"/>
              <a:t>Client and Server Operating System Overview</a:t>
            </a:r>
          </a:p>
        </p:txBody>
      </p:sp>
      <p:sp>
        <p:nvSpPr>
          <p:cNvPr id="3" name="Content Placeholder 2">
            <a:extLst>
              <a:ext uri="{FF2B5EF4-FFF2-40B4-BE49-F238E27FC236}">
                <a16:creationId xmlns:a16="http://schemas.microsoft.com/office/drawing/2014/main" id="{AE011BD7-2732-D4D7-6232-923F01CD60BF}"/>
              </a:ext>
            </a:extLst>
          </p:cNvPr>
          <p:cNvSpPr>
            <a:spLocks noGrp="1"/>
          </p:cNvSpPr>
          <p:nvPr>
            <p:ph idx="1"/>
          </p:nvPr>
        </p:nvSpPr>
        <p:spPr/>
        <p:txBody>
          <a:bodyPr/>
          <a:lstStyle/>
          <a:p>
            <a:r>
              <a:rPr lang="en-US" dirty="0"/>
              <a:t>Client OSs usually come with client software, such as Web browsers, DNS and DHCP clients, and file-sharing clients</a:t>
            </a:r>
          </a:p>
          <a:p>
            <a:r>
              <a:rPr lang="en-US" dirty="0"/>
              <a:t>Most server OSs include client software but have server components, such as Web servers, DNS and DHCP servers, and file-sharing servers</a:t>
            </a:r>
          </a:p>
          <a:p>
            <a:r>
              <a:rPr lang="en-US" dirty="0"/>
              <a:t>Client OSs include many features once found only on a server OS </a:t>
            </a:r>
          </a:p>
          <a:p>
            <a:r>
              <a:rPr lang="en-US" dirty="0"/>
              <a:t>The determining factor of whether you need a server OS or a client OS is the role the computer will play in your network</a:t>
            </a:r>
          </a:p>
          <a:p>
            <a:endParaRPr lang="en-US" dirty="0"/>
          </a:p>
        </p:txBody>
      </p:sp>
    </p:spTree>
    <p:extLst>
      <p:ext uri="{BB962C8B-B14F-4D97-AF65-F5344CB8AC3E}">
        <p14:creationId xmlns:p14="http://schemas.microsoft.com/office/powerpoint/2010/main" val="3277894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61861-E609-8CCF-8B89-FED901DB5755}"/>
              </a:ext>
            </a:extLst>
          </p:cNvPr>
          <p:cNvSpPr>
            <a:spLocks noGrp="1"/>
          </p:cNvSpPr>
          <p:nvPr>
            <p:ph type="title"/>
          </p:nvPr>
        </p:nvSpPr>
        <p:spPr/>
        <p:txBody>
          <a:bodyPr/>
          <a:lstStyle/>
          <a:p>
            <a:r>
              <a:rPr lang="en-US" dirty="0"/>
              <a:t>The Role of a Client Operating System </a:t>
            </a:r>
            <a:r>
              <a:rPr lang="en-US" sz="2800" dirty="0"/>
              <a:t>(1 of 7)</a:t>
            </a:r>
          </a:p>
        </p:txBody>
      </p:sp>
      <p:sp>
        <p:nvSpPr>
          <p:cNvPr id="3" name="Content Placeholder 2">
            <a:extLst>
              <a:ext uri="{FF2B5EF4-FFF2-40B4-BE49-F238E27FC236}">
                <a16:creationId xmlns:a16="http://schemas.microsoft.com/office/drawing/2014/main" id="{85331B8A-FD68-0B1E-EDC1-9C4FC6AFB5EF}"/>
              </a:ext>
            </a:extLst>
          </p:cNvPr>
          <p:cNvSpPr>
            <a:spLocks noGrp="1"/>
          </p:cNvSpPr>
          <p:nvPr>
            <p:ph idx="1"/>
          </p:nvPr>
        </p:nvSpPr>
        <p:spPr/>
        <p:txBody>
          <a:bodyPr/>
          <a:lstStyle/>
          <a:p>
            <a:r>
              <a:rPr lang="en-US" altLang="zh-CN" dirty="0"/>
              <a:t>The main purpose of the client OS is to run applications, which often access network resources</a:t>
            </a:r>
          </a:p>
          <a:p>
            <a:r>
              <a:rPr lang="en-US" altLang="zh-CN" dirty="0">
                <a:latin typeface="Arial" pitchFamily="34" charset="0"/>
              </a:rPr>
              <a:t>Most desktop computers have the following network client software:</a:t>
            </a:r>
          </a:p>
          <a:p>
            <a:pPr lvl="1"/>
            <a:r>
              <a:rPr lang="en-US" altLang="zh-CN" sz="2200" dirty="0"/>
              <a:t>DHCP client</a:t>
            </a:r>
          </a:p>
          <a:p>
            <a:pPr lvl="1"/>
            <a:r>
              <a:rPr lang="en-US" altLang="zh-CN" sz="2200" dirty="0"/>
              <a:t>DNS client</a:t>
            </a:r>
          </a:p>
          <a:p>
            <a:pPr lvl="1"/>
            <a:r>
              <a:rPr lang="en-US" altLang="zh-CN" sz="2200" dirty="0"/>
              <a:t>HTTP client (Web browser)</a:t>
            </a:r>
          </a:p>
          <a:p>
            <a:pPr lvl="1"/>
            <a:r>
              <a:rPr lang="en-US" altLang="zh-CN" sz="2200" dirty="0"/>
              <a:t>File-sharing client</a:t>
            </a:r>
          </a:p>
          <a:p>
            <a:pPr lvl="1"/>
            <a:r>
              <a:rPr lang="en-US" altLang="zh-CN" sz="2200" dirty="0"/>
              <a:t>Email client</a:t>
            </a:r>
          </a:p>
          <a:p>
            <a:endParaRPr lang="en-US" dirty="0"/>
          </a:p>
        </p:txBody>
      </p:sp>
    </p:spTree>
    <p:extLst>
      <p:ext uri="{BB962C8B-B14F-4D97-AF65-F5344CB8AC3E}">
        <p14:creationId xmlns:p14="http://schemas.microsoft.com/office/powerpoint/2010/main" val="1634830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9EEFC-83BD-52F8-02D0-94939E2ABD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58B7F2-E514-7197-F3C2-FC7DCB6F88F9}"/>
              </a:ext>
            </a:extLst>
          </p:cNvPr>
          <p:cNvSpPr>
            <a:spLocks noGrp="1"/>
          </p:cNvSpPr>
          <p:nvPr>
            <p:ph type="title"/>
          </p:nvPr>
        </p:nvSpPr>
        <p:spPr/>
        <p:txBody>
          <a:bodyPr/>
          <a:lstStyle/>
          <a:p>
            <a:r>
              <a:rPr lang="en-US" dirty="0"/>
              <a:t>The Role of a Client Operating System </a:t>
            </a:r>
            <a:r>
              <a:rPr lang="en-US" sz="2800" dirty="0"/>
              <a:t>(2 of 7)</a:t>
            </a:r>
          </a:p>
        </p:txBody>
      </p:sp>
      <p:sp>
        <p:nvSpPr>
          <p:cNvPr id="3" name="Content Placeholder 2">
            <a:extLst>
              <a:ext uri="{FF2B5EF4-FFF2-40B4-BE49-F238E27FC236}">
                <a16:creationId xmlns:a16="http://schemas.microsoft.com/office/drawing/2014/main" id="{E3BCB117-8C9B-47E0-C03B-7DC4557EC7AC}"/>
              </a:ext>
            </a:extLst>
          </p:cNvPr>
          <p:cNvSpPr>
            <a:spLocks noGrp="1"/>
          </p:cNvSpPr>
          <p:nvPr>
            <p:ph idx="1"/>
          </p:nvPr>
        </p:nvSpPr>
        <p:spPr/>
        <p:txBody>
          <a:bodyPr/>
          <a:lstStyle/>
          <a:p>
            <a:r>
              <a:rPr lang="en-US" altLang="zh-CN" dirty="0">
                <a:cs typeface="Arial" panose="020B0604020202020204" pitchFamily="34" charset="0"/>
              </a:rPr>
              <a:t>A file-sharing client allows the computer to access files and printers on the network</a:t>
            </a:r>
          </a:p>
          <a:p>
            <a:r>
              <a:rPr lang="en-US" altLang="zh-CN" dirty="0">
                <a:cs typeface="Arial" panose="020B0604020202020204" pitchFamily="34" charset="0"/>
              </a:rPr>
              <a:t>When a resource has been requested, a </a:t>
            </a:r>
            <a:r>
              <a:rPr lang="en-US" altLang="zh-CN" b="1" dirty="0">
                <a:cs typeface="Arial" panose="020B0604020202020204" pitchFamily="34" charset="0"/>
              </a:rPr>
              <a:t>redirector</a:t>
            </a:r>
            <a:r>
              <a:rPr lang="en-US" altLang="zh-CN" dirty="0">
                <a:cs typeface="Arial" panose="020B0604020202020204" pitchFamily="34" charset="0"/>
              </a:rPr>
              <a:t> intercepts the request and examines it to determine whether the resource is local (on the computer) or remote (on the network)</a:t>
            </a:r>
          </a:p>
          <a:p>
            <a:pPr lvl="1"/>
            <a:r>
              <a:rPr lang="en-US" altLang="zh-CN" dirty="0">
                <a:cs typeface="Arial" panose="020B0604020202020204" pitchFamily="34" charset="0"/>
              </a:rPr>
              <a:t>With redirectors, network resources can be accessed as though they were local</a:t>
            </a:r>
          </a:p>
          <a:p>
            <a:pPr lvl="1"/>
            <a:r>
              <a:rPr lang="en-US" altLang="zh-CN" dirty="0">
                <a:cs typeface="Arial" panose="020B0604020202020204" pitchFamily="34" charset="0"/>
              </a:rPr>
              <a:t>With drive mapping, shared network folders are accessed just like a drive that is physically attached to the system</a:t>
            </a:r>
          </a:p>
          <a:p>
            <a:endParaRPr lang="en-US" dirty="0"/>
          </a:p>
        </p:txBody>
      </p:sp>
    </p:spTree>
    <p:extLst>
      <p:ext uri="{BB962C8B-B14F-4D97-AF65-F5344CB8AC3E}">
        <p14:creationId xmlns:p14="http://schemas.microsoft.com/office/powerpoint/2010/main" val="4796614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418B1-6FC7-CE2A-0BBD-5EA4E820B1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D1DE74-11EB-72BB-6D99-8C50175E96E9}"/>
              </a:ext>
            </a:extLst>
          </p:cNvPr>
          <p:cNvSpPr>
            <a:spLocks noGrp="1"/>
          </p:cNvSpPr>
          <p:nvPr>
            <p:ph type="title"/>
          </p:nvPr>
        </p:nvSpPr>
        <p:spPr/>
        <p:txBody>
          <a:bodyPr/>
          <a:lstStyle/>
          <a:p>
            <a:r>
              <a:rPr lang="en-US" dirty="0"/>
              <a:t>The Role of a Client Operating System </a:t>
            </a:r>
            <a:r>
              <a:rPr lang="en-US" sz="2800" dirty="0"/>
              <a:t>(3 of 7)</a:t>
            </a:r>
          </a:p>
        </p:txBody>
      </p:sp>
      <p:sp>
        <p:nvSpPr>
          <p:cNvPr id="3" name="Content Placeholder 2">
            <a:extLst>
              <a:ext uri="{FF2B5EF4-FFF2-40B4-BE49-F238E27FC236}">
                <a16:creationId xmlns:a16="http://schemas.microsoft.com/office/drawing/2014/main" id="{5E8F8583-30DD-7E01-359C-4AEC6E2D3E5A}"/>
              </a:ext>
            </a:extLst>
          </p:cNvPr>
          <p:cNvSpPr>
            <a:spLocks noGrp="1"/>
          </p:cNvSpPr>
          <p:nvPr>
            <p:ph idx="1"/>
          </p:nvPr>
        </p:nvSpPr>
        <p:spPr/>
        <p:txBody>
          <a:bodyPr/>
          <a:lstStyle/>
          <a:p>
            <a:r>
              <a:rPr lang="en-US" altLang="zh-CN" dirty="0"/>
              <a:t>Two common ways to access a shared resource are as follows:</a:t>
            </a:r>
          </a:p>
          <a:p>
            <a:pPr lvl="1"/>
            <a:r>
              <a:rPr lang="en-US" altLang="zh-CN" sz="2200" dirty="0"/>
              <a:t>UNC example:  </a:t>
            </a:r>
            <a:r>
              <a:rPr lang="en-US" altLang="zh-CN" sz="2200" dirty="0">
                <a:latin typeface="Courier New" panose="02070309020205020404" pitchFamily="49" charset="0"/>
                <a:cs typeface="Courier New" panose="02070309020205020404" pitchFamily="49" charset="0"/>
              </a:rPr>
              <a:t>\\server-name\sharename\subfolder\filename</a:t>
            </a:r>
          </a:p>
          <a:p>
            <a:pPr lvl="1"/>
            <a:r>
              <a:rPr lang="en-US" altLang="zh-CN" sz="2200" dirty="0"/>
              <a:t>Using the </a:t>
            </a:r>
            <a:r>
              <a:rPr lang="en-US" altLang="zh-CN" sz="2200" b="1" dirty="0"/>
              <a:t>net</a:t>
            </a:r>
            <a:r>
              <a:rPr lang="en-US" altLang="zh-CN" sz="2200" dirty="0"/>
              <a:t> command  example:</a:t>
            </a:r>
          </a:p>
          <a:p>
            <a:pPr lvl="2">
              <a:buFontTx/>
              <a:buNone/>
            </a:pPr>
            <a:r>
              <a:rPr lang="en-US" altLang="zh-CN" sz="2200" dirty="0">
                <a:latin typeface="Courier New" panose="02070309020205020404" pitchFamily="49" charset="0"/>
                <a:cs typeface="Courier New" panose="02070309020205020404" pitchFamily="49" charset="0"/>
              </a:rPr>
              <a:t>net use drive-letter:\\server-name\sharename</a:t>
            </a:r>
          </a:p>
          <a:p>
            <a:pPr lvl="3"/>
            <a:r>
              <a:rPr lang="en-US" altLang="zh-CN" sz="2200" dirty="0"/>
              <a:t>The drive-letter is an unused driver letter and must be followed by a colon (:)</a:t>
            </a:r>
          </a:p>
          <a:p>
            <a:pPr lvl="3"/>
            <a:r>
              <a:rPr lang="en-US" altLang="zh-CN" sz="2200" dirty="0"/>
              <a:t>The command can be entered at a command prompt, logon script or batch file</a:t>
            </a:r>
          </a:p>
          <a:p>
            <a:pPr lvl="1"/>
            <a:r>
              <a:rPr lang="en-US" altLang="zh-CN" sz="2200" dirty="0"/>
              <a:t>A </a:t>
            </a:r>
            <a:r>
              <a:rPr lang="en-US" altLang="zh-CN" sz="2200" b="1" dirty="0"/>
              <a:t>batch file </a:t>
            </a:r>
            <a:r>
              <a:rPr lang="en-US" altLang="zh-CN" sz="2200" dirty="0"/>
              <a:t>is a text file containing a list of commands you ordinarily type at the command prompt</a:t>
            </a:r>
          </a:p>
          <a:p>
            <a:endParaRPr lang="en-US" dirty="0"/>
          </a:p>
        </p:txBody>
      </p:sp>
    </p:spTree>
    <p:extLst>
      <p:ext uri="{BB962C8B-B14F-4D97-AF65-F5344CB8AC3E}">
        <p14:creationId xmlns:p14="http://schemas.microsoft.com/office/powerpoint/2010/main" val="2784532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B6F07-5C7E-3157-49BD-3A5A47D37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F138B-1456-986C-C80B-DF3E20601157}"/>
              </a:ext>
            </a:extLst>
          </p:cNvPr>
          <p:cNvSpPr>
            <a:spLocks noGrp="1"/>
          </p:cNvSpPr>
          <p:nvPr>
            <p:ph type="title"/>
          </p:nvPr>
        </p:nvSpPr>
        <p:spPr/>
        <p:txBody>
          <a:bodyPr/>
          <a:lstStyle/>
          <a:p>
            <a:r>
              <a:rPr lang="en-US" dirty="0"/>
              <a:t>The Role of a Client Operating System </a:t>
            </a:r>
            <a:r>
              <a:rPr lang="en-US" sz="2800" dirty="0"/>
              <a:t>(4 of 7)</a:t>
            </a:r>
          </a:p>
        </p:txBody>
      </p:sp>
      <p:sp>
        <p:nvSpPr>
          <p:cNvPr id="5" name="TextBox 4">
            <a:extLst>
              <a:ext uri="{FF2B5EF4-FFF2-40B4-BE49-F238E27FC236}">
                <a16:creationId xmlns:a16="http://schemas.microsoft.com/office/drawing/2014/main" id="{2D9544EB-8182-5875-E8A4-D7CF3DEBB0B9}"/>
              </a:ext>
            </a:extLst>
          </p:cNvPr>
          <p:cNvSpPr txBox="1"/>
          <p:nvPr/>
        </p:nvSpPr>
        <p:spPr>
          <a:xfrm>
            <a:off x="7315200" y="2865150"/>
            <a:ext cx="4294598" cy="1200329"/>
          </a:xfrm>
          <a:prstGeom prst="rect">
            <a:avLst/>
          </a:prstGeom>
          <a:noFill/>
        </p:spPr>
        <p:txBody>
          <a:bodyPr wrap="square" rtlCol="0">
            <a:spAutoFit/>
          </a:bodyPr>
          <a:lstStyle/>
          <a:p>
            <a:r>
              <a:rPr lang="en-US" sz="2400" b="1" dirty="0">
                <a:latin typeface="Work Sans" pitchFamily="2" charset="0"/>
              </a:rPr>
              <a:t>Figure 11-10  </a:t>
            </a:r>
            <a:r>
              <a:rPr lang="en-US" sz="2400" dirty="0">
                <a:latin typeface="Work Sans" pitchFamily="2" charset="0"/>
              </a:rPr>
              <a:t>Mapping a drive in File Explorer</a:t>
            </a:r>
            <a:endParaRPr lang="en-US" altLang="zh-CN" sz="2400" dirty="0">
              <a:latin typeface="+mn-lt"/>
              <a:cs typeface="Arial" panose="020B0604020202020204" pitchFamily="34" charset="0"/>
            </a:endParaRPr>
          </a:p>
          <a:p>
            <a:endParaRPr lang="en-US" sz="2400" dirty="0">
              <a:latin typeface="Work Sans" pitchFamily="2" charset="0"/>
            </a:endParaRPr>
          </a:p>
        </p:txBody>
      </p:sp>
      <p:pic>
        <p:nvPicPr>
          <p:cNvPr id="4" name="Picture 3" descr="A screenshot of a File Explorer window in Windows displays a network location named c n t n a s 1. The left panel contains navigation options including OneDrive, This P C, 3 D Objects, Desktop, Documents, Downloads, Music, Pictures, Videos, Local Disk C, and Data D. The main window features shared network folders. A context menu is open for one selected folder, listing options such as Open, Open in new window, Pin to Quick access, Scan with Windows Defender, Restore previous versions, Pin to Start, Map network drive, Copy, Create shortcut, and Properties. The cursor is hovering over Map network drive. The top bar includes buttons for navigation and search.&#10;">
            <a:extLst>
              <a:ext uri="{FF2B5EF4-FFF2-40B4-BE49-F238E27FC236}">
                <a16:creationId xmlns:a16="http://schemas.microsoft.com/office/drawing/2014/main" id="{4B3BF08E-A24B-D9F1-E308-C3854F68033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28866" y="1662239"/>
            <a:ext cx="4699902" cy="3533522"/>
          </a:xfrm>
          <a:prstGeom prst="rect">
            <a:avLst/>
          </a:prstGeom>
        </p:spPr>
      </p:pic>
    </p:spTree>
    <p:extLst>
      <p:ext uri="{BB962C8B-B14F-4D97-AF65-F5344CB8AC3E}">
        <p14:creationId xmlns:p14="http://schemas.microsoft.com/office/powerpoint/2010/main" val="40930593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40754-B4D3-8470-99EE-F849595BAC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D18B1D-0AEB-18E2-ADFB-22499CEFD09B}"/>
              </a:ext>
            </a:extLst>
          </p:cNvPr>
          <p:cNvSpPr>
            <a:spLocks noGrp="1"/>
          </p:cNvSpPr>
          <p:nvPr>
            <p:ph type="title"/>
          </p:nvPr>
        </p:nvSpPr>
        <p:spPr/>
        <p:txBody>
          <a:bodyPr/>
          <a:lstStyle/>
          <a:p>
            <a:r>
              <a:rPr lang="en-US" dirty="0"/>
              <a:t>The Role of a Client Operating System </a:t>
            </a:r>
            <a:r>
              <a:rPr lang="en-US" sz="2800" dirty="0"/>
              <a:t>(5 of 7)</a:t>
            </a:r>
          </a:p>
        </p:txBody>
      </p:sp>
      <p:sp>
        <p:nvSpPr>
          <p:cNvPr id="3" name="Content Placeholder 2">
            <a:extLst>
              <a:ext uri="{FF2B5EF4-FFF2-40B4-BE49-F238E27FC236}">
                <a16:creationId xmlns:a16="http://schemas.microsoft.com/office/drawing/2014/main" id="{BEC3AF3F-50F0-9E1E-2E86-30B4DEEC9212}"/>
              </a:ext>
            </a:extLst>
          </p:cNvPr>
          <p:cNvSpPr>
            <a:spLocks noGrp="1"/>
          </p:cNvSpPr>
          <p:nvPr>
            <p:ph idx="1"/>
          </p:nvPr>
        </p:nvSpPr>
        <p:spPr/>
        <p:txBody>
          <a:bodyPr/>
          <a:lstStyle/>
          <a:p>
            <a:r>
              <a:rPr lang="en-US" altLang="zh-CN" dirty="0"/>
              <a:t>The protocol used in Windows to share files and printers is SMB, also known as Common Internet File System (CIFS)</a:t>
            </a:r>
          </a:p>
          <a:p>
            <a:r>
              <a:rPr lang="en-US" altLang="zh-CN" dirty="0"/>
              <a:t>Linux also supports SMB implemented as an installation option called Samba</a:t>
            </a:r>
          </a:p>
          <a:p>
            <a:r>
              <a:rPr lang="en-US" altLang="zh-CN" dirty="0"/>
              <a:t>The native file-sharing protocol in the Linux environment is Network File System (NFS)</a:t>
            </a:r>
          </a:p>
          <a:p>
            <a:endParaRPr lang="en-US" altLang="zh-CN" dirty="0"/>
          </a:p>
          <a:p>
            <a:endParaRPr lang="en-US" dirty="0"/>
          </a:p>
        </p:txBody>
      </p:sp>
    </p:spTree>
    <p:extLst>
      <p:ext uri="{BB962C8B-B14F-4D97-AF65-F5344CB8AC3E}">
        <p14:creationId xmlns:p14="http://schemas.microsoft.com/office/powerpoint/2010/main" val="7134139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BF90C-211C-E6B0-2512-312570138D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1BED1E-0073-97CD-9A87-058FA6207F50}"/>
              </a:ext>
            </a:extLst>
          </p:cNvPr>
          <p:cNvSpPr>
            <a:spLocks noGrp="1"/>
          </p:cNvSpPr>
          <p:nvPr>
            <p:ph type="title"/>
          </p:nvPr>
        </p:nvSpPr>
        <p:spPr/>
        <p:txBody>
          <a:bodyPr/>
          <a:lstStyle/>
          <a:p>
            <a:r>
              <a:rPr lang="en-US" dirty="0"/>
              <a:t>The Role of a Client Operating System </a:t>
            </a:r>
            <a:r>
              <a:rPr lang="en-US" sz="2800" dirty="0"/>
              <a:t>(6 of 7)</a:t>
            </a:r>
          </a:p>
        </p:txBody>
      </p:sp>
      <p:sp>
        <p:nvSpPr>
          <p:cNvPr id="3" name="Content Placeholder 2">
            <a:extLst>
              <a:ext uri="{FF2B5EF4-FFF2-40B4-BE49-F238E27FC236}">
                <a16:creationId xmlns:a16="http://schemas.microsoft.com/office/drawing/2014/main" id="{67621716-FCC3-9314-6380-5360512DB0ED}"/>
              </a:ext>
            </a:extLst>
          </p:cNvPr>
          <p:cNvSpPr>
            <a:spLocks noGrp="1"/>
          </p:cNvSpPr>
          <p:nvPr>
            <p:ph idx="1"/>
          </p:nvPr>
        </p:nvSpPr>
        <p:spPr/>
        <p:txBody>
          <a:bodyPr/>
          <a:lstStyle/>
          <a:p>
            <a:r>
              <a:rPr lang="en-US" altLang="zh-CN" dirty="0"/>
              <a:t>Email is based on its own set of protocols</a:t>
            </a:r>
          </a:p>
          <a:p>
            <a:r>
              <a:rPr lang="en-US" altLang="zh-CN" dirty="0"/>
              <a:t>The most common email protocols are as follows:</a:t>
            </a:r>
          </a:p>
          <a:p>
            <a:pPr lvl="1"/>
            <a:r>
              <a:rPr lang="en-US" altLang="zh-CN" sz="2200" dirty="0"/>
              <a:t>Post Office Protocol version 3 (POP3)—this protocol is used to download incoming messages from an email server to local desktops</a:t>
            </a:r>
          </a:p>
          <a:p>
            <a:pPr lvl="1"/>
            <a:r>
              <a:rPr lang="en-US" altLang="zh-CN" sz="2200" dirty="0"/>
              <a:t>Simple Mail Transport Protocol (SMTP)—the standard protocol for sending Internet and other TCP/IP based email</a:t>
            </a:r>
          </a:p>
          <a:p>
            <a:pPr lvl="1"/>
            <a:r>
              <a:rPr lang="en-US" altLang="zh-CN" sz="2200" dirty="0"/>
              <a:t>Internet Message Access Protocol (IMAP)—this standard has advanced message controls, including the capability to manage messages locally yet store them on a server</a:t>
            </a:r>
          </a:p>
          <a:p>
            <a:endParaRPr lang="en-US" altLang="zh-CN" dirty="0"/>
          </a:p>
          <a:p>
            <a:endParaRPr lang="en-US" dirty="0"/>
          </a:p>
        </p:txBody>
      </p:sp>
    </p:spTree>
    <p:extLst>
      <p:ext uri="{BB962C8B-B14F-4D97-AF65-F5344CB8AC3E}">
        <p14:creationId xmlns:p14="http://schemas.microsoft.com/office/powerpoint/2010/main" val="42474561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F95AC-64B3-7F7C-866A-7F0F120CAF8B}"/>
              </a:ext>
            </a:extLst>
          </p:cNvPr>
          <p:cNvSpPr>
            <a:spLocks noGrp="1"/>
          </p:cNvSpPr>
          <p:nvPr>
            <p:ph type="title"/>
          </p:nvPr>
        </p:nvSpPr>
        <p:spPr>
          <a:xfrm>
            <a:off x="320041" y="473245"/>
            <a:ext cx="11398718" cy="1217447"/>
          </a:xfrm>
        </p:spPr>
        <p:txBody>
          <a:bodyPr/>
          <a:lstStyle/>
          <a:p>
            <a:r>
              <a:rPr lang="en-US" dirty="0"/>
              <a:t>The Role of a Server Operating System </a:t>
            </a:r>
            <a:r>
              <a:rPr lang="en-US" sz="2800" dirty="0"/>
              <a:t>(7 of 7)</a:t>
            </a:r>
          </a:p>
        </p:txBody>
      </p:sp>
      <p:sp>
        <p:nvSpPr>
          <p:cNvPr id="3" name="Content Placeholder 2">
            <a:extLst>
              <a:ext uri="{FF2B5EF4-FFF2-40B4-BE49-F238E27FC236}">
                <a16:creationId xmlns:a16="http://schemas.microsoft.com/office/drawing/2014/main" id="{7223102C-C173-493D-4396-A87B2B2A5CD0}"/>
              </a:ext>
            </a:extLst>
          </p:cNvPr>
          <p:cNvSpPr>
            <a:spLocks noGrp="1"/>
          </p:cNvSpPr>
          <p:nvPr>
            <p:ph idx="1"/>
          </p:nvPr>
        </p:nvSpPr>
        <p:spPr>
          <a:xfrm>
            <a:off x="473242" y="1690692"/>
            <a:ext cx="11241915" cy="4351338"/>
          </a:xfrm>
        </p:spPr>
        <p:txBody>
          <a:bodyPr/>
          <a:lstStyle/>
          <a:p>
            <a:r>
              <a:rPr lang="en-US" dirty="0"/>
              <a:t>Memory, CPU, and disk use in client OSs are optimized to run user applications and client network software</a:t>
            </a:r>
          </a:p>
          <a:p>
            <a:pPr lvl="1"/>
            <a:r>
              <a:rPr lang="en-US" sz="2200" dirty="0"/>
              <a:t>These resources are optimized to run network services in the background to speed up responses to client requests</a:t>
            </a:r>
          </a:p>
          <a:p>
            <a:r>
              <a:rPr lang="en-US" dirty="0"/>
              <a:t>Most server OSs in a typical network provide:</a:t>
            </a:r>
          </a:p>
          <a:p>
            <a:pPr lvl="1"/>
            <a:r>
              <a:rPr lang="en-US" sz="2200" dirty="0"/>
              <a:t>Centralized user account and computer management</a:t>
            </a:r>
          </a:p>
          <a:p>
            <a:pPr lvl="1"/>
            <a:r>
              <a:rPr lang="en-US" sz="2200" dirty="0"/>
              <a:t>Centralized storage</a:t>
            </a:r>
          </a:p>
          <a:p>
            <a:pPr lvl="1"/>
            <a:r>
              <a:rPr lang="en-US" sz="2200" dirty="0"/>
              <a:t>Infrastructure services, such as name resolution and address assignment</a:t>
            </a:r>
          </a:p>
          <a:p>
            <a:pPr lvl="1"/>
            <a:r>
              <a:rPr lang="en-US" sz="2200" dirty="0"/>
              <a:t>Server and network fault tolerance such as RAID and clustering</a:t>
            </a:r>
            <a:endParaRPr lang="en-US" dirty="0"/>
          </a:p>
        </p:txBody>
      </p:sp>
    </p:spTree>
    <p:extLst>
      <p:ext uri="{BB962C8B-B14F-4D97-AF65-F5344CB8AC3E}">
        <p14:creationId xmlns:p14="http://schemas.microsoft.com/office/powerpoint/2010/main" val="16767497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6A784-6C38-06A2-C471-E12B3280D32F}"/>
              </a:ext>
            </a:extLst>
          </p:cNvPr>
          <p:cNvSpPr>
            <a:spLocks noGrp="1"/>
          </p:cNvSpPr>
          <p:nvPr>
            <p:ph type="title"/>
          </p:nvPr>
        </p:nvSpPr>
        <p:spPr/>
        <p:txBody>
          <a:bodyPr/>
          <a:lstStyle/>
          <a:p>
            <a:r>
              <a:rPr lang="en-US" dirty="0"/>
              <a:t>Centralized User Account and Computer Management </a:t>
            </a:r>
            <a:r>
              <a:rPr lang="en-US" sz="3200" dirty="0"/>
              <a:t>(1 of 5)</a:t>
            </a:r>
          </a:p>
        </p:txBody>
      </p:sp>
      <p:sp>
        <p:nvSpPr>
          <p:cNvPr id="3" name="Content Placeholder 2">
            <a:extLst>
              <a:ext uri="{FF2B5EF4-FFF2-40B4-BE49-F238E27FC236}">
                <a16:creationId xmlns:a16="http://schemas.microsoft.com/office/drawing/2014/main" id="{9E67233F-595F-E652-D9A6-FD45A80E030E}"/>
              </a:ext>
            </a:extLst>
          </p:cNvPr>
          <p:cNvSpPr>
            <a:spLocks noGrp="1"/>
          </p:cNvSpPr>
          <p:nvPr>
            <p:ph idx="1"/>
          </p:nvPr>
        </p:nvSpPr>
        <p:spPr/>
        <p:txBody>
          <a:bodyPr/>
          <a:lstStyle/>
          <a:p>
            <a:r>
              <a:rPr lang="en-US" dirty="0"/>
              <a:t>A server-based network is centralized management of network resources, which includes the following functions:</a:t>
            </a:r>
          </a:p>
          <a:p>
            <a:pPr lvl="1"/>
            <a:r>
              <a:rPr lang="en-US" dirty="0"/>
              <a:t>User authentication and authorization</a:t>
            </a:r>
          </a:p>
          <a:p>
            <a:pPr lvl="1"/>
            <a:r>
              <a:rPr lang="en-US" dirty="0"/>
              <a:t>Account management</a:t>
            </a:r>
          </a:p>
          <a:p>
            <a:pPr lvl="1"/>
            <a:r>
              <a:rPr lang="en-US" dirty="0"/>
              <a:t>Security policy management</a:t>
            </a:r>
          </a:p>
          <a:p>
            <a:endParaRPr lang="en-US" dirty="0"/>
          </a:p>
        </p:txBody>
      </p:sp>
    </p:spTree>
    <p:extLst>
      <p:ext uri="{BB962C8B-B14F-4D97-AF65-F5344CB8AC3E}">
        <p14:creationId xmlns:p14="http://schemas.microsoft.com/office/powerpoint/2010/main" val="38937405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80A99-5A0D-9A87-526A-8F8536D530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7FEEB1-0651-35A7-748D-F6FAFBCA688D}"/>
              </a:ext>
            </a:extLst>
          </p:cNvPr>
          <p:cNvSpPr>
            <a:spLocks noGrp="1"/>
          </p:cNvSpPr>
          <p:nvPr>
            <p:ph type="title"/>
          </p:nvPr>
        </p:nvSpPr>
        <p:spPr/>
        <p:txBody>
          <a:bodyPr/>
          <a:lstStyle/>
          <a:p>
            <a:r>
              <a:rPr lang="en-US" dirty="0"/>
              <a:t>Centralized User Account and Computer Management </a:t>
            </a:r>
            <a:r>
              <a:rPr lang="en-US" sz="3200" dirty="0"/>
              <a:t>(2 of 5)</a:t>
            </a:r>
          </a:p>
        </p:txBody>
      </p:sp>
      <p:sp>
        <p:nvSpPr>
          <p:cNvPr id="3" name="Content Placeholder 2">
            <a:extLst>
              <a:ext uri="{FF2B5EF4-FFF2-40B4-BE49-F238E27FC236}">
                <a16:creationId xmlns:a16="http://schemas.microsoft.com/office/drawing/2014/main" id="{47E6356E-5775-71C9-6489-1D467953818E}"/>
              </a:ext>
            </a:extLst>
          </p:cNvPr>
          <p:cNvSpPr>
            <a:spLocks noGrp="1"/>
          </p:cNvSpPr>
          <p:nvPr>
            <p:ph idx="1"/>
          </p:nvPr>
        </p:nvSpPr>
        <p:spPr/>
        <p:txBody>
          <a:bodyPr/>
          <a:lstStyle/>
          <a:p>
            <a:r>
              <a:rPr lang="en-US" b="1" dirty="0"/>
              <a:t>Authentication</a:t>
            </a:r>
            <a:r>
              <a:rPr lang="en-US" dirty="0"/>
              <a:t> is the process of identifying who has access to the network</a:t>
            </a:r>
          </a:p>
          <a:p>
            <a:pPr lvl="1"/>
            <a:r>
              <a:rPr lang="en-US" dirty="0"/>
              <a:t>The most common form is a logon with a username and password</a:t>
            </a:r>
          </a:p>
          <a:p>
            <a:pPr lvl="1"/>
            <a:r>
              <a:rPr lang="en-US" dirty="0"/>
              <a:t>Other forms include digital certificates, smart cards, and biometric scanners</a:t>
            </a:r>
          </a:p>
          <a:p>
            <a:r>
              <a:rPr lang="en-US" b="1" dirty="0"/>
              <a:t>Authorization</a:t>
            </a:r>
            <a:r>
              <a:rPr lang="en-US" dirty="0"/>
              <a:t> is the process of granting or denying an authenticated user’s access to network resources</a:t>
            </a:r>
          </a:p>
          <a:p>
            <a:endParaRPr lang="en-US" dirty="0"/>
          </a:p>
        </p:txBody>
      </p:sp>
    </p:spTree>
    <p:extLst>
      <p:ext uri="{BB962C8B-B14F-4D97-AF65-F5344CB8AC3E}">
        <p14:creationId xmlns:p14="http://schemas.microsoft.com/office/powerpoint/2010/main" val="24658277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B7ECB-4406-A043-4F5F-E55396F1A5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4BF81-B13F-3E08-C0F8-D576AC5018D9}"/>
              </a:ext>
            </a:extLst>
          </p:cNvPr>
          <p:cNvSpPr>
            <a:spLocks noGrp="1"/>
          </p:cNvSpPr>
          <p:nvPr>
            <p:ph type="title"/>
          </p:nvPr>
        </p:nvSpPr>
        <p:spPr/>
        <p:txBody>
          <a:bodyPr/>
          <a:lstStyle/>
          <a:p>
            <a:r>
              <a:rPr lang="en-US" dirty="0"/>
              <a:t>Centralized User Account and Computer Management </a:t>
            </a:r>
            <a:r>
              <a:rPr lang="en-US" sz="3200" dirty="0"/>
              <a:t>(3 of 5)</a:t>
            </a:r>
          </a:p>
        </p:txBody>
      </p:sp>
      <p:sp>
        <p:nvSpPr>
          <p:cNvPr id="3" name="Content Placeholder 2">
            <a:extLst>
              <a:ext uri="{FF2B5EF4-FFF2-40B4-BE49-F238E27FC236}">
                <a16:creationId xmlns:a16="http://schemas.microsoft.com/office/drawing/2014/main" id="{76F55F77-DD2F-C720-6213-A3EF74CFF5D6}"/>
              </a:ext>
            </a:extLst>
          </p:cNvPr>
          <p:cNvSpPr>
            <a:spLocks noGrp="1"/>
          </p:cNvSpPr>
          <p:nvPr>
            <p:ph idx="1"/>
          </p:nvPr>
        </p:nvSpPr>
        <p:spPr/>
        <p:txBody>
          <a:bodyPr/>
          <a:lstStyle/>
          <a:p>
            <a:r>
              <a:rPr lang="en-US" dirty="0"/>
              <a:t>Most OSs offer account management for authentication/authorization</a:t>
            </a:r>
          </a:p>
          <a:p>
            <a:r>
              <a:rPr lang="en-US" dirty="0"/>
              <a:t>The server version of Windows OSs includes a centralized account management, authentication, and authorization system called Active Directory</a:t>
            </a:r>
          </a:p>
          <a:p>
            <a:pPr lvl="1"/>
            <a:r>
              <a:rPr lang="en-US" sz="2200" dirty="0"/>
              <a:t>When Active Directory is installed on a server, the server becomes a domain controller and users and computer with accounts are referred to as domain members</a:t>
            </a:r>
          </a:p>
          <a:p>
            <a:pPr lvl="1"/>
            <a:r>
              <a:rPr lang="en-US" sz="2200" dirty="0"/>
              <a:t>When a computer running a desktop or server version of Windows becomes a domain member, an account is created for the computer in Active Directory</a:t>
            </a:r>
          </a:p>
          <a:p>
            <a:endParaRPr lang="en-US" dirty="0"/>
          </a:p>
        </p:txBody>
      </p:sp>
    </p:spTree>
    <p:extLst>
      <p:ext uri="{BB962C8B-B14F-4D97-AF65-F5344CB8AC3E}">
        <p14:creationId xmlns:p14="http://schemas.microsoft.com/office/powerpoint/2010/main" val="7833529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20302-7574-607C-1CBC-0ACB53FDA2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E8841-AF26-92EC-4BEB-9CB0830108D5}"/>
              </a:ext>
            </a:extLst>
          </p:cNvPr>
          <p:cNvSpPr>
            <a:spLocks noGrp="1"/>
          </p:cNvSpPr>
          <p:nvPr>
            <p:ph type="title"/>
          </p:nvPr>
        </p:nvSpPr>
        <p:spPr/>
        <p:txBody>
          <a:bodyPr/>
          <a:lstStyle/>
          <a:p>
            <a:r>
              <a:rPr lang="en-US" dirty="0"/>
              <a:t>Centralized User Account and Computer Management (4 of 5)</a:t>
            </a:r>
          </a:p>
        </p:txBody>
      </p:sp>
      <p:sp>
        <p:nvSpPr>
          <p:cNvPr id="5" name="TextBox 4">
            <a:extLst>
              <a:ext uri="{FF2B5EF4-FFF2-40B4-BE49-F238E27FC236}">
                <a16:creationId xmlns:a16="http://schemas.microsoft.com/office/drawing/2014/main" id="{CE398A24-65F0-6300-0093-8E9C07E954F0}"/>
              </a:ext>
            </a:extLst>
          </p:cNvPr>
          <p:cNvSpPr txBox="1"/>
          <p:nvPr/>
        </p:nvSpPr>
        <p:spPr>
          <a:xfrm>
            <a:off x="7099443" y="2755013"/>
            <a:ext cx="4510355" cy="1569660"/>
          </a:xfrm>
          <a:prstGeom prst="rect">
            <a:avLst/>
          </a:prstGeom>
          <a:noFill/>
        </p:spPr>
        <p:txBody>
          <a:bodyPr wrap="square" rtlCol="0">
            <a:spAutoFit/>
          </a:bodyPr>
          <a:lstStyle/>
          <a:p>
            <a:r>
              <a:rPr lang="en-US" sz="2400" b="1" dirty="0">
                <a:latin typeface="Work Sans" pitchFamily="2" charset="0"/>
              </a:rPr>
              <a:t>Figure 11-11  </a:t>
            </a:r>
            <a:r>
              <a:rPr lang="en-US" sz="2400" dirty="0">
                <a:latin typeface="Work Sans" pitchFamily="2" charset="0"/>
              </a:rPr>
              <a:t>The Active Directory Users and Computers management console</a:t>
            </a:r>
          </a:p>
        </p:txBody>
      </p:sp>
      <p:pic>
        <p:nvPicPr>
          <p:cNvPr id="4" name="Picture 3" descr="A screenshot of the Active Directory Users and Computers window displays the organizational structure of a domain named W 2 K 1 9 D o m 1 local. The left panel displays a tree structure containing Saved Queries, Builtin, Computers, Domain Controllers, Foreign Security Principals, Managed Service Accounts, and Users. The users option is selected. The right panel lists the user and group accounts with columns for Name, Type, and Description. The Administrator and Guest accounts are present along with security groups such as Domain Admins, Domain Users, Enterprise Admins, and Group Policy Creator Owners. The toolbar at the top includes buttons for navigation, filtering, and managing directory objects. The window has a menu bar with options for File, Action, View, and Help.&#10;">
            <a:extLst>
              <a:ext uri="{FF2B5EF4-FFF2-40B4-BE49-F238E27FC236}">
                <a16:creationId xmlns:a16="http://schemas.microsoft.com/office/drawing/2014/main" id="{F6A991AA-2FBC-6874-4E71-2577EFDC017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796224" y="1931542"/>
            <a:ext cx="4524625" cy="3403006"/>
          </a:xfrm>
          <a:prstGeom prst="rect">
            <a:avLst/>
          </a:prstGeom>
        </p:spPr>
      </p:pic>
    </p:spTree>
    <p:extLst>
      <p:ext uri="{BB962C8B-B14F-4D97-AF65-F5344CB8AC3E}">
        <p14:creationId xmlns:p14="http://schemas.microsoft.com/office/powerpoint/2010/main" val="17735350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7359A-5FA8-2025-078C-9641F3FEECAD}"/>
              </a:ext>
            </a:extLst>
          </p:cNvPr>
          <p:cNvSpPr>
            <a:spLocks noGrp="1"/>
          </p:cNvSpPr>
          <p:nvPr>
            <p:ph type="title"/>
          </p:nvPr>
        </p:nvSpPr>
        <p:spPr>
          <a:xfrm>
            <a:off x="1017270" y="473245"/>
            <a:ext cx="10701488" cy="1217447"/>
          </a:xfrm>
        </p:spPr>
        <p:txBody>
          <a:bodyPr/>
          <a:lstStyle/>
          <a:p>
            <a:r>
              <a:rPr lang="en-US" dirty="0"/>
              <a:t>Centralized User Account and Computer Management </a:t>
            </a:r>
            <a:r>
              <a:rPr lang="en-US" sz="2800" dirty="0"/>
              <a:t>(5 of 5)</a:t>
            </a:r>
          </a:p>
        </p:txBody>
      </p:sp>
      <p:sp>
        <p:nvSpPr>
          <p:cNvPr id="3" name="Content Placeholder 2">
            <a:extLst>
              <a:ext uri="{FF2B5EF4-FFF2-40B4-BE49-F238E27FC236}">
                <a16:creationId xmlns:a16="http://schemas.microsoft.com/office/drawing/2014/main" id="{E71D4A74-ACBC-19E5-1A24-EDD03D4ECA30}"/>
              </a:ext>
            </a:extLst>
          </p:cNvPr>
          <p:cNvSpPr>
            <a:spLocks noGrp="1"/>
          </p:cNvSpPr>
          <p:nvPr>
            <p:ph idx="1"/>
          </p:nvPr>
        </p:nvSpPr>
        <p:spPr/>
        <p:txBody>
          <a:bodyPr/>
          <a:lstStyle/>
          <a:p>
            <a:r>
              <a:rPr lang="en-US" dirty="0"/>
              <a:t>Accounts in Active Directory are used to distribute and enforce policies for network use and security</a:t>
            </a:r>
          </a:p>
          <a:p>
            <a:pPr lvl="1"/>
            <a:r>
              <a:rPr lang="en-US" sz="2200" dirty="0"/>
              <a:t>These policies are called “group policies”</a:t>
            </a:r>
          </a:p>
          <a:p>
            <a:pPr lvl="1"/>
            <a:r>
              <a:rPr lang="en-US" sz="2200" dirty="0"/>
              <a:t>Policies can control what icons appear on a user’s desktop or can control password restrictions and what applications a user can run on a computer</a:t>
            </a:r>
          </a:p>
          <a:p>
            <a:r>
              <a:rPr lang="en-US" dirty="0"/>
              <a:t>Linux OSs have a basic directory service called Network Information Service (NIS) </a:t>
            </a:r>
          </a:p>
          <a:p>
            <a:r>
              <a:rPr lang="en-US" dirty="0"/>
              <a:t>Lightweight Directory Access Protocol (LDAP) supports both Windows and Linux user authentication and authorization</a:t>
            </a:r>
          </a:p>
        </p:txBody>
      </p:sp>
    </p:spTree>
    <p:extLst>
      <p:ext uri="{BB962C8B-B14F-4D97-AF65-F5344CB8AC3E}">
        <p14:creationId xmlns:p14="http://schemas.microsoft.com/office/powerpoint/2010/main" val="17127392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721AA-5C28-220F-D4CA-A62C151466C6}"/>
              </a:ext>
            </a:extLst>
          </p:cNvPr>
          <p:cNvSpPr>
            <a:spLocks noGrp="1"/>
          </p:cNvSpPr>
          <p:nvPr>
            <p:ph type="title"/>
          </p:nvPr>
        </p:nvSpPr>
        <p:spPr>
          <a:xfrm>
            <a:off x="476843" y="777240"/>
            <a:ext cx="11241915" cy="913452"/>
          </a:xfrm>
        </p:spPr>
        <p:txBody>
          <a:bodyPr/>
          <a:lstStyle/>
          <a:p>
            <a:r>
              <a:rPr lang="en-US" dirty="0"/>
              <a:t>Centralized Storage (1 of 3)</a:t>
            </a:r>
          </a:p>
        </p:txBody>
      </p:sp>
      <p:sp>
        <p:nvSpPr>
          <p:cNvPr id="3" name="Content Placeholder 2">
            <a:extLst>
              <a:ext uri="{FF2B5EF4-FFF2-40B4-BE49-F238E27FC236}">
                <a16:creationId xmlns:a16="http://schemas.microsoft.com/office/drawing/2014/main" id="{7BB4FCB1-4781-AE15-D9FB-7246E8208DAC}"/>
              </a:ext>
            </a:extLst>
          </p:cNvPr>
          <p:cNvSpPr>
            <a:spLocks noGrp="1"/>
          </p:cNvSpPr>
          <p:nvPr>
            <p:ph idx="1"/>
          </p:nvPr>
        </p:nvSpPr>
        <p:spPr/>
        <p:txBody>
          <a:bodyPr/>
          <a:lstStyle/>
          <a:p>
            <a:r>
              <a:rPr lang="en-US" dirty="0"/>
              <a:t>Network storage includes:</a:t>
            </a:r>
          </a:p>
          <a:p>
            <a:pPr lvl="1"/>
            <a:r>
              <a:rPr lang="en-US" sz="2200" dirty="0"/>
              <a:t>File sharing</a:t>
            </a:r>
          </a:p>
          <a:p>
            <a:pPr lvl="1"/>
            <a:r>
              <a:rPr lang="en-US" sz="2200" dirty="0"/>
              <a:t>Storing email, user files, application databases, data backups and more</a:t>
            </a:r>
          </a:p>
          <a:p>
            <a:r>
              <a:rPr lang="en-US" dirty="0"/>
              <a:t>Many network administrators are using specialized devices to help manage their storage:</a:t>
            </a:r>
          </a:p>
          <a:p>
            <a:pPr lvl="1"/>
            <a:r>
              <a:rPr lang="en-US" sz="2200" dirty="0"/>
              <a:t>Network-attached storage devices</a:t>
            </a:r>
          </a:p>
          <a:p>
            <a:pPr lvl="1"/>
            <a:r>
              <a:rPr lang="en-US" sz="2200" dirty="0"/>
              <a:t>Storage area networks</a:t>
            </a:r>
          </a:p>
          <a:p>
            <a:pPr lvl="1"/>
            <a:r>
              <a:rPr lang="en-US" sz="2200" dirty="0"/>
              <a:t>Cloud-based storage</a:t>
            </a:r>
          </a:p>
          <a:p>
            <a:endParaRPr lang="en-US" dirty="0"/>
          </a:p>
        </p:txBody>
      </p:sp>
      <p:sp>
        <p:nvSpPr>
          <p:cNvPr id="4" name="TextBox 3">
            <a:extLst>
              <a:ext uri="{FF2B5EF4-FFF2-40B4-BE49-F238E27FC236}">
                <a16:creationId xmlns:a16="http://schemas.microsoft.com/office/drawing/2014/main" id="{F0686763-B168-68F1-916F-AA6820F3E44B}"/>
              </a:ext>
            </a:extLst>
          </p:cNvPr>
          <p:cNvSpPr txBox="1"/>
          <p:nvPr/>
        </p:nvSpPr>
        <p:spPr>
          <a:xfrm>
            <a:off x="105197" y="41753"/>
            <a:ext cx="1515586" cy="584775"/>
          </a:xfrm>
          <a:prstGeom prst="rect">
            <a:avLst/>
          </a:prstGeom>
          <a:noFill/>
        </p:spPr>
        <p:txBody>
          <a:bodyPr wrap="square">
            <a:spAutoFit/>
          </a:bodyPr>
          <a:lstStyle/>
          <a:p>
            <a:r>
              <a:rPr lang="en-US" sz="3200" b="1">
                <a:solidFill>
                  <a:schemeClr val="accent6"/>
                </a:solidFill>
                <a:latin typeface="Arial" panose="020B0604020202020204" pitchFamily="34" charset="0"/>
                <a:cs typeface="Arial" panose="020B0604020202020204" pitchFamily="34" charset="0"/>
              </a:rPr>
              <a:t>Part 2</a:t>
            </a:r>
          </a:p>
        </p:txBody>
      </p:sp>
    </p:spTree>
    <p:extLst>
      <p:ext uri="{BB962C8B-B14F-4D97-AF65-F5344CB8AC3E}">
        <p14:creationId xmlns:p14="http://schemas.microsoft.com/office/powerpoint/2010/main" val="39742139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A387C-653E-4AC0-10F3-36171BDA9A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B42E79-4D0C-2669-6698-1E1D1CE7FB19}"/>
              </a:ext>
            </a:extLst>
          </p:cNvPr>
          <p:cNvSpPr>
            <a:spLocks noGrp="1"/>
          </p:cNvSpPr>
          <p:nvPr>
            <p:ph type="title"/>
          </p:nvPr>
        </p:nvSpPr>
        <p:spPr/>
        <p:txBody>
          <a:bodyPr/>
          <a:lstStyle/>
          <a:p>
            <a:r>
              <a:rPr lang="en-US" dirty="0"/>
              <a:t>Centralized Storage (2 of 3)</a:t>
            </a:r>
          </a:p>
        </p:txBody>
      </p:sp>
      <p:sp>
        <p:nvSpPr>
          <p:cNvPr id="3" name="Content Placeholder 2">
            <a:extLst>
              <a:ext uri="{FF2B5EF4-FFF2-40B4-BE49-F238E27FC236}">
                <a16:creationId xmlns:a16="http://schemas.microsoft.com/office/drawing/2014/main" id="{7605BF7D-1EB0-464F-54AC-2E7C63505C29}"/>
              </a:ext>
            </a:extLst>
          </p:cNvPr>
          <p:cNvSpPr>
            <a:spLocks noGrp="1"/>
          </p:cNvSpPr>
          <p:nvPr>
            <p:ph idx="1"/>
          </p:nvPr>
        </p:nvSpPr>
        <p:spPr/>
        <p:txBody>
          <a:bodyPr/>
          <a:lstStyle/>
          <a:p>
            <a:r>
              <a:rPr lang="en-US" dirty="0"/>
              <a:t>A </a:t>
            </a:r>
            <a:r>
              <a:rPr lang="en-US" b="1" dirty="0"/>
              <a:t>network-attached storage </a:t>
            </a:r>
            <a:r>
              <a:rPr lang="en-US" dirty="0"/>
              <a:t>(</a:t>
            </a:r>
            <a:r>
              <a:rPr lang="en-US" b="1" dirty="0"/>
              <a:t>NAS</a:t>
            </a:r>
            <a:r>
              <a:rPr lang="en-US" dirty="0"/>
              <a:t>) device is a dedicated server designed solely for providing shared storage for network users</a:t>
            </a:r>
          </a:p>
          <a:p>
            <a:r>
              <a:rPr lang="en-US" b="1" dirty="0"/>
              <a:t>Storage area network </a:t>
            </a:r>
            <a:r>
              <a:rPr lang="en-US" dirty="0"/>
              <a:t>(</a:t>
            </a:r>
            <a:r>
              <a:rPr lang="en-US" b="1" dirty="0"/>
              <a:t>SAN</a:t>
            </a:r>
            <a:r>
              <a:rPr lang="en-US" dirty="0"/>
              <a:t>) technology allows multiple servers to access a large amount of storage that appears as locally attached drives </a:t>
            </a:r>
          </a:p>
          <a:p>
            <a:r>
              <a:rPr lang="en-US" b="1" dirty="0"/>
              <a:t>Cloud-based storage </a:t>
            </a:r>
            <a:r>
              <a:rPr lang="en-US" dirty="0"/>
              <a:t>means some or all of an organization’s data is stored on servers located offsite and maintained by a storage hosting company</a:t>
            </a:r>
          </a:p>
          <a:p>
            <a:endParaRPr lang="en-US" dirty="0"/>
          </a:p>
        </p:txBody>
      </p:sp>
    </p:spTree>
    <p:extLst>
      <p:ext uri="{BB962C8B-B14F-4D97-AF65-F5344CB8AC3E}">
        <p14:creationId xmlns:p14="http://schemas.microsoft.com/office/powerpoint/2010/main" val="14724607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87071-3E10-D2C0-4C7D-3AB7FB5914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FE37B2-CFF8-A781-08F0-F38D96CAD10F}"/>
              </a:ext>
            </a:extLst>
          </p:cNvPr>
          <p:cNvSpPr>
            <a:spLocks noGrp="1"/>
          </p:cNvSpPr>
          <p:nvPr>
            <p:ph type="title"/>
          </p:nvPr>
        </p:nvSpPr>
        <p:spPr/>
        <p:txBody>
          <a:bodyPr/>
          <a:lstStyle/>
          <a:p>
            <a:r>
              <a:rPr lang="en-US" dirty="0"/>
              <a:t>Centralized Storage (3 of 3)</a:t>
            </a:r>
          </a:p>
        </p:txBody>
      </p:sp>
      <p:sp>
        <p:nvSpPr>
          <p:cNvPr id="5" name="TextBox 4">
            <a:extLst>
              <a:ext uri="{FF2B5EF4-FFF2-40B4-BE49-F238E27FC236}">
                <a16:creationId xmlns:a16="http://schemas.microsoft.com/office/drawing/2014/main" id="{2CE7A042-B9DF-D6A9-4A39-DFF504F52235}"/>
              </a:ext>
            </a:extLst>
          </p:cNvPr>
          <p:cNvSpPr txBox="1"/>
          <p:nvPr/>
        </p:nvSpPr>
        <p:spPr>
          <a:xfrm>
            <a:off x="7315200" y="2755013"/>
            <a:ext cx="4294598" cy="830997"/>
          </a:xfrm>
          <a:prstGeom prst="rect">
            <a:avLst/>
          </a:prstGeom>
          <a:noFill/>
        </p:spPr>
        <p:txBody>
          <a:bodyPr wrap="square" rtlCol="0">
            <a:spAutoFit/>
          </a:bodyPr>
          <a:lstStyle/>
          <a:p>
            <a:r>
              <a:rPr lang="en-US" sz="2400" b="1" dirty="0">
                <a:latin typeface="Work Sans" pitchFamily="2" charset="0"/>
              </a:rPr>
              <a:t>Figure 11-13  </a:t>
            </a:r>
            <a:r>
              <a:rPr lang="en-US" sz="2400" dirty="0">
                <a:latin typeface="Work Sans" pitchFamily="2" charset="0"/>
              </a:rPr>
              <a:t>A storage area network</a:t>
            </a:r>
          </a:p>
        </p:txBody>
      </p:sp>
      <p:pic>
        <p:nvPicPr>
          <p:cNvPr id="4" name="Picture 3" descr="A diagram illustrates a storage area network architecture. Two S A N storage devices connect to a S A N switch, which links to a file server, web server, and application server. The servers are connected to a LAN switch, which links to three client systems labeled Windows client, Linux client, and MAC client. The S A N switch facilitates storage access, while the LAN switch manages network communication between clients and servers.&#10;">
            <a:extLst>
              <a:ext uri="{FF2B5EF4-FFF2-40B4-BE49-F238E27FC236}">
                <a16:creationId xmlns:a16="http://schemas.microsoft.com/office/drawing/2014/main" id="{4B06B237-9F6B-4491-03EF-3F39AA7AD51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09239" y="1669701"/>
            <a:ext cx="4717094" cy="3518597"/>
          </a:xfrm>
          <a:prstGeom prst="rect">
            <a:avLst/>
          </a:prstGeom>
        </p:spPr>
      </p:pic>
    </p:spTree>
    <p:extLst>
      <p:ext uri="{BB962C8B-B14F-4D97-AF65-F5344CB8AC3E}">
        <p14:creationId xmlns:p14="http://schemas.microsoft.com/office/powerpoint/2010/main" val="13352866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543CC-DFC1-B8B4-A316-E2FCAF6DFDF6}"/>
              </a:ext>
            </a:extLst>
          </p:cNvPr>
          <p:cNvSpPr>
            <a:spLocks noGrp="1"/>
          </p:cNvSpPr>
          <p:nvPr>
            <p:ph type="title"/>
          </p:nvPr>
        </p:nvSpPr>
        <p:spPr/>
        <p:txBody>
          <a:bodyPr/>
          <a:lstStyle/>
          <a:p>
            <a:r>
              <a:rPr lang="en-US" dirty="0"/>
              <a:t>Server and Network Fault Tolerance</a:t>
            </a:r>
          </a:p>
        </p:txBody>
      </p:sp>
      <p:sp>
        <p:nvSpPr>
          <p:cNvPr id="3" name="Content Placeholder 2">
            <a:extLst>
              <a:ext uri="{FF2B5EF4-FFF2-40B4-BE49-F238E27FC236}">
                <a16:creationId xmlns:a16="http://schemas.microsoft.com/office/drawing/2014/main" id="{BC4D13C0-5B30-4D11-755F-D2E5941B7A85}"/>
              </a:ext>
            </a:extLst>
          </p:cNvPr>
          <p:cNvSpPr>
            <a:spLocks noGrp="1"/>
          </p:cNvSpPr>
          <p:nvPr>
            <p:ph idx="1"/>
          </p:nvPr>
        </p:nvSpPr>
        <p:spPr/>
        <p:txBody>
          <a:bodyPr/>
          <a:lstStyle/>
          <a:p>
            <a:r>
              <a:rPr lang="en-US" dirty="0"/>
              <a:t>Fault-tolerance features on a server OS include the following:</a:t>
            </a:r>
          </a:p>
          <a:p>
            <a:pPr lvl="1"/>
            <a:r>
              <a:rPr lang="en-US" sz="2200" dirty="0"/>
              <a:t>Support for </a:t>
            </a:r>
            <a:r>
              <a:rPr lang="en-US" sz="2200" b="1" dirty="0"/>
              <a:t>hot-swappable devices</a:t>
            </a:r>
            <a:r>
              <a:rPr lang="en-US" sz="2200" dirty="0"/>
              <a:t>—hot-swappable devices can be removed, replaced, or added to a server while it is running</a:t>
            </a:r>
          </a:p>
          <a:p>
            <a:pPr lvl="1"/>
            <a:r>
              <a:rPr lang="en-US" sz="2200" dirty="0"/>
              <a:t>Server clustering—a </a:t>
            </a:r>
            <a:r>
              <a:rPr lang="en-US" sz="2200" b="1" dirty="0"/>
              <a:t>server cluster </a:t>
            </a:r>
            <a:r>
              <a:rPr lang="en-US" sz="2200" dirty="0"/>
              <a:t>is two or more servers configured to operate as a single unit</a:t>
            </a:r>
          </a:p>
          <a:p>
            <a:pPr lvl="2"/>
            <a:r>
              <a:rPr lang="en-US" sz="2000" b="1" dirty="0"/>
              <a:t>Failover cluster</a:t>
            </a:r>
            <a:r>
              <a:rPr lang="en-US" sz="2000" dirty="0"/>
              <a:t>—if one server fails, the other takes over</a:t>
            </a:r>
          </a:p>
          <a:p>
            <a:pPr lvl="2"/>
            <a:r>
              <a:rPr lang="en-US" sz="2000" b="1" dirty="0"/>
              <a:t>Load-balancing cluster</a:t>
            </a:r>
            <a:r>
              <a:rPr lang="en-US" sz="2000" dirty="0"/>
              <a:t>—spreading the workload among multiple computers</a:t>
            </a:r>
          </a:p>
          <a:p>
            <a:pPr lvl="1"/>
            <a:r>
              <a:rPr lang="en-US" sz="2200" dirty="0"/>
              <a:t>Redundant/high-end disk systems—disk controllers capable of a disk arrangement know as </a:t>
            </a:r>
            <a:r>
              <a:rPr lang="en-US" sz="2200" b="1" dirty="0"/>
              <a:t>redundant array of independent disks </a:t>
            </a:r>
            <a:r>
              <a:rPr lang="en-US" sz="2200" dirty="0"/>
              <a:t>(</a:t>
            </a:r>
            <a:r>
              <a:rPr lang="en-US" sz="2200" b="1" dirty="0"/>
              <a:t>RAID</a:t>
            </a:r>
            <a:r>
              <a:rPr lang="en-US" sz="2200" dirty="0"/>
              <a:t>) where if one disk fails, the data is preserved and the server can operate</a:t>
            </a:r>
          </a:p>
          <a:p>
            <a:endParaRPr lang="en-US" dirty="0"/>
          </a:p>
        </p:txBody>
      </p:sp>
    </p:spTree>
    <p:extLst>
      <p:ext uri="{BB962C8B-B14F-4D97-AF65-F5344CB8AC3E}">
        <p14:creationId xmlns:p14="http://schemas.microsoft.com/office/powerpoint/2010/main" val="4952985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BF015-6B74-957D-5B8E-5F3DDB95252B}"/>
              </a:ext>
            </a:extLst>
          </p:cNvPr>
          <p:cNvSpPr>
            <a:spLocks noGrp="1"/>
          </p:cNvSpPr>
          <p:nvPr>
            <p:ph type="title"/>
          </p:nvPr>
        </p:nvSpPr>
        <p:spPr/>
        <p:txBody>
          <a:bodyPr/>
          <a:lstStyle/>
          <a:p>
            <a:r>
              <a:rPr lang="en-US" dirty="0"/>
              <a:t>Additional Server Features</a:t>
            </a:r>
          </a:p>
        </p:txBody>
      </p:sp>
      <p:sp>
        <p:nvSpPr>
          <p:cNvPr id="3" name="Content Placeholder 2">
            <a:extLst>
              <a:ext uri="{FF2B5EF4-FFF2-40B4-BE49-F238E27FC236}">
                <a16:creationId xmlns:a16="http://schemas.microsoft.com/office/drawing/2014/main" id="{4E88C774-A47A-A1B1-AD30-26964328440A}"/>
              </a:ext>
            </a:extLst>
          </p:cNvPr>
          <p:cNvSpPr>
            <a:spLocks noGrp="1"/>
          </p:cNvSpPr>
          <p:nvPr>
            <p:ph idx="1"/>
          </p:nvPr>
        </p:nvSpPr>
        <p:spPr/>
        <p:txBody>
          <a:bodyPr/>
          <a:lstStyle/>
          <a:p>
            <a:r>
              <a:rPr lang="en-US" dirty="0"/>
              <a:t>Remote access—most server OSs support virtual private networks (VPNs)</a:t>
            </a:r>
          </a:p>
          <a:p>
            <a:r>
              <a:rPr lang="en-US" dirty="0"/>
              <a:t>Database server—server OSs support advanced database systems such as MySQL, SQL Server, and Oracle</a:t>
            </a:r>
          </a:p>
          <a:p>
            <a:r>
              <a:rPr lang="en-US" dirty="0"/>
              <a:t>Client/server applications—corporate e-mail systems and web-based application are examples</a:t>
            </a:r>
          </a:p>
          <a:p>
            <a:r>
              <a:rPr lang="en-US" dirty="0"/>
              <a:t>Virtualization—allows multiple OSs to run on the same physical computer at the same time</a:t>
            </a:r>
          </a:p>
          <a:p>
            <a:endParaRPr lang="en-US" dirty="0"/>
          </a:p>
        </p:txBody>
      </p:sp>
    </p:spTree>
    <p:extLst>
      <p:ext uri="{BB962C8B-B14F-4D97-AF65-F5344CB8AC3E}">
        <p14:creationId xmlns:p14="http://schemas.microsoft.com/office/powerpoint/2010/main" val="25458940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B54CD94-D75F-6FC7-3B3B-186438BE2AA8}"/>
              </a:ext>
            </a:extLst>
          </p:cNvPr>
          <p:cNvSpPr>
            <a:spLocks noGrp="1"/>
          </p:cNvSpPr>
          <p:nvPr>
            <p:ph type="title"/>
          </p:nvPr>
        </p:nvSpPr>
        <p:spPr>
          <a:xfrm>
            <a:off x="476843" y="473245"/>
            <a:ext cx="11241915" cy="1217447"/>
          </a:xfrm>
        </p:spPr>
        <p:txBody>
          <a:bodyPr/>
          <a:lstStyle/>
          <a:p>
            <a:r>
              <a:rPr lang="en-US" dirty="0"/>
              <a:t>Knowledge Check Activity 11-1</a:t>
            </a:r>
          </a:p>
        </p:txBody>
      </p:sp>
      <p:sp>
        <p:nvSpPr>
          <p:cNvPr id="15" name="Content Placeholder 2">
            <a:extLst>
              <a:ext uri="{FF2B5EF4-FFF2-40B4-BE49-F238E27FC236}">
                <a16:creationId xmlns:a16="http://schemas.microsoft.com/office/drawing/2014/main" id="{5464F008-21F9-FCFB-BF06-39C357DBA52E}"/>
              </a:ext>
            </a:extLst>
          </p:cNvPr>
          <p:cNvSpPr>
            <a:spLocks noGrp="1"/>
          </p:cNvSpPr>
          <p:nvPr>
            <p:ph idx="1"/>
          </p:nvPr>
        </p:nvSpPr>
        <p:spPr>
          <a:xfrm>
            <a:off x="476843" y="1825625"/>
            <a:ext cx="11241915" cy="4351338"/>
          </a:xfrm>
        </p:spPr>
        <p:txBody>
          <a:bodyPr/>
          <a:lstStyle/>
          <a:p>
            <a:pPr marL="0" indent="0">
              <a:buNone/>
            </a:pPr>
            <a:r>
              <a:rPr lang="en-US" dirty="0"/>
              <a:t>What component of an OS determines whether a resource is local or remote?</a:t>
            </a:r>
          </a:p>
          <a:p>
            <a:pPr marL="0" indent="0">
              <a:buNone/>
            </a:pPr>
            <a:r>
              <a:rPr lang="en-US" dirty="0"/>
              <a:t>a. Kernel</a:t>
            </a:r>
          </a:p>
          <a:p>
            <a:pPr marL="0" indent="0">
              <a:buNone/>
            </a:pPr>
            <a:r>
              <a:rPr lang="en-US" dirty="0"/>
              <a:t>b. Device driver</a:t>
            </a:r>
          </a:p>
          <a:p>
            <a:pPr marL="0" indent="0">
              <a:buNone/>
            </a:pPr>
            <a:r>
              <a:rPr lang="en-US" dirty="0"/>
              <a:t>c. File sharing</a:t>
            </a:r>
          </a:p>
          <a:p>
            <a:pPr marL="0" indent="0">
              <a:buNone/>
            </a:pPr>
            <a:r>
              <a:rPr lang="en-US" dirty="0"/>
              <a:t>d. Redirector</a:t>
            </a:r>
          </a:p>
        </p:txBody>
      </p:sp>
    </p:spTree>
    <p:extLst>
      <p:ext uri="{BB962C8B-B14F-4D97-AF65-F5344CB8AC3E}">
        <p14:creationId xmlns:p14="http://schemas.microsoft.com/office/powerpoint/2010/main" val="36838000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0B051F-5E4A-17A8-0397-5C5E0136DBD4}"/>
              </a:ext>
            </a:extLst>
          </p:cNvPr>
          <p:cNvSpPr>
            <a:spLocks noGrp="1"/>
          </p:cNvSpPr>
          <p:nvPr>
            <p:ph type="title"/>
          </p:nvPr>
        </p:nvSpPr>
        <p:spPr>
          <a:xfrm>
            <a:off x="476843" y="473245"/>
            <a:ext cx="11241915" cy="1217447"/>
          </a:xfrm>
        </p:spPr>
        <p:txBody>
          <a:bodyPr/>
          <a:lstStyle/>
          <a:p>
            <a:r>
              <a:rPr lang="en-US" dirty="0"/>
              <a:t>Knowledge Check Activity 11-1: Answer</a:t>
            </a:r>
          </a:p>
        </p:txBody>
      </p:sp>
      <p:sp>
        <p:nvSpPr>
          <p:cNvPr id="12" name="Content Placeholder 3">
            <a:extLst>
              <a:ext uri="{FF2B5EF4-FFF2-40B4-BE49-F238E27FC236}">
                <a16:creationId xmlns:a16="http://schemas.microsoft.com/office/drawing/2014/main" id="{945F9FD1-AEB1-00C2-F6D0-11C11AF9B426}"/>
              </a:ext>
            </a:extLst>
          </p:cNvPr>
          <p:cNvSpPr>
            <a:spLocks noGrp="1"/>
          </p:cNvSpPr>
          <p:nvPr>
            <p:ph sz="half" idx="2"/>
          </p:nvPr>
        </p:nvSpPr>
        <p:spPr>
          <a:xfrm>
            <a:off x="475042" y="1728122"/>
            <a:ext cx="11241915" cy="2621900"/>
          </a:xfrm>
        </p:spPr>
        <p:txBody>
          <a:bodyPr/>
          <a:lstStyle/>
          <a:p>
            <a:pPr marL="0" indent="0">
              <a:buNone/>
            </a:pPr>
            <a:r>
              <a:rPr lang="en-US" dirty="0"/>
              <a:t>What component of an OS determines whether a resource is local or remote?</a:t>
            </a:r>
          </a:p>
          <a:p>
            <a:pPr marL="0" indent="0">
              <a:buNone/>
            </a:pPr>
            <a:r>
              <a:rPr lang="en-US" b="1" dirty="0"/>
              <a:t>Answer: d</a:t>
            </a:r>
            <a:r>
              <a:rPr lang="en-US" dirty="0"/>
              <a:t>. Redirector</a:t>
            </a:r>
          </a:p>
          <a:p>
            <a:pPr marL="0" indent="0">
              <a:buNone/>
            </a:pPr>
            <a:r>
              <a:rPr lang="en-US" b="1" dirty="0"/>
              <a:t>Explanation:</a:t>
            </a:r>
            <a:r>
              <a:rPr lang="en-US" dirty="0"/>
              <a:t> When a user or an application requests a resource—such as a printer or a data file—a redirector intercepts the request and then examines it to determine whether the resource is local (on the computer) or remote (on the network). If the resource is local, the redirector sends the request to the local software component for processing. If the resource is remote, the redirector sends the request over the network to the server hosting the resource.</a:t>
            </a:r>
          </a:p>
        </p:txBody>
      </p:sp>
    </p:spTree>
    <p:extLst>
      <p:ext uri="{BB962C8B-B14F-4D97-AF65-F5344CB8AC3E}">
        <p14:creationId xmlns:p14="http://schemas.microsoft.com/office/powerpoint/2010/main" val="38891047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BAED3-AC17-C72B-3000-8BFC6C8C71C2}"/>
              </a:ext>
            </a:extLst>
          </p:cNvPr>
          <p:cNvSpPr>
            <a:spLocks noGrp="1"/>
          </p:cNvSpPr>
          <p:nvPr>
            <p:ph type="title"/>
          </p:nvPr>
        </p:nvSpPr>
        <p:spPr/>
        <p:txBody>
          <a:bodyPr/>
          <a:lstStyle/>
          <a:p>
            <a:r>
              <a:rPr lang="en-US" dirty="0"/>
              <a:t>Operating System Virtualization (1 of 4)</a:t>
            </a:r>
          </a:p>
        </p:txBody>
      </p:sp>
      <p:sp>
        <p:nvSpPr>
          <p:cNvPr id="3" name="Content Placeholder 2">
            <a:extLst>
              <a:ext uri="{FF2B5EF4-FFF2-40B4-BE49-F238E27FC236}">
                <a16:creationId xmlns:a16="http://schemas.microsoft.com/office/drawing/2014/main" id="{6F57E9A2-C1AB-17B4-BBD7-39FD4F9D1FE8}"/>
              </a:ext>
            </a:extLst>
          </p:cNvPr>
          <p:cNvSpPr>
            <a:spLocks noGrp="1"/>
          </p:cNvSpPr>
          <p:nvPr>
            <p:ph idx="1"/>
          </p:nvPr>
        </p:nvSpPr>
        <p:spPr/>
        <p:txBody>
          <a:bodyPr/>
          <a:lstStyle/>
          <a:p>
            <a:r>
              <a:rPr lang="en-US" b="1" dirty="0"/>
              <a:t>Virtualization</a:t>
            </a:r>
            <a:r>
              <a:rPr lang="en-US" dirty="0"/>
              <a:t> is a process that creates a software environment to emulate a computer’s hardware and BIOS, that allows multiple OSs to run on the same physical computer at the same time</a:t>
            </a:r>
          </a:p>
          <a:p>
            <a:pPr lvl="1"/>
            <a:r>
              <a:rPr lang="en-US" sz="2200" b="1" dirty="0"/>
              <a:t>Virtual machine (VM) </a:t>
            </a:r>
            <a:r>
              <a:rPr lang="en-US" sz="2200" dirty="0"/>
              <a:t>is the virtual environment that emulates a physical computer’s hardware and BIOS, and a </a:t>
            </a:r>
            <a:r>
              <a:rPr lang="en-US" sz="2200" b="1" dirty="0"/>
              <a:t>guest OS </a:t>
            </a:r>
            <a:r>
              <a:rPr lang="en-US" sz="2200" dirty="0"/>
              <a:t>is the operating system installed on a VM</a:t>
            </a:r>
          </a:p>
          <a:p>
            <a:pPr lvl="1"/>
            <a:r>
              <a:rPr lang="en-US" sz="2200" b="1" dirty="0"/>
              <a:t>Host computer </a:t>
            </a:r>
            <a:r>
              <a:rPr lang="en-US" sz="2200" dirty="0"/>
              <a:t>is the physical computer the VM software is installed on</a:t>
            </a:r>
          </a:p>
          <a:p>
            <a:pPr lvl="1"/>
            <a:r>
              <a:rPr lang="en-US" sz="2200" dirty="0"/>
              <a:t>A </a:t>
            </a:r>
            <a:r>
              <a:rPr lang="en-US" sz="2200" b="1" dirty="0"/>
              <a:t>host OS </a:t>
            </a:r>
            <a:r>
              <a:rPr lang="en-US" sz="2200" dirty="0"/>
              <a:t>is the OS installed on a host computer on which the virtualization software is installed</a:t>
            </a:r>
          </a:p>
          <a:p>
            <a:pPr lvl="1"/>
            <a:endParaRPr lang="en-US" dirty="0"/>
          </a:p>
        </p:txBody>
      </p:sp>
    </p:spTree>
    <p:extLst>
      <p:ext uri="{BB962C8B-B14F-4D97-AF65-F5344CB8AC3E}">
        <p14:creationId xmlns:p14="http://schemas.microsoft.com/office/powerpoint/2010/main" val="34948628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67FEC-4234-5C82-5DD8-E4F606A7E5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8D1447-A664-E8C0-F4D9-DD795A1A004F}"/>
              </a:ext>
            </a:extLst>
          </p:cNvPr>
          <p:cNvSpPr>
            <a:spLocks noGrp="1"/>
          </p:cNvSpPr>
          <p:nvPr>
            <p:ph type="title"/>
          </p:nvPr>
        </p:nvSpPr>
        <p:spPr/>
        <p:txBody>
          <a:bodyPr/>
          <a:lstStyle/>
          <a:p>
            <a:r>
              <a:rPr lang="en-US" dirty="0"/>
              <a:t>Operating System Virtualization (2 of 4)</a:t>
            </a:r>
          </a:p>
        </p:txBody>
      </p:sp>
      <p:sp>
        <p:nvSpPr>
          <p:cNvPr id="3" name="Content Placeholder 2">
            <a:extLst>
              <a:ext uri="{FF2B5EF4-FFF2-40B4-BE49-F238E27FC236}">
                <a16:creationId xmlns:a16="http://schemas.microsoft.com/office/drawing/2014/main" id="{2B628E7A-804D-0600-6485-F723F5F67155}"/>
              </a:ext>
            </a:extLst>
          </p:cNvPr>
          <p:cNvSpPr>
            <a:spLocks noGrp="1"/>
          </p:cNvSpPr>
          <p:nvPr>
            <p:ph idx="1"/>
          </p:nvPr>
        </p:nvSpPr>
        <p:spPr/>
        <p:txBody>
          <a:bodyPr/>
          <a:lstStyle/>
          <a:p>
            <a:r>
              <a:rPr lang="en-US" dirty="0"/>
              <a:t>Virtualization terms (continued):</a:t>
            </a:r>
          </a:p>
          <a:p>
            <a:pPr lvl="1"/>
            <a:r>
              <a:rPr lang="en-US" sz="2200" b="1" dirty="0"/>
              <a:t>Virtualization software </a:t>
            </a:r>
            <a:r>
              <a:rPr lang="en-US" sz="2200" dirty="0"/>
              <a:t>creates and manages VMs and creates the virtual environment in which a guest OS is installed</a:t>
            </a:r>
          </a:p>
          <a:p>
            <a:pPr lvl="1"/>
            <a:r>
              <a:rPr lang="en-US" sz="2200" dirty="0"/>
              <a:t>The </a:t>
            </a:r>
            <a:r>
              <a:rPr lang="en-US" sz="2200" b="1" dirty="0"/>
              <a:t>hypervisor</a:t>
            </a:r>
            <a:r>
              <a:rPr lang="en-US" sz="2200" dirty="0"/>
              <a:t> creates and monitors the virtual hardware environment, which allows multiple VMs to share physical hardware resources</a:t>
            </a:r>
          </a:p>
          <a:p>
            <a:pPr lvl="2"/>
            <a:r>
              <a:rPr lang="en-US" sz="2200" dirty="0"/>
              <a:t>A </a:t>
            </a:r>
            <a:r>
              <a:rPr lang="en-US" sz="2200" b="1" dirty="0"/>
              <a:t>type 1 hypervisor </a:t>
            </a:r>
            <a:r>
              <a:rPr lang="en-US" sz="2200" dirty="0"/>
              <a:t>runs directly on the host computer’s hardware and controls and monitors guest OSs (also called </a:t>
            </a:r>
            <a:r>
              <a:rPr lang="en-US" sz="2200" b="1" dirty="0"/>
              <a:t>bare-metal virtualization</a:t>
            </a:r>
            <a:r>
              <a:rPr lang="en-US" sz="2200" dirty="0"/>
              <a:t>)</a:t>
            </a:r>
          </a:p>
          <a:p>
            <a:pPr lvl="2"/>
            <a:r>
              <a:rPr lang="en-US" sz="2200" dirty="0"/>
              <a:t>A </a:t>
            </a:r>
            <a:r>
              <a:rPr lang="en-US" sz="2200" b="1" dirty="0"/>
              <a:t>type 2 hypervisor </a:t>
            </a:r>
            <a:r>
              <a:rPr lang="en-US" sz="2200" dirty="0"/>
              <a:t>is installed in a general-purpose host OS and the host OS access host hardware on behalf of the guest OS (also called </a:t>
            </a:r>
            <a:r>
              <a:rPr lang="en-US" sz="2200" b="1" dirty="0"/>
              <a:t>hosted virtualization</a:t>
            </a:r>
            <a:r>
              <a:rPr lang="en-US" sz="2200" dirty="0"/>
              <a:t>)</a:t>
            </a:r>
          </a:p>
        </p:txBody>
      </p:sp>
    </p:spTree>
    <p:extLst>
      <p:ext uri="{BB962C8B-B14F-4D97-AF65-F5344CB8AC3E}">
        <p14:creationId xmlns:p14="http://schemas.microsoft.com/office/powerpoint/2010/main" val="23166118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EB3EC-BBAC-503F-310F-01460835FE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156A22-78D7-5123-4740-EC92F863BB8B}"/>
              </a:ext>
            </a:extLst>
          </p:cNvPr>
          <p:cNvSpPr>
            <a:spLocks noGrp="1"/>
          </p:cNvSpPr>
          <p:nvPr>
            <p:ph type="title"/>
          </p:nvPr>
        </p:nvSpPr>
        <p:spPr/>
        <p:txBody>
          <a:bodyPr/>
          <a:lstStyle/>
          <a:p>
            <a:r>
              <a:rPr lang="en-US" dirty="0"/>
              <a:t>Operating System Virtualization (3 of 4)</a:t>
            </a:r>
          </a:p>
        </p:txBody>
      </p:sp>
      <p:sp>
        <p:nvSpPr>
          <p:cNvPr id="3" name="Content Placeholder 2">
            <a:extLst>
              <a:ext uri="{FF2B5EF4-FFF2-40B4-BE49-F238E27FC236}">
                <a16:creationId xmlns:a16="http://schemas.microsoft.com/office/drawing/2014/main" id="{5DEC5E26-EB47-E1AE-5663-85EAFB366FC9}"/>
              </a:ext>
            </a:extLst>
          </p:cNvPr>
          <p:cNvSpPr>
            <a:spLocks noGrp="1"/>
          </p:cNvSpPr>
          <p:nvPr>
            <p:ph idx="1"/>
          </p:nvPr>
        </p:nvSpPr>
        <p:spPr/>
        <p:txBody>
          <a:bodyPr/>
          <a:lstStyle/>
          <a:p>
            <a:r>
              <a:rPr lang="en-US" dirty="0"/>
              <a:t>Virtualization terms (continued):</a:t>
            </a:r>
          </a:p>
          <a:p>
            <a:pPr lvl="1"/>
            <a:r>
              <a:rPr lang="en-US" sz="2200" dirty="0"/>
              <a:t>A </a:t>
            </a:r>
            <a:r>
              <a:rPr lang="en-US" sz="2200" b="1" dirty="0"/>
              <a:t>virtual disk</a:t>
            </a:r>
            <a:r>
              <a:rPr lang="en-US" sz="2200" dirty="0"/>
              <a:t> consists of files residing on the host computer that represent a virtual machine’s hard drive</a:t>
            </a:r>
            <a:endParaRPr lang="en-US" sz="2000" dirty="0"/>
          </a:p>
          <a:p>
            <a:pPr lvl="1"/>
            <a:r>
              <a:rPr lang="en-US" sz="2200" dirty="0"/>
              <a:t>A </a:t>
            </a:r>
            <a:r>
              <a:rPr lang="en-US" sz="2200" b="1" dirty="0"/>
              <a:t>virtual network </a:t>
            </a:r>
            <a:r>
              <a:rPr lang="en-US" sz="2200" dirty="0"/>
              <a:t>is a network configuration created by virtualization</a:t>
            </a:r>
          </a:p>
          <a:p>
            <a:pPr lvl="1"/>
            <a:r>
              <a:rPr lang="en-US" sz="2200" dirty="0"/>
              <a:t>A </a:t>
            </a:r>
            <a:r>
              <a:rPr lang="en-US" sz="2200" b="1" dirty="0"/>
              <a:t>snapshot</a:t>
            </a:r>
            <a:r>
              <a:rPr lang="en-US" sz="2200" dirty="0"/>
              <a:t> is a partial copy of a VM made at a particular moment</a:t>
            </a:r>
          </a:p>
          <a:p>
            <a:pPr lvl="1"/>
            <a:r>
              <a:rPr lang="en-US" sz="2200" dirty="0"/>
              <a:t>A </a:t>
            </a:r>
            <a:r>
              <a:rPr lang="en-US" sz="2200" b="1" dirty="0"/>
              <a:t>container</a:t>
            </a:r>
            <a:r>
              <a:rPr lang="en-US" sz="2200" dirty="0"/>
              <a:t> is a lightweight form of virtualization that virtualizes the file system, processes, and network components, but share the kernel with the host OS</a:t>
            </a:r>
          </a:p>
          <a:p>
            <a:endParaRPr lang="en-US" dirty="0"/>
          </a:p>
          <a:p>
            <a:endParaRPr lang="en-US" dirty="0"/>
          </a:p>
        </p:txBody>
      </p:sp>
    </p:spTree>
    <p:extLst>
      <p:ext uri="{BB962C8B-B14F-4D97-AF65-F5344CB8AC3E}">
        <p14:creationId xmlns:p14="http://schemas.microsoft.com/office/powerpoint/2010/main" val="4628009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09E26-B2EA-FAD6-4B5E-131CA31938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420B75-AA11-11FA-C4E7-B7B9B59D4100}"/>
              </a:ext>
            </a:extLst>
          </p:cNvPr>
          <p:cNvSpPr>
            <a:spLocks noGrp="1"/>
          </p:cNvSpPr>
          <p:nvPr>
            <p:ph type="title"/>
          </p:nvPr>
        </p:nvSpPr>
        <p:spPr/>
        <p:txBody>
          <a:bodyPr/>
          <a:lstStyle/>
          <a:p>
            <a:r>
              <a:rPr lang="en-US" dirty="0"/>
              <a:t>Operating System Virtualization (4 of 4)</a:t>
            </a:r>
          </a:p>
        </p:txBody>
      </p:sp>
      <p:sp>
        <p:nvSpPr>
          <p:cNvPr id="5" name="TextBox 4">
            <a:extLst>
              <a:ext uri="{FF2B5EF4-FFF2-40B4-BE49-F238E27FC236}">
                <a16:creationId xmlns:a16="http://schemas.microsoft.com/office/drawing/2014/main" id="{08D8A9F4-325B-5ED4-7E25-7908A343C671}"/>
              </a:ext>
            </a:extLst>
          </p:cNvPr>
          <p:cNvSpPr txBox="1"/>
          <p:nvPr/>
        </p:nvSpPr>
        <p:spPr>
          <a:xfrm>
            <a:off x="7315200" y="2755013"/>
            <a:ext cx="4294598" cy="830997"/>
          </a:xfrm>
          <a:prstGeom prst="rect">
            <a:avLst/>
          </a:prstGeom>
          <a:noFill/>
        </p:spPr>
        <p:txBody>
          <a:bodyPr wrap="square" rtlCol="0">
            <a:spAutoFit/>
          </a:bodyPr>
          <a:lstStyle/>
          <a:p>
            <a:r>
              <a:rPr lang="en-US" sz="2400" b="1" dirty="0">
                <a:latin typeface="Work Sans" pitchFamily="2" charset="0"/>
              </a:rPr>
              <a:t>Figure 11-15  </a:t>
            </a:r>
            <a:r>
              <a:rPr lang="en-US" sz="2400" dirty="0">
                <a:latin typeface="Work Sans" pitchFamily="2" charset="0"/>
              </a:rPr>
              <a:t>How virtualization works</a:t>
            </a:r>
          </a:p>
        </p:txBody>
      </p:sp>
      <p:pic>
        <p:nvPicPr>
          <p:cNvPr id="4" name="Picture 3" descr="A diagram illustrates how virtualization works, highlighting the separation between the physical and virtual network layers. A host physical computer runs a hypervisor, which manages virtual machines labeled V M 1 and V M 2. The virtual network inside the host connects these virtual machines. The host physical N I C interfaces with a physical network switch, enabling communication with external networks.&#10;">
            <a:extLst>
              <a:ext uri="{FF2B5EF4-FFF2-40B4-BE49-F238E27FC236}">
                <a16:creationId xmlns:a16="http://schemas.microsoft.com/office/drawing/2014/main" id="{6D9D2AF8-B6CE-6935-AF86-63558522898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616088" y="1801945"/>
            <a:ext cx="4796104" cy="3568129"/>
          </a:xfrm>
          <a:prstGeom prst="rect">
            <a:avLst/>
          </a:prstGeom>
        </p:spPr>
      </p:pic>
    </p:spTree>
    <p:extLst>
      <p:ext uri="{BB962C8B-B14F-4D97-AF65-F5344CB8AC3E}">
        <p14:creationId xmlns:p14="http://schemas.microsoft.com/office/powerpoint/2010/main" val="24224173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31BE1-9AEE-099B-1185-224E8C1CD73D}"/>
              </a:ext>
            </a:extLst>
          </p:cNvPr>
          <p:cNvSpPr>
            <a:spLocks noGrp="1"/>
          </p:cNvSpPr>
          <p:nvPr>
            <p:ph type="title"/>
          </p:nvPr>
        </p:nvSpPr>
        <p:spPr/>
        <p:txBody>
          <a:bodyPr/>
          <a:lstStyle/>
          <a:p>
            <a:r>
              <a:rPr lang="en-US" dirty="0"/>
              <a:t>Hosted Virtualization (1 of 6)</a:t>
            </a:r>
          </a:p>
        </p:txBody>
      </p:sp>
      <p:sp>
        <p:nvSpPr>
          <p:cNvPr id="3" name="Content Placeholder 2">
            <a:extLst>
              <a:ext uri="{FF2B5EF4-FFF2-40B4-BE49-F238E27FC236}">
                <a16:creationId xmlns:a16="http://schemas.microsoft.com/office/drawing/2014/main" id="{B24DFC0E-8693-FF8A-3B60-DCCCF3EC4191}"/>
              </a:ext>
            </a:extLst>
          </p:cNvPr>
          <p:cNvSpPr>
            <a:spLocks noGrp="1"/>
          </p:cNvSpPr>
          <p:nvPr>
            <p:ph idx="1"/>
          </p:nvPr>
        </p:nvSpPr>
        <p:spPr>
          <a:xfrm>
            <a:off x="475042" y="1721807"/>
            <a:ext cx="11241915" cy="4351338"/>
          </a:xfrm>
        </p:spPr>
        <p:txBody>
          <a:bodyPr/>
          <a:lstStyle/>
          <a:p>
            <a:r>
              <a:rPr lang="en-US" b="1" dirty="0"/>
              <a:t>Hosted virtualization </a:t>
            </a:r>
            <a:r>
              <a:rPr lang="en-US" dirty="0"/>
              <a:t>uses a type 2 hypervisor</a:t>
            </a:r>
          </a:p>
          <a:p>
            <a:pPr lvl="1"/>
            <a:r>
              <a:rPr lang="en-US" sz="2200" dirty="0"/>
              <a:t>It has an advantage of supporting a wider variety of guest OSs because there are few incompatibility problems between the guest OS and hardware</a:t>
            </a:r>
          </a:p>
          <a:p>
            <a:pPr lvl="1"/>
            <a:r>
              <a:rPr lang="en-US" sz="2200" dirty="0"/>
              <a:t>Another advantage of hosted virtualization is that it’s easy and straightforward to use</a:t>
            </a:r>
          </a:p>
          <a:p>
            <a:pPr lvl="1"/>
            <a:r>
              <a:rPr lang="en-US" sz="2200" dirty="0"/>
              <a:t>Just install the software on your computer and begin creating virtual machines</a:t>
            </a:r>
          </a:p>
          <a:p>
            <a:pPr lvl="1"/>
            <a:r>
              <a:rPr lang="en-US" sz="2200" dirty="0"/>
              <a:t>The only hardware requirement is enough memory to support the host and guest OSs, adequate CPU power, and space to store the virtual disk </a:t>
            </a:r>
          </a:p>
          <a:p>
            <a:endParaRPr lang="en-US" dirty="0"/>
          </a:p>
        </p:txBody>
      </p:sp>
    </p:spTree>
    <p:extLst>
      <p:ext uri="{BB962C8B-B14F-4D97-AF65-F5344CB8AC3E}">
        <p14:creationId xmlns:p14="http://schemas.microsoft.com/office/powerpoint/2010/main" val="15477901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946EB-B734-7470-770C-6B3D0418FD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61F1F-4D3B-EB12-6845-D13E1F764D8D}"/>
              </a:ext>
            </a:extLst>
          </p:cNvPr>
          <p:cNvSpPr>
            <a:spLocks noGrp="1"/>
          </p:cNvSpPr>
          <p:nvPr>
            <p:ph type="title"/>
          </p:nvPr>
        </p:nvSpPr>
        <p:spPr/>
        <p:txBody>
          <a:bodyPr/>
          <a:lstStyle/>
          <a:p>
            <a:r>
              <a:rPr lang="en-US" dirty="0"/>
              <a:t>Hosted Virtualization (2 of 6)</a:t>
            </a:r>
          </a:p>
        </p:txBody>
      </p:sp>
      <p:sp>
        <p:nvSpPr>
          <p:cNvPr id="3" name="Content Placeholder 2">
            <a:extLst>
              <a:ext uri="{FF2B5EF4-FFF2-40B4-BE49-F238E27FC236}">
                <a16:creationId xmlns:a16="http://schemas.microsoft.com/office/drawing/2014/main" id="{9C4AB1E4-63FC-C4C1-7735-F78C7949A6E6}"/>
              </a:ext>
            </a:extLst>
          </p:cNvPr>
          <p:cNvSpPr>
            <a:spLocks noGrp="1"/>
          </p:cNvSpPr>
          <p:nvPr>
            <p:ph idx="1"/>
          </p:nvPr>
        </p:nvSpPr>
        <p:spPr>
          <a:xfrm>
            <a:off x="473242" y="1527496"/>
            <a:ext cx="11241915" cy="4553263"/>
          </a:xfrm>
        </p:spPr>
        <p:txBody>
          <a:bodyPr/>
          <a:lstStyle/>
          <a:p>
            <a:r>
              <a:rPr lang="en-US" dirty="0"/>
              <a:t>The following are </a:t>
            </a:r>
            <a:r>
              <a:rPr lang="en-US" b="1" dirty="0"/>
              <a:t>common hosted virtualization </a:t>
            </a:r>
            <a:r>
              <a:rPr lang="en-US" dirty="0"/>
              <a:t>applications:</a:t>
            </a:r>
          </a:p>
          <a:p>
            <a:pPr lvl="1"/>
            <a:r>
              <a:rPr lang="en-US" sz="2200" dirty="0"/>
              <a:t>OS Training</a:t>
            </a:r>
          </a:p>
          <a:p>
            <a:pPr lvl="1"/>
            <a:r>
              <a:rPr lang="en-US" sz="2200" dirty="0"/>
              <a:t>Software Training</a:t>
            </a:r>
          </a:p>
          <a:p>
            <a:pPr lvl="1"/>
            <a:r>
              <a:rPr lang="en-US" sz="2200" dirty="0"/>
              <a:t>Application isolation</a:t>
            </a:r>
          </a:p>
          <a:p>
            <a:pPr lvl="1"/>
            <a:r>
              <a:rPr lang="en-US" sz="2200" dirty="0"/>
              <a:t>Network isolation</a:t>
            </a:r>
          </a:p>
          <a:p>
            <a:pPr lvl="1"/>
            <a:r>
              <a:rPr lang="en-US" sz="2200" dirty="0"/>
              <a:t>Software development</a:t>
            </a:r>
          </a:p>
          <a:p>
            <a:pPr lvl="1"/>
            <a:r>
              <a:rPr lang="en-US" sz="2200" dirty="0"/>
              <a:t>What-if-scenarios</a:t>
            </a:r>
          </a:p>
          <a:p>
            <a:pPr lvl="1"/>
            <a:r>
              <a:rPr lang="en-US" sz="2200" dirty="0"/>
              <a:t>Use of legacy applications</a:t>
            </a:r>
          </a:p>
          <a:p>
            <a:pPr lvl="1"/>
            <a:r>
              <a:rPr lang="en-US" sz="2200" dirty="0"/>
              <a:t>Physical-to-virtual conversion</a:t>
            </a:r>
            <a:endParaRPr lang="en-US" dirty="0"/>
          </a:p>
        </p:txBody>
      </p:sp>
    </p:spTree>
    <p:extLst>
      <p:ext uri="{BB962C8B-B14F-4D97-AF65-F5344CB8AC3E}">
        <p14:creationId xmlns:p14="http://schemas.microsoft.com/office/powerpoint/2010/main" val="41415443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93788-9682-1D1D-12B6-C1D41F8B1D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138261-89F7-1EA4-97A9-3C39D29FD04E}"/>
              </a:ext>
            </a:extLst>
          </p:cNvPr>
          <p:cNvSpPr>
            <a:spLocks noGrp="1"/>
          </p:cNvSpPr>
          <p:nvPr>
            <p:ph type="title"/>
          </p:nvPr>
        </p:nvSpPr>
        <p:spPr/>
        <p:txBody>
          <a:bodyPr/>
          <a:lstStyle/>
          <a:p>
            <a:r>
              <a:rPr lang="en-US" dirty="0"/>
              <a:t>Hosted Virtualization (3 of 6)</a:t>
            </a:r>
          </a:p>
        </p:txBody>
      </p:sp>
      <p:sp>
        <p:nvSpPr>
          <p:cNvPr id="3" name="Content Placeholder 2">
            <a:extLst>
              <a:ext uri="{FF2B5EF4-FFF2-40B4-BE49-F238E27FC236}">
                <a16:creationId xmlns:a16="http://schemas.microsoft.com/office/drawing/2014/main" id="{602A4E5F-6484-B545-1BE0-CA4AB7E8D7C5}"/>
              </a:ext>
            </a:extLst>
          </p:cNvPr>
          <p:cNvSpPr>
            <a:spLocks noGrp="1"/>
          </p:cNvSpPr>
          <p:nvPr>
            <p:ph idx="1"/>
          </p:nvPr>
        </p:nvSpPr>
        <p:spPr>
          <a:xfrm>
            <a:off x="475042" y="1481777"/>
            <a:ext cx="11241915" cy="4351338"/>
          </a:xfrm>
        </p:spPr>
        <p:txBody>
          <a:bodyPr/>
          <a:lstStyle/>
          <a:p>
            <a:r>
              <a:rPr lang="en-US" dirty="0"/>
              <a:t>The following are well-known hosted </a:t>
            </a:r>
            <a:r>
              <a:rPr lang="en-US" b="1" dirty="0"/>
              <a:t>virtualization products</a:t>
            </a:r>
            <a:r>
              <a:rPr lang="en-US" dirty="0"/>
              <a:t>:</a:t>
            </a:r>
          </a:p>
          <a:p>
            <a:pPr lvl="1"/>
            <a:r>
              <a:rPr lang="en-US" sz="2200" dirty="0"/>
              <a:t>VMware Workstation Pro</a:t>
            </a:r>
          </a:p>
          <a:p>
            <a:pPr lvl="1"/>
            <a:r>
              <a:rPr lang="en-US" sz="2200" dirty="0"/>
              <a:t>VMware Fusion Pro</a:t>
            </a:r>
          </a:p>
          <a:p>
            <a:pPr lvl="1"/>
            <a:r>
              <a:rPr lang="en-US" sz="2200" dirty="0"/>
              <a:t>Parallels Desktop for Mac</a:t>
            </a:r>
          </a:p>
          <a:p>
            <a:pPr lvl="1"/>
            <a:r>
              <a:rPr lang="en-US" sz="2200" dirty="0"/>
              <a:t>VirtualBox</a:t>
            </a:r>
            <a:endParaRPr lang="en-US" dirty="0"/>
          </a:p>
          <a:p>
            <a:r>
              <a:rPr lang="en-US" dirty="0"/>
              <a:t>These products have strengths and weaknesses</a:t>
            </a:r>
          </a:p>
          <a:p>
            <a:pPr lvl="1"/>
            <a:r>
              <a:rPr lang="en-US" sz="2200" dirty="0"/>
              <a:t>Work with different products to see which best serves your needs</a:t>
            </a:r>
          </a:p>
          <a:p>
            <a:endParaRPr lang="en-US" dirty="0"/>
          </a:p>
          <a:p>
            <a:endParaRPr lang="en-US" dirty="0"/>
          </a:p>
        </p:txBody>
      </p:sp>
    </p:spTree>
    <p:extLst>
      <p:ext uri="{BB962C8B-B14F-4D97-AF65-F5344CB8AC3E}">
        <p14:creationId xmlns:p14="http://schemas.microsoft.com/office/powerpoint/2010/main" val="16378265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27F77-350E-6066-E1B1-9E32831C28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BC8A28-3DDE-1FA5-0365-68B48D25968B}"/>
              </a:ext>
            </a:extLst>
          </p:cNvPr>
          <p:cNvSpPr>
            <a:spLocks noGrp="1"/>
          </p:cNvSpPr>
          <p:nvPr>
            <p:ph type="title"/>
          </p:nvPr>
        </p:nvSpPr>
        <p:spPr/>
        <p:txBody>
          <a:bodyPr/>
          <a:lstStyle/>
          <a:p>
            <a:r>
              <a:rPr lang="en-US" dirty="0"/>
              <a:t>Hosted Virtualization (4 of 6)</a:t>
            </a:r>
          </a:p>
        </p:txBody>
      </p:sp>
      <p:sp>
        <p:nvSpPr>
          <p:cNvPr id="3" name="Content Placeholder 2">
            <a:extLst>
              <a:ext uri="{FF2B5EF4-FFF2-40B4-BE49-F238E27FC236}">
                <a16:creationId xmlns:a16="http://schemas.microsoft.com/office/drawing/2014/main" id="{3B8EC57C-1D04-6B19-986A-3E5866DC79D5}"/>
              </a:ext>
            </a:extLst>
          </p:cNvPr>
          <p:cNvSpPr>
            <a:spLocks noGrp="1"/>
          </p:cNvSpPr>
          <p:nvPr>
            <p:ph idx="1"/>
          </p:nvPr>
        </p:nvSpPr>
        <p:spPr>
          <a:xfrm>
            <a:off x="476843" y="1253330"/>
            <a:ext cx="11241915" cy="4564539"/>
          </a:xfrm>
        </p:spPr>
        <p:txBody>
          <a:bodyPr/>
          <a:lstStyle/>
          <a:p>
            <a:r>
              <a:rPr lang="en-US" dirty="0"/>
              <a:t>Using </a:t>
            </a:r>
            <a:r>
              <a:rPr lang="en-US" b="1" dirty="0"/>
              <a:t>VMware Workstation Pro</a:t>
            </a:r>
          </a:p>
          <a:p>
            <a:pPr lvl="1"/>
            <a:r>
              <a:rPr lang="en-US" sz="2200" dirty="0"/>
              <a:t>After VMware Workstation Pro is installed, a wizard takes you through the steps of creating a virtual machine </a:t>
            </a:r>
          </a:p>
          <a:p>
            <a:pPr lvl="1"/>
            <a:r>
              <a:rPr lang="en-US" sz="2200" dirty="0"/>
              <a:t>VMware Workstation Pro offers flexible networking options allowing you to configure the NIC on your VM to use one of the three virtual network options or you can create your own custom virtual network</a:t>
            </a:r>
          </a:p>
          <a:p>
            <a:pPr lvl="1"/>
            <a:r>
              <a:rPr lang="en-US" sz="2200" dirty="0"/>
              <a:t>Three preconfigured options:</a:t>
            </a:r>
          </a:p>
          <a:p>
            <a:pPr lvl="2"/>
            <a:r>
              <a:rPr lang="en-US" sz="2200" dirty="0"/>
              <a:t>Bridged</a:t>
            </a:r>
          </a:p>
          <a:p>
            <a:pPr lvl="2"/>
            <a:r>
              <a:rPr lang="en-US" sz="2200" dirty="0"/>
              <a:t>NAT</a:t>
            </a:r>
          </a:p>
          <a:p>
            <a:pPr lvl="2"/>
            <a:r>
              <a:rPr lang="en-US" sz="2200" dirty="0"/>
              <a:t>Host-only</a:t>
            </a:r>
          </a:p>
          <a:p>
            <a:endParaRPr lang="en-US" dirty="0"/>
          </a:p>
          <a:p>
            <a:endParaRPr lang="en-US" dirty="0"/>
          </a:p>
        </p:txBody>
      </p:sp>
    </p:spTree>
    <p:extLst>
      <p:ext uri="{BB962C8B-B14F-4D97-AF65-F5344CB8AC3E}">
        <p14:creationId xmlns:p14="http://schemas.microsoft.com/office/powerpoint/2010/main" val="32560308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B7C8A-1BDE-32AC-2EB7-28CA622E26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9D3480-C9DB-84C3-6FCB-BA6A48A4A0CE}"/>
              </a:ext>
            </a:extLst>
          </p:cNvPr>
          <p:cNvSpPr>
            <a:spLocks noGrp="1"/>
          </p:cNvSpPr>
          <p:nvPr>
            <p:ph type="title"/>
          </p:nvPr>
        </p:nvSpPr>
        <p:spPr/>
        <p:txBody>
          <a:bodyPr/>
          <a:lstStyle/>
          <a:p>
            <a:r>
              <a:rPr lang="en-US" dirty="0"/>
              <a:t>Hosted Virtualization (5 of 6)</a:t>
            </a:r>
          </a:p>
        </p:txBody>
      </p:sp>
      <p:sp>
        <p:nvSpPr>
          <p:cNvPr id="5" name="TextBox 4">
            <a:extLst>
              <a:ext uri="{FF2B5EF4-FFF2-40B4-BE49-F238E27FC236}">
                <a16:creationId xmlns:a16="http://schemas.microsoft.com/office/drawing/2014/main" id="{14A6238E-6AA8-0481-F56C-D5187BBE1A63}"/>
              </a:ext>
            </a:extLst>
          </p:cNvPr>
          <p:cNvSpPr txBox="1"/>
          <p:nvPr/>
        </p:nvSpPr>
        <p:spPr>
          <a:xfrm>
            <a:off x="7315200" y="2755013"/>
            <a:ext cx="4294598" cy="830997"/>
          </a:xfrm>
          <a:prstGeom prst="rect">
            <a:avLst/>
          </a:prstGeom>
          <a:noFill/>
        </p:spPr>
        <p:txBody>
          <a:bodyPr wrap="square" rtlCol="0">
            <a:spAutoFit/>
          </a:bodyPr>
          <a:lstStyle/>
          <a:p>
            <a:r>
              <a:rPr lang="en-US" sz="2400" b="1" dirty="0">
                <a:latin typeface="Work Sans" pitchFamily="2" charset="0"/>
              </a:rPr>
              <a:t>Figure 11-16  </a:t>
            </a:r>
            <a:r>
              <a:rPr lang="en-US" sz="2400" dirty="0">
                <a:latin typeface="Work Sans" pitchFamily="2" charset="0"/>
              </a:rPr>
              <a:t>VMware virtual network options</a:t>
            </a:r>
          </a:p>
        </p:txBody>
      </p:sp>
      <p:pic>
        <p:nvPicPr>
          <p:cNvPr id="4" name="Picture 3" descr="A screenshot of the Virtual Machine Settings window in V M ware Workstation. It includes two tabs. hardware and options, where it displays the settings under the Hardware tab. The left panel lists virtual hardware components, including memory set to 4 gigabytes, two processors, a 60 gigabyte N V M e hard disk, a C D or D V D drive using an I S O file, and a network adapter configured for Bridged Automatic mode. The right panel contains device status options with checkboxes for Connected and Connect at power on, both enabled. The Network connection section highlights Bridged mode, which connects the virtual machine directly to the physical network. Other options include N A T, Host-only, Custom, and LAN segment. Buttons for LAN Segments, Advanced, OK, Cancel, and Help are at the bottom.&#10;">
            <a:extLst>
              <a:ext uri="{FF2B5EF4-FFF2-40B4-BE49-F238E27FC236}">
                <a16:creationId xmlns:a16="http://schemas.microsoft.com/office/drawing/2014/main" id="{AF5DF4C2-4B9B-EC81-7EF4-0A440ECDAA7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08710" y="1119319"/>
            <a:ext cx="5592283" cy="4199713"/>
          </a:xfrm>
          <a:prstGeom prst="rect">
            <a:avLst/>
          </a:prstGeom>
        </p:spPr>
      </p:pic>
    </p:spTree>
    <p:extLst>
      <p:ext uri="{BB962C8B-B14F-4D97-AF65-F5344CB8AC3E}">
        <p14:creationId xmlns:p14="http://schemas.microsoft.com/office/powerpoint/2010/main" val="13188775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AF15B-CF9F-26B1-116D-37E3F5F04C4E}"/>
              </a:ext>
            </a:extLst>
          </p:cNvPr>
          <p:cNvSpPr>
            <a:spLocks noGrp="1"/>
          </p:cNvSpPr>
          <p:nvPr>
            <p:ph type="title"/>
          </p:nvPr>
        </p:nvSpPr>
        <p:spPr/>
        <p:txBody>
          <a:bodyPr/>
          <a:lstStyle/>
          <a:p>
            <a:r>
              <a:rPr lang="en-US" dirty="0"/>
              <a:t>Hosted Virtualization (6 of 6)</a:t>
            </a:r>
          </a:p>
        </p:txBody>
      </p:sp>
      <p:sp>
        <p:nvSpPr>
          <p:cNvPr id="3" name="Content Placeholder 2">
            <a:extLst>
              <a:ext uri="{FF2B5EF4-FFF2-40B4-BE49-F238E27FC236}">
                <a16:creationId xmlns:a16="http://schemas.microsoft.com/office/drawing/2014/main" id="{8196A525-385C-1557-57FE-F09212B0F196}"/>
              </a:ext>
            </a:extLst>
          </p:cNvPr>
          <p:cNvSpPr>
            <a:spLocks noGrp="1"/>
          </p:cNvSpPr>
          <p:nvPr>
            <p:ph idx="1"/>
          </p:nvPr>
        </p:nvSpPr>
        <p:spPr>
          <a:xfrm>
            <a:off x="476843" y="1471295"/>
            <a:ext cx="11241915" cy="4351338"/>
          </a:xfrm>
        </p:spPr>
        <p:txBody>
          <a:bodyPr/>
          <a:lstStyle/>
          <a:p>
            <a:r>
              <a:rPr lang="en-US" dirty="0"/>
              <a:t>Using </a:t>
            </a:r>
            <a:r>
              <a:rPr lang="en-US" b="1" dirty="0"/>
              <a:t>VirtualBox</a:t>
            </a:r>
            <a:r>
              <a:rPr lang="en-US" dirty="0"/>
              <a:t> </a:t>
            </a:r>
          </a:p>
          <a:p>
            <a:pPr lvl="1"/>
            <a:r>
              <a:rPr lang="en-US" sz="2200" b="1" dirty="0"/>
              <a:t>VirtualBox</a:t>
            </a:r>
            <a:r>
              <a:rPr lang="en-US" sz="2200" dirty="0"/>
              <a:t> can be installed on Windows, macOS, Linux, and Solaris hosts and supports a wide range of Windows, Linux, and other guest OSs</a:t>
            </a:r>
          </a:p>
          <a:p>
            <a:pPr lvl="1"/>
            <a:r>
              <a:rPr lang="en-US" sz="2200" dirty="0"/>
              <a:t>The user interface consists of a console where you can create VMs and view the status of all VMs</a:t>
            </a:r>
          </a:p>
          <a:p>
            <a:pPr lvl="1"/>
            <a:r>
              <a:rPr lang="en-US" sz="2200" dirty="0"/>
              <a:t>VirtualBox supports unlimited snapshots, so you can save a VM’s state as you work with it and restore its state from any of the snapshots you make</a:t>
            </a:r>
          </a:p>
          <a:p>
            <a:endParaRPr lang="en-US" dirty="0"/>
          </a:p>
        </p:txBody>
      </p:sp>
    </p:spTree>
    <p:extLst>
      <p:ext uri="{BB962C8B-B14F-4D97-AF65-F5344CB8AC3E}">
        <p14:creationId xmlns:p14="http://schemas.microsoft.com/office/powerpoint/2010/main" val="5360393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B7D26-9335-0AC0-D7BD-5BECB5EE0764}"/>
              </a:ext>
            </a:extLst>
          </p:cNvPr>
          <p:cNvSpPr>
            <a:spLocks noGrp="1"/>
          </p:cNvSpPr>
          <p:nvPr>
            <p:ph type="title"/>
          </p:nvPr>
        </p:nvSpPr>
        <p:spPr/>
        <p:txBody>
          <a:bodyPr/>
          <a:lstStyle/>
          <a:p>
            <a:r>
              <a:rPr lang="en-US" dirty="0"/>
              <a:t>Bare-Metal Virtualization (1 of 3)</a:t>
            </a:r>
          </a:p>
        </p:txBody>
      </p:sp>
      <p:sp>
        <p:nvSpPr>
          <p:cNvPr id="3" name="Content Placeholder 2">
            <a:extLst>
              <a:ext uri="{FF2B5EF4-FFF2-40B4-BE49-F238E27FC236}">
                <a16:creationId xmlns:a16="http://schemas.microsoft.com/office/drawing/2014/main" id="{5251DCE1-3A67-8A13-6295-4882000001EE}"/>
              </a:ext>
            </a:extLst>
          </p:cNvPr>
          <p:cNvSpPr>
            <a:spLocks noGrp="1"/>
          </p:cNvSpPr>
          <p:nvPr>
            <p:ph idx="1"/>
          </p:nvPr>
        </p:nvSpPr>
        <p:spPr/>
        <p:txBody>
          <a:bodyPr/>
          <a:lstStyle/>
          <a:p>
            <a:r>
              <a:rPr lang="en-US" b="1" dirty="0"/>
              <a:t>Bare-metal virtualization </a:t>
            </a:r>
            <a:r>
              <a:rPr lang="en-US" dirty="0"/>
              <a:t>products use a type 1 hypervisor</a:t>
            </a:r>
          </a:p>
          <a:p>
            <a:pPr lvl="1"/>
            <a:r>
              <a:rPr lang="en-US" sz="2200" dirty="0"/>
              <a:t>They are targeted mainly for production virtualization in data centers</a:t>
            </a:r>
          </a:p>
          <a:p>
            <a:pPr lvl="1"/>
            <a:r>
              <a:rPr lang="en-US" sz="2200" dirty="0"/>
              <a:t>These products are installed directly on hardware and have more stringent host machine requirements</a:t>
            </a:r>
          </a:p>
          <a:p>
            <a:pPr lvl="1"/>
            <a:r>
              <a:rPr lang="en-US" sz="2200" dirty="0"/>
              <a:t>They offer more features for managing VMs than hosted virtualization</a:t>
            </a:r>
          </a:p>
          <a:p>
            <a:pPr lvl="1"/>
            <a:r>
              <a:rPr lang="en-US" sz="2200" dirty="0"/>
              <a:t>They are a little more complicated to install and use as well</a:t>
            </a:r>
          </a:p>
          <a:p>
            <a:endParaRPr lang="en-US" dirty="0"/>
          </a:p>
        </p:txBody>
      </p:sp>
    </p:spTree>
    <p:extLst>
      <p:ext uri="{BB962C8B-B14F-4D97-AF65-F5344CB8AC3E}">
        <p14:creationId xmlns:p14="http://schemas.microsoft.com/office/powerpoint/2010/main" val="9937069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9E2D0-F280-7A52-D5A4-A2893C1A04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D43268-AB02-1CBC-9DF6-BF9BE9943F4B}"/>
              </a:ext>
            </a:extLst>
          </p:cNvPr>
          <p:cNvSpPr>
            <a:spLocks noGrp="1"/>
          </p:cNvSpPr>
          <p:nvPr>
            <p:ph type="title"/>
          </p:nvPr>
        </p:nvSpPr>
        <p:spPr/>
        <p:txBody>
          <a:bodyPr/>
          <a:lstStyle/>
          <a:p>
            <a:r>
              <a:rPr lang="en-US" dirty="0"/>
              <a:t>Bare-Metal Virtualization (2 of 3)</a:t>
            </a:r>
          </a:p>
        </p:txBody>
      </p:sp>
      <p:sp>
        <p:nvSpPr>
          <p:cNvPr id="3" name="Content Placeholder 2">
            <a:extLst>
              <a:ext uri="{FF2B5EF4-FFF2-40B4-BE49-F238E27FC236}">
                <a16:creationId xmlns:a16="http://schemas.microsoft.com/office/drawing/2014/main" id="{E4F4C61D-9A81-00AD-9BEF-44586AA79A37}"/>
              </a:ext>
            </a:extLst>
          </p:cNvPr>
          <p:cNvSpPr>
            <a:spLocks noGrp="1"/>
          </p:cNvSpPr>
          <p:nvPr>
            <p:ph idx="1"/>
          </p:nvPr>
        </p:nvSpPr>
        <p:spPr/>
        <p:txBody>
          <a:bodyPr/>
          <a:lstStyle/>
          <a:p>
            <a:r>
              <a:rPr lang="en-US" dirty="0"/>
              <a:t>The following are a few </a:t>
            </a:r>
            <a:r>
              <a:rPr lang="en-US" b="1" dirty="0"/>
              <a:t>bare-metal virtualization applications</a:t>
            </a:r>
            <a:r>
              <a:rPr lang="en-US" dirty="0"/>
              <a:t>:</a:t>
            </a:r>
          </a:p>
          <a:p>
            <a:pPr lvl="1"/>
            <a:r>
              <a:rPr lang="en-US" sz="2200" dirty="0"/>
              <a:t>Consolidate servers</a:t>
            </a:r>
          </a:p>
          <a:p>
            <a:pPr lvl="1"/>
            <a:r>
              <a:rPr lang="en-US" sz="2200" dirty="0"/>
              <a:t>Test installation and upgrades</a:t>
            </a:r>
          </a:p>
          <a:p>
            <a:pPr lvl="1"/>
            <a:r>
              <a:rPr lang="en-US" sz="2200" dirty="0"/>
              <a:t>Test a preconfigured application</a:t>
            </a:r>
          </a:p>
          <a:p>
            <a:pPr lvl="1"/>
            <a:r>
              <a:rPr lang="en-US" sz="2200" dirty="0"/>
              <a:t>Test what-if scenarios</a:t>
            </a:r>
          </a:p>
          <a:p>
            <a:pPr lvl="1"/>
            <a:r>
              <a:rPr lang="en-US" sz="2200" dirty="0"/>
              <a:t>Live migration</a:t>
            </a:r>
          </a:p>
          <a:p>
            <a:pPr lvl="1"/>
            <a:r>
              <a:rPr lang="en-US" sz="2200" dirty="0"/>
              <a:t>Dynamic provisioning</a:t>
            </a:r>
          </a:p>
          <a:p>
            <a:endParaRPr lang="en-US" dirty="0"/>
          </a:p>
        </p:txBody>
      </p:sp>
    </p:spTree>
    <p:extLst>
      <p:ext uri="{BB962C8B-B14F-4D97-AF65-F5344CB8AC3E}">
        <p14:creationId xmlns:p14="http://schemas.microsoft.com/office/powerpoint/2010/main" val="17134225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D37A6-C880-15B8-6815-80CDBF19D5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072A13-BE98-D464-A8F9-B76BAB751976}"/>
              </a:ext>
            </a:extLst>
          </p:cNvPr>
          <p:cNvSpPr>
            <a:spLocks noGrp="1"/>
          </p:cNvSpPr>
          <p:nvPr>
            <p:ph type="title"/>
          </p:nvPr>
        </p:nvSpPr>
        <p:spPr/>
        <p:txBody>
          <a:bodyPr/>
          <a:lstStyle/>
          <a:p>
            <a:r>
              <a:rPr lang="en-US" dirty="0"/>
              <a:t>Bare-Metal Virtualization (3 of 3)</a:t>
            </a:r>
          </a:p>
        </p:txBody>
      </p:sp>
      <p:sp>
        <p:nvSpPr>
          <p:cNvPr id="3" name="Content Placeholder 2">
            <a:extLst>
              <a:ext uri="{FF2B5EF4-FFF2-40B4-BE49-F238E27FC236}">
                <a16:creationId xmlns:a16="http://schemas.microsoft.com/office/drawing/2014/main" id="{9E409859-C4DC-E5AF-D0F2-172790C8804C}"/>
              </a:ext>
            </a:extLst>
          </p:cNvPr>
          <p:cNvSpPr>
            <a:spLocks noGrp="1"/>
          </p:cNvSpPr>
          <p:nvPr>
            <p:ph idx="1"/>
          </p:nvPr>
        </p:nvSpPr>
        <p:spPr>
          <a:xfrm>
            <a:off x="476843" y="1482725"/>
            <a:ext cx="11241915" cy="4351338"/>
          </a:xfrm>
        </p:spPr>
        <p:txBody>
          <a:bodyPr/>
          <a:lstStyle/>
          <a:p>
            <a:r>
              <a:rPr lang="en-US" dirty="0"/>
              <a:t>The following are common bare-metal virtualization products:</a:t>
            </a:r>
          </a:p>
          <a:p>
            <a:pPr lvl="1"/>
            <a:r>
              <a:rPr lang="en-US" sz="2200" b="1" dirty="0"/>
              <a:t>Microsoft Hyper-V </a:t>
            </a:r>
            <a:r>
              <a:rPr lang="en-US" sz="2200" dirty="0"/>
              <a:t>was introduced with Windows Server 2008 and can be installed as a server role</a:t>
            </a:r>
          </a:p>
          <a:p>
            <a:pPr lvl="1"/>
            <a:r>
              <a:rPr lang="en-US" sz="2200" b="1" dirty="0"/>
              <a:t>Citrix Hypervisor </a:t>
            </a:r>
            <a:r>
              <a:rPr lang="en-US" sz="2200" dirty="0"/>
              <a:t>(also known as XenServer) uses Linux as a management OS on the host</a:t>
            </a:r>
          </a:p>
          <a:p>
            <a:pPr lvl="1"/>
            <a:r>
              <a:rPr lang="en-US" sz="2200" b="1" dirty="0"/>
              <a:t>VMware vSphere </a:t>
            </a:r>
            <a:r>
              <a:rPr lang="en-US" sz="2200" dirty="0"/>
              <a:t>includes </a:t>
            </a:r>
            <a:r>
              <a:rPr lang="en-US" sz="2200" b="1" dirty="0"/>
              <a:t>VMware ESX Server</a:t>
            </a:r>
            <a:r>
              <a:rPr lang="en-US" sz="2200" dirty="0"/>
              <a:t>, which is installed directly on the physical server without a management OS</a:t>
            </a:r>
          </a:p>
          <a:p>
            <a:pPr lvl="1"/>
            <a:r>
              <a:rPr lang="en-US" sz="2200" b="1" dirty="0"/>
              <a:t>LXD</a:t>
            </a:r>
            <a:r>
              <a:rPr lang="en-US" sz="2200" dirty="0"/>
              <a:t> is an open-source product from Canonical that can be installed on many Linux distributions including Ubuntu Server</a:t>
            </a:r>
          </a:p>
          <a:p>
            <a:endParaRPr lang="en-US" dirty="0"/>
          </a:p>
          <a:p>
            <a:endParaRPr lang="en-US" dirty="0"/>
          </a:p>
        </p:txBody>
      </p:sp>
    </p:spTree>
    <p:extLst>
      <p:ext uri="{BB962C8B-B14F-4D97-AF65-F5344CB8AC3E}">
        <p14:creationId xmlns:p14="http://schemas.microsoft.com/office/powerpoint/2010/main" val="25603841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CC3C3-48F3-35BF-255A-3C4B9DA54EE2}"/>
              </a:ext>
            </a:extLst>
          </p:cNvPr>
          <p:cNvSpPr>
            <a:spLocks noGrp="1"/>
          </p:cNvSpPr>
          <p:nvPr>
            <p:ph type="title"/>
          </p:nvPr>
        </p:nvSpPr>
        <p:spPr/>
        <p:txBody>
          <a:bodyPr/>
          <a:lstStyle/>
          <a:p>
            <a:r>
              <a:rPr lang="en-US" dirty="0"/>
              <a:t>Installing an OS</a:t>
            </a:r>
          </a:p>
        </p:txBody>
      </p:sp>
      <p:sp>
        <p:nvSpPr>
          <p:cNvPr id="3" name="Content Placeholder 2">
            <a:extLst>
              <a:ext uri="{FF2B5EF4-FFF2-40B4-BE49-F238E27FC236}">
                <a16:creationId xmlns:a16="http://schemas.microsoft.com/office/drawing/2014/main" id="{05F4D38F-E332-23B8-12D5-AE450D11223F}"/>
              </a:ext>
            </a:extLst>
          </p:cNvPr>
          <p:cNvSpPr>
            <a:spLocks noGrp="1"/>
          </p:cNvSpPr>
          <p:nvPr>
            <p:ph idx="1"/>
          </p:nvPr>
        </p:nvSpPr>
        <p:spPr>
          <a:xfrm>
            <a:off x="476843" y="1448435"/>
            <a:ext cx="11241915" cy="4351338"/>
          </a:xfrm>
        </p:spPr>
        <p:txBody>
          <a:bodyPr/>
          <a:lstStyle/>
          <a:p>
            <a:r>
              <a:rPr lang="en-US" dirty="0"/>
              <a:t>The real work of installing an OS, particularly a network server, involves pre-installation and post-installation tasks</a:t>
            </a:r>
          </a:p>
          <a:p>
            <a:r>
              <a:rPr lang="en-US" dirty="0"/>
              <a:t>The roles a server will play on the network should be considered when planning a server installation</a:t>
            </a:r>
          </a:p>
          <a:p>
            <a:r>
              <a:rPr lang="en-US" dirty="0"/>
              <a:t>A server used to support only a dozen users has different minimum hardware requirements than a server running Active Directory and supporting a few hundred users</a:t>
            </a:r>
          </a:p>
          <a:p>
            <a:endParaRPr lang="en-US" dirty="0"/>
          </a:p>
        </p:txBody>
      </p:sp>
    </p:spTree>
    <p:extLst>
      <p:ext uri="{BB962C8B-B14F-4D97-AF65-F5344CB8AC3E}">
        <p14:creationId xmlns:p14="http://schemas.microsoft.com/office/powerpoint/2010/main" val="8569069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F257C-309D-C6BD-F279-5F06E71D4B18}"/>
              </a:ext>
            </a:extLst>
          </p:cNvPr>
          <p:cNvSpPr>
            <a:spLocks noGrp="1"/>
          </p:cNvSpPr>
          <p:nvPr>
            <p:ph type="title"/>
          </p:nvPr>
        </p:nvSpPr>
        <p:spPr/>
        <p:txBody>
          <a:bodyPr/>
          <a:lstStyle/>
          <a:p>
            <a:r>
              <a:rPr lang="en-US" dirty="0"/>
              <a:t>Planning for and Installing Windows Server </a:t>
            </a:r>
            <a:r>
              <a:rPr lang="en-US" sz="3200" dirty="0"/>
              <a:t>(1 of 4)</a:t>
            </a:r>
          </a:p>
        </p:txBody>
      </p:sp>
      <p:sp>
        <p:nvSpPr>
          <p:cNvPr id="3" name="Content Placeholder 2">
            <a:extLst>
              <a:ext uri="{FF2B5EF4-FFF2-40B4-BE49-F238E27FC236}">
                <a16:creationId xmlns:a16="http://schemas.microsoft.com/office/drawing/2014/main" id="{75050054-2C66-4E80-22AB-0F4B00327D62}"/>
              </a:ext>
            </a:extLst>
          </p:cNvPr>
          <p:cNvSpPr>
            <a:spLocks noGrp="1"/>
          </p:cNvSpPr>
          <p:nvPr>
            <p:ph idx="1"/>
          </p:nvPr>
        </p:nvSpPr>
        <p:spPr/>
        <p:txBody>
          <a:bodyPr/>
          <a:lstStyle/>
          <a:p>
            <a:r>
              <a:rPr lang="en-US" dirty="0"/>
              <a:t>Selecting Server Hardware for Windows Server</a:t>
            </a:r>
          </a:p>
          <a:p>
            <a:pPr lvl="1"/>
            <a:r>
              <a:rPr lang="en-US" dirty="0"/>
              <a:t>Features you might want to consider before purchasing a server:</a:t>
            </a:r>
          </a:p>
          <a:p>
            <a:pPr lvl="2"/>
            <a:r>
              <a:rPr lang="en-US" b="1" dirty="0"/>
              <a:t>CPU architecture</a:t>
            </a:r>
            <a:r>
              <a:rPr lang="en-US" dirty="0"/>
              <a:t>—the minimum requirement is a 1.4 GHz CPU</a:t>
            </a:r>
          </a:p>
          <a:p>
            <a:pPr lvl="2"/>
            <a:r>
              <a:rPr lang="en-US" b="1" dirty="0"/>
              <a:t>Disk subsystem</a:t>
            </a:r>
            <a:r>
              <a:rPr lang="en-US" dirty="0"/>
              <a:t>—SAS vs. SATA</a:t>
            </a:r>
          </a:p>
          <a:p>
            <a:pPr lvl="2"/>
            <a:r>
              <a:rPr lang="en-US" b="1" dirty="0"/>
              <a:t>Memory</a:t>
            </a:r>
            <a:r>
              <a:rPr lang="en-US" dirty="0"/>
              <a:t>—the minimum requirement is 512 MB RAM</a:t>
            </a:r>
          </a:p>
          <a:p>
            <a:endParaRPr lang="en-US" dirty="0"/>
          </a:p>
        </p:txBody>
      </p:sp>
    </p:spTree>
    <p:extLst>
      <p:ext uri="{BB962C8B-B14F-4D97-AF65-F5344CB8AC3E}">
        <p14:creationId xmlns:p14="http://schemas.microsoft.com/office/powerpoint/2010/main" val="992145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0080A-AF56-7B75-5391-46B8FDA902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0140C3-9641-2759-1EE9-83DEADAA3810}"/>
              </a:ext>
            </a:extLst>
          </p:cNvPr>
          <p:cNvSpPr>
            <a:spLocks noGrp="1"/>
          </p:cNvSpPr>
          <p:nvPr>
            <p:ph type="title"/>
          </p:nvPr>
        </p:nvSpPr>
        <p:spPr/>
        <p:txBody>
          <a:bodyPr/>
          <a:lstStyle/>
          <a:p>
            <a:r>
              <a:rPr lang="en-US" dirty="0"/>
              <a:t>Planning for and Installing Windows Server </a:t>
            </a:r>
            <a:r>
              <a:rPr lang="en-US" sz="3200" dirty="0"/>
              <a:t>(2 of 4)</a:t>
            </a:r>
          </a:p>
        </p:txBody>
      </p:sp>
      <p:sp>
        <p:nvSpPr>
          <p:cNvPr id="3" name="Content Placeholder 2">
            <a:extLst>
              <a:ext uri="{FF2B5EF4-FFF2-40B4-BE49-F238E27FC236}">
                <a16:creationId xmlns:a16="http://schemas.microsoft.com/office/drawing/2014/main" id="{6048E73C-B902-E118-F4FE-38927B1B3996}"/>
              </a:ext>
            </a:extLst>
          </p:cNvPr>
          <p:cNvSpPr>
            <a:spLocks noGrp="1"/>
          </p:cNvSpPr>
          <p:nvPr>
            <p:ph idx="1"/>
          </p:nvPr>
        </p:nvSpPr>
        <p:spPr/>
        <p:txBody>
          <a:bodyPr/>
          <a:lstStyle/>
          <a:p>
            <a:r>
              <a:rPr lang="en-US" dirty="0"/>
              <a:t>Selecting the Right </a:t>
            </a:r>
            <a:r>
              <a:rPr lang="en-US" b="1" dirty="0"/>
              <a:t>Windows Edition</a:t>
            </a:r>
          </a:p>
          <a:p>
            <a:pPr lvl="1"/>
            <a:r>
              <a:rPr lang="en-US" sz="2200" dirty="0"/>
              <a:t>Datacenter edition is suitable for businesses managing huge amounts of data, using virtualization on a large scale, running high-end applications</a:t>
            </a:r>
          </a:p>
          <a:p>
            <a:pPr lvl="1"/>
            <a:r>
              <a:rPr lang="en-US" sz="2200" dirty="0"/>
              <a:t>Standard edition is suitable for most small to medium businesses</a:t>
            </a:r>
          </a:p>
          <a:p>
            <a:pPr lvl="2"/>
            <a:r>
              <a:rPr lang="en-US" sz="2200" dirty="0"/>
              <a:t>Permits only two virtual instances</a:t>
            </a:r>
          </a:p>
          <a:p>
            <a:pPr lvl="1"/>
            <a:r>
              <a:rPr lang="en-US" sz="2200" dirty="0"/>
              <a:t>Essentials edition is aimed at small businesses with 25 or fewer users</a:t>
            </a:r>
          </a:p>
          <a:p>
            <a:pPr lvl="1"/>
            <a:r>
              <a:rPr lang="en-US" sz="2200" dirty="0"/>
              <a:t>The Azure edition is the Datacenter edition optimized to run on Azure</a:t>
            </a:r>
          </a:p>
        </p:txBody>
      </p:sp>
    </p:spTree>
    <p:extLst>
      <p:ext uri="{BB962C8B-B14F-4D97-AF65-F5344CB8AC3E}">
        <p14:creationId xmlns:p14="http://schemas.microsoft.com/office/powerpoint/2010/main" val="27352482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ABCCD-5FE1-959E-CA05-D050289127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A91E64-3E3F-CAB5-4995-F6478851C443}"/>
              </a:ext>
            </a:extLst>
          </p:cNvPr>
          <p:cNvSpPr>
            <a:spLocks noGrp="1"/>
          </p:cNvSpPr>
          <p:nvPr>
            <p:ph type="title"/>
          </p:nvPr>
        </p:nvSpPr>
        <p:spPr/>
        <p:txBody>
          <a:bodyPr/>
          <a:lstStyle/>
          <a:p>
            <a:r>
              <a:rPr lang="en-US" dirty="0"/>
              <a:t>Planning for and Installing Windows Server </a:t>
            </a:r>
            <a:r>
              <a:rPr lang="en-US" sz="3200" dirty="0"/>
              <a:t>(3 of 4)</a:t>
            </a:r>
          </a:p>
        </p:txBody>
      </p:sp>
      <p:sp>
        <p:nvSpPr>
          <p:cNvPr id="3" name="Content Placeholder 2">
            <a:extLst>
              <a:ext uri="{FF2B5EF4-FFF2-40B4-BE49-F238E27FC236}">
                <a16:creationId xmlns:a16="http://schemas.microsoft.com/office/drawing/2014/main" id="{AF2159A1-58AE-9657-A7AC-EB3ED5584466}"/>
              </a:ext>
            </a:extLst>
          </p:cNvPr>
          <p:cNvSpPr>
            <a:spLocks noGrp="1"/>
          </p:cNvSpPr>
          <p:nvPr>
            <p:ph idx="1"/>
          </p:nvPr>
        </p:nvSpPr>
        <p:spPr/>
        <p:txBody>
          <a:bodyPr/>
          <a:lstStyle/>
          <a:p>
            <a:r>
              <a:rPr lang="en-US" dirty="0"/>
              <a:t>Windows Server Preinstallation Decisions</a:t>
            </a:r>
          </a:p>
          <a:p>
            <a:pPr lvl="1"/>
            <a:r>
              <a:rPr lang="en-US" dirty="0"/>
              <a:t>What should you name the server?</a:t>
            </a:r>
          </a:p>
          <a:p>
            <a:pPr lvl="1"/>
            <a:r>
              <a:rPr lang="en-US" dirty="0"/>
              <a:t>Which network protocols and addresses should you use?</a:t>
            </a:r>
          </a:p>
          <a:p>
            <a:pPr lvl="1"/>
            <a:r>
              <a:rPr lang="en-US" dirty="0"/>
              <a:t>How should you assign an IP address to the server?</a:t>
            </a:r>
          </a:p>
          <a:p>
            <a:pPr lvl="1"/>
            <a:r>
              <a:rPr lang="en-US" dirty="0"/>
              <a:t>Setting the correct time zone</a:t>
            </a:r>
          </a:p>
          <a:p>
            <a:pPr lvl="1"/>
            <a:r>
              <a:rPr lang="en-US" dirty="0"/>
              <a:t>Should you use the workgroup or domain model?</a:t>
            </a:r>
          </a:p>
          <a:p>
            <a:pPr lvl="1"/>
            <a:r>
              <a:rPr lang="en-US" dirty="0"/>
              <a:t>What services should you install?</a:t>
            </a:r>
          </a:p>
        </p:txBody>
      </p:sp>
    </p:spTree>
    <p:extLst>
      <p:ext uri="{BB962C8B-B14F-4D97-AF65-F5344CB8AC3E}">
        <p14:creationId xmlns:p14="http://schemas.microsoft.com/office/powerpoint/2010/main" val="3986119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33B4F-37EA-6C51-E840-50A4BF2F75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EF0A1E-57FA-7BCD-B754-888F761764CB}"/>
              </a:ext>
            </a:extLst>
          </p:cNvPr>
          <p:cNvSpPr>
            <a:spLocks noGrp="1"/>
          </p:cNvSpPr>
          <p:nvPr>
            <p:ph type="title"/>
          </p:nvPr>
        </p:nvSpPr>
        <p:spPr/>
        <p:txBody>
          <a:bodyPr/>
          <a:lstStyle/>
          <a:p>
            <a:r>
              <a:rPr lang="en-US" dirty="0"/>
              <a:t>Planning for and Installing Windows Server </a:t>
            </a:r>
            <a:r>
              <a:rPr lang="en-US" sz="3200" dirty="0"/>
              <a:t>(4 of 4)</a:t>
            </a:r>
          </a:p>
        </p:txBody>
      </p:sp>
      <p:sp>
        <p:nvSpPr>
          <p:cNvPr id="3" name="Content Placeholder 2">
            <a:extLst>
              <a:ext uri="{FF2B5EF4-FFF2-40B4-BE49-F238E27FC236}">
                <a16:creationId xmlns:a16="http://schemas.microsoft.com/office/drawing/2014/main" id="{4C494F78-B5A5-98E5-0B42-B7079CF4CC9B}"/>
              </a:ext>
            </a:extLst>
          </p:cNvPr>
          <p:cNvSpPr>
            <a:spLocks noGrp="1"/>
          </p:cNvSpPr>
          <p:nvPr>
            <p:ph idx="1"/>
          </p:nvPr>
        </p:nvSpPr>
        <p:spPr/>
        <p:txBody>
          <a:bodyPr/>
          <a:lstStyle/>
          <a:p>
            <a:r>
              <a:rPr lang="en-US" dirty="0"/>
              <a:t>Windows Server Post-Installation Tasks</a:t>
            </a:r>
          </a:p>
          <a:p>
            <a:pPr lvl="1"/>
            <a:r>
              <a:rPr lang="en-US" dirty="0"/>
              <a:t>Activate Windows Server</a:t>
            </a:r>
          </a:p>
          <a:p>
            <a:pPr lvl="1"/>
            <a:r>
              <a:rPr lang="en-US" dirty="0"/>
              <a:t>Set the correct date, time, and time zone</a:t>
            </a:r>
          </a:p>
          <a:p>
            <a:pPr lvl="1"/>
            <a:r>
              <a:rPr lang="en-US" dirty="0"/>
              <a:t>Assign a static IP address</a:t>
            </a:r>
          </a:p>
          <a:p>
            <a:pPr lvl="1"/>
            <a:r>
              <a:rPr lang="en-US" dirty="0"/>
              <a:t>Assign a computer name</a:t>
            </a:r>
          </a:p>
          <a:p>
            <a:pPr lvl="1"/>
            <a:r>
              <a:rPr lang="en-US" dirty="0"/>
              <a:t>Download and install available updates</a:t>
            </a:r>
          </a:p>
          <a:p>
            <a:pPr lvl="1"/>
            <a:r>
              <a:rPr lang="en-US" dirty="0"/>
              <a:t>Add and configure roles and features</a:t>
            </a:r>
          </a:p>
          <a:p>
            <a:pPr lvl="1"/>
            <a:endParaRPr lang="en-US" dirty="0"/>
          </a:p>
          <a:p>
            <a:endParaRPr lang="en-US" dirty="0"/>
          </a:p>
        </p:txBody>
      </p:sp>
    </p:spTree>
    <p:extLst>
      <p:ext uri="{BB962C8B-B14F-4D97-AF65-F5344CB8AC3E}">
        <p14:creationId xmlns:p14="http://schemas.microsoft.com/office/powerpoint/2010/main" val="12375926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09813-F5B0-0D76-FA4B-2FD67DC520B6}"/>
              </a:ext>
            </a:extLst>
          </p:cNvPr>
          <p:cNvSpPr>
            <a:spLocks noGrp="1"/>
          </p:cNvSpPr>
          <p:nvPr>
            <p:ph type="title"/>
          </p:nvPr>
        </p:nvSpPr>
        <p:spPr/>
        <p:txBody>
          <a:bodyPr/>
          <a:lstStyle/>
          <a:p>
            <a:r>
              <a:rPr lang="en-US" dirty="0"/>
              <a:t>Planning for and Installing Linux</a:t>
            </a:r>
          </a:p>
        </p:txBody>
      </p:sp>
      <p:sp>
        <p:nvSpPr>
          <p:cNvPr id="3" name="Content Placeholder 2">
            <a:extLst>
              <a:ext uri="{FF2B5EF4-FFF2-40B4-BE49-F238E27FC236}">
                <a16:creationId xmlns:a16="http://schemas.microsoft.com/office/drawing/2014/main" id="{E40BA875-3FC6-D0EC-5E72-3F61FD1EB602}"/>
              </a:ext>
            </a:extLst>
          </p:cNvPr>
          <p:cNvSpPr>
            <a:spLocks noGrp="1"/>
          </p:cNvSpPr>
          <p:nvPr>
            <p:ph idx="1"/>
          </p:nvPr>
        </p:nvSpPr>
        <p:spPr>
          <a:xfrm>
            <a:off x="476843" y="1391285"/>
            <a:ext cx="11241915" cy="4351338"/>
          </a:xfrm>
        </p:spPr>
        <p:txBody>
          <a:bodyPr/>
          <a:lstStyle/>
          <a:p>
            <a:r>
              <a:rPr lang="en-US" dirty="0"/>
              <a:t>Decide which Linux distribution to use</a:t>
            </a:r>
          </a:p>
          <a:p>
            <a:pPr lvl="1"/>
            <a:r>
              <a:rPr lang="en-US" dirty="0"/>
              <a:t>A Web site called DistroWatch.com lists distributions along with descriptions </a:t>
            </a:r>
          </a:p>
          <a:p>
            <a:r>
              <a:rPr lang="en-US" dirty="0"/>
              <a:t>Download a disk image of the installation medium and create a bootable USB or DVD</a:t>
            </a:r>
          </a:p>
          <a:p>
            <a:r>
              <a:rPr lang="en-US" dirty="0"/>
              <a:t>The pre-installation and post-installation tasks for Linux are not very different from those for Windows Server</a:t>
            </a:r>
          </a:p>
          <a:p>
            <a:r>
              <a:rPr lang="en-US" dirty="0"/>
              <a:t>Linux requires more input and decision-making during installation</a:t>
            </a:r>
          </a:p>
          <a:p>
            <a:endParaRPr lang="en-US" dirty="0"/>
          </a:p>
        </p:txBody>
      </p:sp>
    </p:spTree>
    <p:extLst>
      <p:ext uri="{BB962C8B-B14F-4D97-AF65-F5344CB8AC3E}">
        <p14:creationId xmlns:p14="http://schemas.microsoft.com/office/powerpoint/2010/main" val="22401289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B54CD94-D75F-6FC7-3B3B-186438BE2AA8}"/>
              </a:ext>
            </a:extLst>
          </p:cNvPr>
          <p:cNvSpPr>
            <a:spLocks noGrp="1"/>
          </p:cNvSpPr>
          <p:nvPr>
            <p:ph type="title"/>
          </p:nvPr>
        </p:nvSpPr>
        <p:spPr>
          <a:xfrm>
            <a:off x="476843" y="473245"/>
            <a:ext cx="11241915" cy="1217447"/>
          </a:xfrm>
        </p:spPr>
        <p:txBody>
          <a:bodyPr/>
          <a:lstStyle/>
          <a:p>
            <a:r>
              <a:rPr lang="en-US" dirty="0"/>
              <a:t>Knowledge Check Activity 11-2</a:t>
            </a:r>
          </a:p>
        </p:txBody>
      </p:sp>
      <p:sp>
        <p:nvSpPr>
          <p:cNvPr id="15" name="Content Placeholder 2">
            <a:extLst>
              <a:ext uri="{FF2B5EF4-FFF2-40B4-BE49-F238E27FC236}">
                <a16:creationId xmlns:a16="http://schemas.microsoft.com/office/drawing/2014/main" id="{5464F008-21F9-FCFB-BF06-39C357DBA52E}"/>
              </a:ext>
            </a:extLst>
          </p:cNvPr>
          <p:cNvSpPr>
            <a:spLocks noGrp="1"/>
          </p:cNvSpPr>
          <p:nvPr>
            <p:ph idx="1"/>
          </p:nvPr>
        </p:nvSpPr>
        <p:spPr>
          <a:xfrm>
            <a:off x="476843" y="1391285"/>
            <a:ext cx="11241915" cy="4351338"/>
          </a:xfrm>
        </p:spPr>
        <p:txBody>
          <a:bodyPr/>
          <a:lstStyle/>
          <a:p>
            <a:pPr marL="0" indent="0">
              <a:buNone/>
            </a:pPr>
            <a:r>
              <a:rPr lang="en-US" dirty="0"/>
              <a:t>What should you use for doing virtualization in a datacenter? (Choose two)</a:t>
            </a:r>
          </a:p>
          <a:p>
            <a:pPr marL="0" indent="0">
              <a:buNone/>
            </a:pPr>
            <a:r>
              <a:rPr lang="en-US" dirty="0"/>
              <a:t>a. Type 1 hypervisor</a:t>
            </a:r>
          </a:p>
          <a:p>
            <a:pPr marL="0" indent="0">
              <a:buNone/>
            </a:pPr>
            <a:r>
              <a:rPr lang="en-US" dirty="0"/>
              <a:t>b. Type 2 hypervisor</a:t>
            </a:r>
          </a:p>
          <a:p>
            <a:pPr marL="0" indent="0">
              <a:buNone/>
            </a:pPr>
            <a:r>
              <a:rPr lang="en-US" dirty="0"/>
              <a:t>c. Bare-metal virtualization</a:t>
            </a:r>
          </a:p>
          <a:p>
            <a:pPr marL="0" indent="0">
              <a:buNone/>
            </a:pPr>
            <a:r>
              <a:rPr lang="en-US" dirty="0"/>
              <a:t>d. Hosted virtualization</a:t>
            </a:r>
          </a:p>
        </p:txBody>
      </p:sp>
    </p:spTree>
    <p:extLst>
      <p:ext uri="{BB962C8B-B14F-4D97-AF65-F5344CB8AC3E}">
        <p14:creationId xmlns:p14="http://schemas.microsoft.com/office/powerpoint/2010/main" val="12251530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0B051F-5E4A-17A8-0397-5C5E0136DBD4}"/>
              </a:ext>
            </a:extLst>
          </p:cNvPr>
          <p:cNvSpPr>
            <a:spLocks noGrp="1"/>
          </p:cNvSpPr>
          <p:nvPr>
            <p:ph type="title"/>
          </p:nvPr>
        </p:nvSpPr>
        <p:spPr>
          <a:xfrm>
            <a:off x="476843" y="473245"/>
            <a:ext cx="11241915" cy="1217447"/>
          </a:xfrm>
        </p:spPr>
        <p:txBody>
          <a:bodyPr/>
          <a:lstStyle/>
          <a:p>
            <a:r>
              <a:rPr lang="en-US" dirty="0"/>
              <a:t>Knowledge Check Activity 11-2: Answer</a:t>
            </a:r>
          </a:p>
        </p:txBody>
      </p:sp>
      <p:sp>
        <p:nvSpPr>
          <p:cNvPr id="12" name="Content Placeholder 3">
            <a:extLst>
              <a:ext uri="{FF2B5EF4-FFF2-40B4-BE49-F238E27FC236}">
                <a16:creationId xmlns:a16="http://schemas.microsoft.com/office/drawing/2014/main" id="{945F9FD1-AEB1-00C2-F6D0-11C11AF9B426}"/>
              </a:ext>
            </a:extLst>
          </p:cNvPr>
          <p:cNvSpPr>
            <a:spLocks noGrp="1"/>
          </p:cNvSpPr>
          <p:nvPr>
            <p:ph sz="half" idx="2"/>
          </p:nvPr>
        </p:nvSpPr>
        <p:spPr>
          <a:xfrm>
            <a:off x="475042" y="1728122"/>
            <a:ext cx="11241915" cy="2621900"/>
          </a:xfrm>
        </p:spPr>
        <p:txBody>
          <a:bodyPr/>
          <a:lstStyle/>
          <a:p>
            <a:pPr marL="0" indent="0">
              <a:buNone/>
            </a:pPr>
            <a:r>
              <a:rPr lang="en-US" dirty="0"/>
              <a:t>What should you use for doing virtualization in a datacenter? (Choose two)</a:t>
            </a:r>
          </a:p>
          <a:p>
            <a:pPr marL="0" indent="0">
              <a:buNone/>
            </a:pPr>
            <a:r>
              <a:rPr lang="en-US" b="1" dirty="0"/>
              <a:t>Answer: a</a:t>
            </a:r>
            <a:r>
              <a:rPr lang="en-US" dirty="0"/>
              <a:t>. Type 1 hypervisor; </a:t>
            </a:r>
            <a:r>
              <a:rPr lang="en-US" b="1" dirty="0"/>
              <a:t>c.</a:t>
            </a:r>
            <a:r>
              <a:rPr lang="en-US" dirty="0"/>
              <a:t> Bare-metal virtualization</a:t>
            </a:r>
          </a:p>
          <a:p>
            <a:pPr marL="0" indent="0">
              <a:buNone/>
            </a:pPr>
            <a:r>
              <a:rPr lang="en-US" b="1" dirty="0"/>
              <a:t>Explanation:</a:t>
            </a:r>
            <a:r>
              <a:rPr lang="en-US" dirty="0"/>
              <a:t> </a:t>
            </a:r>
            <a:r>
              <a:rPr lang="en-US" sz="2200" dirty="0"/>
              <a:t>A type 1 hypervisor implements OS virtualization by running directly on the host computer’s hardware and controls and monitors guest OSs. It also controls access to the host’s hardware and provides device drivers for guest OSs. Also called bare-metal virtualization, it’s used mainly for server virtualization in datacenters. Examples include VMware vSphere (or ESXi), Citrix Hypervisor, and Microsoft Hyper-V Server.</a:t>
            </a:r>
          </a:p>
        </p:txBody>
      </p:sp>
    </p:spTree>
    <p:extLst>
      <p:ext uri="{BB962C8B-B14F-4D97-AF65-F5344CB8AC3E}">
        <p14:creationId xmlns:p14="http://schemas.microsoft.com/office/powerpoint/2010/main" val="19977629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40525-58F2-4405-81C6-344F11016177}"/>
              </a:ext>
            </a:extLst>
          </p:cNvPr>
          <p:cNvSpPr>
            <a:spLocks noGrp="1"/>
          </p:cNvSpPr>
          <p:nvPr>
            <p:ph type="title"/>
          </p:nvPr>
        </p:nvSpPr>
        <p:spPr/>
        <p:txBody>
          <a:bodyPr/>
          <a:lstStyle/>
          <a:p>
            <a:r>
              <a:rPr lang="en-US" dirty="0"/>
              <a:t>Self Assessment</a:t>
            </a:r>
          </a:p>
        </p:txBody>
      </p:sp>
      <p:sp>
        <p:nvSpPr>
          <p:cNvPr id="3" name="Content Placeholder 2">
            <a:extLst>
              <a:ext uri="{FF2B5EF4-FFF2-40B4-BE49-F238E27FC236}">
                <a16:creationId xmlns:a16="http://schemas.microsoft.com/office/drawing/2014/main" id="{D90D28A5-F477-438F-8470-076D1B855E62}"/>
              </a:ext>
            </a:extLst>
          </p:cNvPr>
          <p:cNvSpPr>
            <a:spLocks noGrp="1"/>
          </p:cNvSpPr>
          <p:nvPr>
            <p:ph idx="1"/>
          </p:nvPr>
        </p:nvSpPr>
        <p:spPr/>
        <p:txBody>
          <a:bodyPr/>
          <a:lstStyle/>
          <a:p>
            <a:pPr marL="0" indent="0">
              <a:buNone/>
            </a:pPr>
            <a:r>
              <a:rPr lang="en-US" dirty="0"/>
              <a:t>Describe the difference between a process and an application.</a:t>
            </a:r>
          </a:p>
          <a:p>
            <a:pPr marL="0" indent="0">
              <a:buNone/>
            </a:pPr>
            <a:endParaRPr lang="en-US" dirty="0"/>
          </a:p>
          <a:p>
            <a:pPr marL="0" indent="0">
              <a:buNone/>
            </a:pPr>
            <a:r>
              <a:rPr lang="en-US" dirty="0"/>
              <a:t>Compare type 1 and type 2 hypervisors. When would you want to consider using a type 1 hypervisor instead of a type 2 hypervisor?</a:t>
            </a:r>
          </a:p>
        </p:txBody>
      </p:sp>
    </p:spTree>
    <p:extLst>
      <p:ext uri="{BB962C8B-B14F-4D97-AF65-F5344CB8AC3E}">
        <p14:creationId xmlns:p14="http://schemas.microsoft.com/office/powerpoint/2010/main" val="6237428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9388-57EA-415D-BA4C-9D237D98148B}"/>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6C62FF5B-1A90-449C-9F51-BCC153EB61C0}"/>
              </a:ext>
            </a:extLst>
          </p:cNvPr>
          <p:cNvSpPr>
            <a:spLocks noGrp="1"/>
          </p:cNvSpPr>
          <p:nvPr>
            <p:ph idx="1"/>
          </p:nvPr>
        </p:nvSpPr>
        <p:spPr>
          <a:xfrm>
            <a:off x="476843" y="1462092"/>
            <a:ext cx="11241915" cy="4351338"/>
          </a:xfrm>
        </p:spPr>
        <p:txBody>
          <a:bodyPr/>
          <a:lstStyle/>
          <a:p>
            <a:pPr marL="0" indent="0">
              <a:buNone/>
            </a:pPr>
            <a:r>
              <a:rPr lang="en-US" dirty="0"/>
              <a:t>Now that the lesson has ended, you should be able to:</a:t>
            </a:r>
          </a:p>
          <a:p>
            <a:pPr marL="457200" indent="-457200">
              <a:buFont typeface="+mj-lt"/>
              <a:buAutoNum type="arabicPeriod"/>
            </a:pPr>
            <a:r>
              <a:rPr lang="en-US" altLang="zh-CN" dirty="0"/>
              <a:t>Explain the major components of an OS, including the file system, processes, and the kernel</a:t>
            </a:r>
          </a:p>
          <a:p>
            <a:pPr marL="457200" indent="-457200">
              <a:buFont typeface="+mj-lt"/>
              <a:buAutoNum type="arabicPeriod"/>
            </a:pPr>
            <a:r>
              <a:rPr lang="en-US" altLang="zh-CN" dirty="0"/>
              <a:t>Describe client and server operating systems and compare client and server OSs</a:t>
            </a:r>
          </a:p>
          <a:p>
            <a:pPr marL="457200" indent="-457200">
              <a:buFont typeface="+mj-lt"/>
              <a:buAutoNum type="arabicPeriod"/>
            </a:pPr>
            <a:r>
              <a:rPr lang="en-US" altLang="zh-CN" dirty="0"/>
              <a:t>Describe the components of virtualization and virtualization products</a:t>
            </a:r>
          </a:p>
          <a:p>
            <a:pPr marL="457200" indent="-457200">
              <a:buFont typeface="+mj-lt"/>
              <a:buAutoNum type="arabicPeriod"/>
            </a:pPr>
            <a:r>
              <a:rPr lang="en-US" altLang="zh-CN" dirty="0"/>
              <a:t>Explain the process of installing an OS, including preinstallation and post-installation tasks</a:t>
            </a:r>
          </a:p>
        </p:txBody>
      </p:sp>
    </p:spTree>
    <p:extLst>
      <p:ext uri="{BB962C8B-B14F-4D97-AF65-F5344CB8AC3E}">
        <p14:creationId xmlns:p14="http://schemas.microsoft.com/office/powerpoint/2010/main" val="23223707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FULL TEXT TEMPLATE MASTER" val="7pb33sBP"/>
  <p:tag name="ARTICULATE_DESIGN_ID_FULL TEXT TEMPLATE MASTER (CONT.)" val="V3Eg5WUK"/>
  <p:tag name="ARTICULATE_DESIGN_ID_OPTIMIZED TEMPLATE MASTER" val="rzwWCka7"/>
  <p:tag name="ARTICULATE_DESIGN_ID_OPTIMIZED TEMPLATE MASTER (CONT.)" val="klKJ3eZ5"/>
  <p:tag name="ARTICULATE_SLIDE_COUNT" val="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Cengage New">
      <a:majorFont>
        <a:latin typeface="Work Sans "/>
        <a:ea typeface=""/>
        <a:cs typeface=""/>
      </a:majorFont>
      <a:minorFont>
        <a:latin typeface="Work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11y_PPT_Template_Cengage_020221.pptx" id="{62A8FB47-AEAE-448A-A9EC-2B57E950A883}" vid="{DA52BCA4-C454-45F1-8147-C38687C750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Admin xmlns="c8ecdccd-e3b0-4392-94c4-49d90f16d1d5">
      <UserInfo>
        <DisplayName/>
        <AccountId xsi:nil="true"/>
        <AccountType/>
      </UserInfo>
    </Admin>
    <PartnerProgram xmlns="c8ecdccd-e3b0-4392-94c4-49d90f16d1d5" xsi:nil="true"/>
    <Topic xmlns="c8ecdccd-e3b0-4392-94c4-49d90f16d1d5">
      <Value>Accessibility</Value>
    </Topic>
    <Copy xmlns="c8ecdccd-e3b0-4392-94c4-49d90f16d1d5">false</Copy>
    <MasterLocation_x0028_ifCopy_x003d_Yes_x0029_ xmlns="c8ecdccd-e3b0-4392-94c4-49d90f16d1d5">n/a</MasterLocation_x0028_ifCopy_x003d_Yes_x0029_>
    <Owner xmlns="c8ecdccd-e3b0-4392-94c4-49d90f16d1d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23" ma:contentTypeDescription="Create a new document." ma:contentTypeScope="" ma:versionID="bb91af784c98ffd54f07baef4de8c87a">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6483f901f2ec473eb96d4dadeaaace36" ns2:_="" ns3:_="">
    <xsd:import namespace="c8ecdccd-e3b0-4392-94c4-49d90f16d1d5"/>
    <xsd:import namespace="cc1e726a-7c3b-4654-9122-87de3e28a51c"/>
    <xsd:element name="properties">
      <xsd:complexType>
        <xsd:sequence>
          <xsd:element name="documentManagement">
            <xsd:complexType>
              <xsd:all>
                <xsd:element ref="ns2:Topic" minOccurs="0"/>
                <xsd:element ref="ns2:Owner" minOccurs="0"/>
                <xsd:element ref="ns2:Admin" minOccurs="0"/>
                <xsd:element ref="ns2:Copy" minOccurs="0"/>
                <xsd:element ref="ns2:MasterLocation_x0028_ifCopy_x003d_Yes_x0029_" minOccurs="0"/>
                <xsd:element ref="ns2:AdminNotes" minOccurs="0"/>
                <xsd:element ref="ns2:MediaServiceMetadata" minOccurs="0"/>
                <xsd:element ref="ns2:MediaServiceFastMetadata" minOccurs="0"/>
                <xsd:element ref="ns2:MediaServiceAutoTags"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OCR" minOccurs="0"/>
                <xsd:element ref="ns2:MediaServiceGenerationTime" minOccurs="0"/>
                <xsd:element ref="ns2:MediaServiceEventHashCode" minOccurs="0"/>
                <xsd:element ref="ns2:PartnerProgram"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Topic" ma:index="2" nillable="true" ma:displayName="Topic" ma:default="Unassigned" ma:format="Dropdown" ma:internalName="Topic">
      <xsd:complexType>
        <xsd:complexContent>
          <xsd:extension base="dms:MultiChoice">
            <xsd:sequence>
              <xsd:element name="Value" maxOccurs="unbounded" minOccurs="0" nillable="true">
                <xsd:simpleType>
                  <xsd:restriction base="dms:Choice">
                    <xsd:enumeration value="Accessibility"/>
                    <xsd:enumeration value="Alt text"/>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enumeration value="Design"/>
                    <xsd:enumeration value="Inclusivity &amp; Diversity"/>
                    <xsd:enumeration value="Choice 16"/>
                  </xsd:restriction>
                </xsd:simpleType>
              </xsd:element>
            </xsd:sequence>
          </xsd:extension>
        </xsd:complexContent>
      </xsd:complexType>
    </xsd:element>
    <xsd:element name="Owner" ma:index="3"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earning"/>
          <xsd:enumeration value="Manufacturing"/>
          <xsd:enumeration value="NGL"/>
          <xsd:enumeration value="Strategic Sourcing"/>
        </xsd:restriction>
      </xsd:simpleType>
    </xsd:element>
    <xsd:element name="Admin" ma:index="4" nillable="true" ma:displayName="Admin" ma:list="UserInfo" ma:SharePointGroup="0" ma:internalName="Admin"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py" ma:index="5"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6"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earning"/>
          <xsd:enumeration value="Strategic Sourcing"/>
          <xsd:enumeration value="VIP Documents"/>
          <xsd:enumeration value="n/a"/>
          <xsd:enumeration value="Creative Studio"/>
          <xsd:enumeration value="NGL"/>
        </xsd:restriction>
      </xsd:simpleType>
    </xsd:element>
    <xsd:element name="AdminNotes" ma:index="7" nillable="true" ma:displayName="Admin Notes" ma:format="Dropdown" ma:internalName="AdminNotes">
      <xsd:complexType>
        <xsd:complexContent>
          <xsd:extension base="dms:MultiChoiceFillIn">
            <xsd:sequence>
              <xsd:element name="Value" maxOccurs="unbounded" minOccurs="0" nillable="true">
                <xsd:simpleType>
                  <xsd:union memberTypes="dms:Text">
                    <xsd:simpleType>
                      <xsd:restriction base="dms:Choice">
                        <xsd:enumeration value="See VIP Source Documents"/>
                        <xsd:enumeration value="E2E copy"/>
                        <xsd:enumeration value="Link to VIP copy"/>
                        <xsd:enumeration value="Same as internal version"/>
                        <xsd:enumeration value="Vendor-facing version"/>
                        <xsd:enumeration value="Source document w/owner"/>
                      </xsd:restriction>
                    </xsd:simpleType>
                  </xsd:union>
                </xsd:simpleType>
              </xsd:element>
            </xsd:sequence>
          </xsd:extension>
        </xsd:complexContent>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PartnerProgram" ma:index="25" nillable="true" ma:displayName="Partner Program" ma:format="Dropdown" ma:internalName="PartnerProgram">
      <xsd:complexType>
        <xsd:complexContent>
          <xsd:extension base="dms:MultiChoice">
            <xsd:sequence>
              <xsd:element name="Value" maxOccurs="unbounded" minOccurs="0" nillable="true">
                <xsd:simpleType>
                  <xsd:restriction base="dms:Choice">
                    <xsd:enumeration value="HE Production"/>
                    <xsd:enumeration value="Design"/>
                    <xsd:enumeration value="Authoring"/>
                    <xsd:enumeration value="Ancillary Production"/>
                    <xsd:enumeration value="Archiving"/>
                    <xsd:enumeration value="NGL"/>
                    <xsd:enumeration value="Media"/>
                  </xsd:restriction>
                </xsd:simple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9BA192-EF86-48DF-982C-2C526A268392}">
  <ds:schemaRefs>
    <ds:schemaRef ds:uri="http://schemas.microsoft.com/office/2006/documentManagement/types"/>
    <ds:schemaRef ds:uri="http://purl.org/dc/dcmitype/"/>
    <ds:schemaRef ds:uri="http://schemas.microsoft.com/office/infopath/2007/PartnerControls"/>
    <ds:schemaRef ds:uri="cc1e726a-7c3b-4654-9122-87de3e28a51c"/>
    <ds:schemaRef ds:uri="http://purl.org/dc/terms/"/>
    <ds:schemaRef ds:uri="http://schemas.openxmlformats.org/package/2006/metadata/core-properties"/>
    <ds:schemaRef ds:uri="http://www.w3.org/XML/1998/namespace"/>
    <ds:schemaRef ds:uri="http://purl.org/dc/elements/1.1/"/>
    <ds:schemaRef ds:uri="c8ecdccd-e3b0-4392-94c4-49d90f16d1d5"/>
    <ds:schemaRef ds:uri="http://schemas.microsoft.com/office/2006/metadata/properties"/>
  </ds:schemaRefs>
</ds:datastoreItem>
</file>

<file path=customXml/itemProps2.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3.xml><?xml version="1.0" encoding="utf-8"?>
<ds:datastoreItem xmlns:ds="http://schemas.openxmlformats.org/officeDocument/2006/customXml" ds:itemID="{99006C67-D151-4DD6-B0C5-0010ADB115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A11y_PPT_Template_Cengage_020221</Template>
  <TotalTime>28128</TotalTime>
  <Words>3821</Words>
  <Application>Microsoft Office PowerPoint</Application>
  <PresentationFormat>Widescreen</PresentationFormat>
  <Paragraphs>326</Paragraphs>
  <Slides>58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58</vt:i4>
      </vt:variant>
    </vt:vector>
  </HeadingPairs>
  <TitlesOfParts>
    <vt:vector size="65" baseType="lpstr">
      <vt:lpstr>Arial</vt:lpstr>
      <vt:lpstr>Calibri</vt:lpstr>
      <vt:lpstr>Courier New</vt:lpstr>
      <vt:lpstr>Wingdings</vt:lpstr>
      <vt:lpstr>Work Sans</vt:lpstr>
      <vt:lpstr>Work Sans </vt:lpstr>
      <vt:lpstr>Optimized Template Master</vt:lpstr>
      <vt:lpstr>Guide to Networking Essentials, 9e</vt:lpstr>
      <vt:lpstr>Chapter Objectives</vt:lpstr>
      <vt:lpstr>Operating System Fundamentals</vt:lpstr>
      <vt:lpstr>The File System (1 of 7)</vt:lpstr>
      <vt:lpstr>The File System (2 of 7)</vt:lpstr>
      <vt:lpstr>The File System (3 of 7)</vt:lpstr>
      <vt:lpstr>The File System (4 of 7)</vt:lpstr>
      <vt:lpstr>The File System (5 of 7)</vt:lpstr>
      <vt:lpstr>The File System (6 of 7)</vt:lpstr>
      <vt:lpstr>The File System (7 of 7)</vt:lpstr>
      <vt:lpstr>Processes and Services (1 of 3)</vt:lpstr>
      <vt:lpstr>Processes and Services (2 of 3)</vt:lpstr>
      <vt:lpstr>Processes and Services (3 of 3)</vt:lpstr>
      <vt:lpstr>The Kernel (1 of 2)</vt:lpstr>
      <vt:lpstr>The Kernel (2 of 2)</vt:lpstr>
      <vt:lpstr>Client and Server Operating System Overview</vt:lpstr>
      <vt:lpstr>The Role of a Client Operating System (1 of 7)</vt:lpstr>
      <vt:lpstr>The Role of a Client Operating System (2 of 7)</vt:lpstr>
      <vt:lpstr>The Role of a Client Operating System (3 of 7)</vt:lpstr>
      <vt:lpstr>The Role of a Client Operating System (4 of 7)</vt:lpstr>
      <vt:lpstr>The Role of a Client Operating System (5 of 7)</vt:lpstr>
      <vt:lpstr>The Role of a Client Operating System (6 of 7)</vt:lpstr>
      <vt:lpstr>The Role of a Server Operating System (7 of 7)</vt:lpstr>
      <vt:lpstr>Centralized User Account and Computer Management (1 of 5)</vt:lpstr>
      <vt:lpstr>Centralized User Account and Computer Management (2 of 5)</vt:lpstr>
      <vt:lpstr>Centralized User Account and Computer Management (3 of 5)</vt:lpstr>
      <vt:lpstr>Centralized User Account and Computer Management (4 of 5)</vt:lpstr>
      <vt:lpstr>Centralized User Account and Computer Management (5 of 5)</vt:lpstr>
      <vt:lpstr>Centralized Storage (1 of 3)</vt:lpstr>
      <vt:lpstr>Centralized Storage (2 of 3)</vt:lpstr>
      <vt:lpstr>Centralized Storage (3 of 3)</vt:lpstr>
      <vt:lpstr>Server and Network Fault Tolerance</vt:lpstr>
      <vt:lpstr>Additional Server Features</vt:lpstr>
      <vt:lpstr>Knowledge Check Activity 11-1</vt:lpstr>
      <vt:lpstr>Knowledge Check Activity 11-1: Answer</vt:lpstr>
      <vt:lpstr>Operating System Virtualization (1 of 4)</vt:lpstr>
      <vt:lpstr>Operating System Virtualization (2 of 4)</vt:lpstr>
      <vt:lpstr>Operating System Virtualization (3 of 4)</vt:lpstr>
      <vt:lpstr>Operating System Virtualization (4 of 4)</vt:lpstr>
      <vt:lpstr>Hosted Virtualization (1 of 6)</vt:lpstr>
      <vt:lpstr>Hosted Virtualization (2 of 6)</vt:lpstr>
      <vt:lpstr>Hosted Virtualization (3 of 6)</vt:lpstr>
      <vt:lpstr>Hosted Virtualization (4 of 6)</vt:lpstr>
      <vt:lpstr>Hosted Virtualization (5 of 6)</vt:lpstr>
      <vt:lpstr>Hosted Virtualization (6 of 6)</vt:lpstr>
      <vt:lpstr>Bare-Metal Virtualization (1 of 3)</vt:lpstr>
      <vt:lpstr>Bare-Metal Virtualization (2 of 3)</vt:lpstr>
      <vt:lpstr>Bare-Metal Virtualization (3 of 3)</vt:lpstr>
      <vt:lpstr>Installing an OS</vt:lpstr>
      <vt:lpstr>Planning for and Installing Windows Server (1 of 4)</vt:lpstr>
      <vt:lpstr>Planning for and Installing Windows Server (2 of 4)</vt:lpstr>
      <vt:lpstr>Planning for and Installing Windows Server (3 of 4)</vt:lpstr>
      <vt:lpstr>Planning for and Installing Windows Server (4 of 4)</vt:lpstr>
      <vt:lpstr>Planning for and Installing Linux</vt:lpstr>
      <vt:lpstr>Knowledge Check Activity 11-2</vt:lpstr>
      <vt:lpstr>Knowledge Check Activity 11-2: Answer</vt:lpstr>
      <vt:lpstr>Self Assessment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 Williams</dc:creator>
  <cp:lastModifiedBy>ap247</cp:lastModifiedBy>
  <cp:revision>602</cp:revision>
  <cp:lastPrinted>2016-10-03T15:29:39Z</cp:lastPrinted>
  <dcterms:created xsi:type="dcterms:W3CDTF">2021-12-10T16:21:02Z</dcterms:created>
  <dcterms:modified xsi:type="dcterms:W3CDTF">2026-04-09T05:04:30Z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ies>
</file>