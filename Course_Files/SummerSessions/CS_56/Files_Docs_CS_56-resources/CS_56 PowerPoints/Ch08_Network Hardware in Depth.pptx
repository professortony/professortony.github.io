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4"/>
  </p:sldMasterIdLst>
  <p:notesMasterIdLst>
    <p:notesMasterId r:id="rId58"/>
  </p:notesMasterIdLst>
  <p:handoutMasterIdLst>
    <p:handoutMasterId r:id="rId59"/>
  </p:handoutMasterIdLst>
  <p:sldIdLst>
    <p:sldId id="257" r:id="rId5"/>
    <p:sldId id="259" r:id="rId6"/>
    <p:sldId id="422" r:id="rId7"/>
    <p:sldId id="268" r:id="rId8"/>
    <p:sldId id="423" r:id="rId9"/>
    <p:sldId id="424" r:id="rId10"/>
    <p:sldId id="425" r:id="rId11"/>
    <p:sldId id="406" r:id="rId12"/>
    <p:sldId id="426" r:id="rId13"/>
    <p:sldId id="427" r:id="rId14"/>
    <p:sldId id="428" r:id="rId15"/>
    <p:sldId id="429" r:id="rId16"/>
    <p:sldId id="430" r:id="rId17"/>
    <p:sldId id="431" r:id="rId18"/>
    <p:sldId id="407" r:id="rId19"/>
    <p:sldId id="432" r:id="rId20"/>
    <p:sldId id="433" r:id="rId21"/>
    <p:sldId id="434" r:id="rId22"/>
    <p:sldId id="435" r:id="rId23"/>
    <p:sldId id="436" r:id="rId24"/>
    <p:sldId id="437" r:id="rId25"/>
    <p:sldId id="438" r:id="rId26"/>
    <p:sldId id="439" r:id="rId27"/>
    <p:sldId id="440" r:id="rId28"/>
    <p:sldId id="408" r:id="rId29"/>
    <p:sldId id="441" r:id="rId30"/>
    <p:sldId id="400" r:id="rId31"/>
    <p:sldId id="442" r:id="rId32"/>
    <p:sldId id="443" r:id="rId33"/>
    <p:sldId id="414" r:id="rId34"/>
    <p:sldId id="444" r:id="rId35"/>
    <p:sldId id="418" r:id="rId36"/>
    <p:sldId id="445" r:id="rId37"/>
    <p:sldId id="446" r:id="rId38"/>
    <p:sldId id="447" r:id="rId39"/>
    <p:sldId id="262" r:id="rId40"/>
    <p:sldId id="263" r:id="rId41"/>
    <p:sldId id="448" r:id="rId42"/>
    <p:sldId id="449" r:id="rId43"/>
    <p:sldId id="450" r:id="rId44"/>
    <p:sldId id="451" r:id="rId45"/>
    <p:sldId id="452" r:id="rId46"/>
    <p:sldId id="453" r:id="rId47"/>
    <p:sldId id="454" r:id="rId48"/>
    <p:sldId id="455" r:id="rId49"/>
    <p:sldId id="456" r:id="rId50"/>
    <p:sldId id="457" r:id="rId51"/>
    <p:sldId id="458" r:id="rId52"/>
    <p:sldId id="459" r:id="rId53"/>
    <p:sldId id="313" r:id="rId54"/>
    <p:sldId id="314" r:id="rId55"/>
    <p:sldId id="269" r:id="rId56"/>
    <p:sldId id="270" r:id="rId57"/>
  </p:sldIdLst>
  <p:sldSz cx="12192000" cy="6858000"/>
  <p:notesSz cx="6858000" cy="9144000"/>
  <p:custDataLst>
    <p:tags r:id="rId6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iola, Courtney A" initials="TCA" lastIdx="1" clrIdx="0">
    <p:extLst>
      <p:ext uri="{19B8F6BF-5375-455C-9EA6-DF929625EA0E}">
        <p15:presenceInfo xmlns:p15="http://schemas.microsoft.com/office/powerpoint/2012/main" userId="S-1-5-21-4027829005-1107895287-290554039-156439" providerId="AD"/>
      </p:ext>
    </p:extLst>
  </p:cmAuthor>
  <p:cmAuthor id="2" name="N Williams" initials="NW" lastIdx="1" clrIdx="1">
    <p:extLst>
      <p:ext uri="{19B8F6BF-5375-455C-9EA6-DF929625EA0E}">
        <p15:presenceInfo xmlns:p15="http://schemas.microsoft.com/office/powerpoint/2012/main" userId="N William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F7C"/>
    <a:srgbClr val="F2F2F2"/>
    <a:srgbClr val="0098D4"/>
    <a:srgbClr val="003865"/>
    <a:srgbClr val="000000"/>
    <a:srgbClr val="004A78"/>
    <a:srgbClr val="006298"/>
    <a:srgbClr val="FF6300"/>
    <a:srgbClr val="E9255F"/>
    <a:srgbClr val="00B8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4E777A-9FEE-48D3-8AF8-4DA3CDE44835}" v="9" dt="2026-03-19T05:00:13.7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1041" autoAdjust="0"/>
  </p:normalViewPr>
  <p:slideViewPr>
    <p:cSldViewPr snapToGrid="0" snapToObjects="1">
      <p:cViewPr varScale="1">
        <p:scale>
          <a:sx n="85" d="100"/>
          <a:sy n="85" d="100"/>
        </p:scale>
        <p:origin x="984" y="3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2" d="100"/>
          <a:sy n="52" d="100"/>
        </p:scale>
        <p:origin x="208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commentAuthors" Target="comment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handoutMaster" Target="handoutMasters/handoutMaster1.xml"/><Relationship Id="rId6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gs" Target="tags/tag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Pacheco" userId="fdf46b62-f4f9-461f-bfbc-c3446c220a65" providerId="ADAL" clId="{3F09B0B6-8311-4439-B79F-A5CAC35439EF}"/>
    <pc:docChg chg="custSel modSld modMainMaster">
      <pc:chgData name="Anthony Pacheco" userId="fdf46b62-f4f9-461f-bfbc-c3446c220a65" providerId="ADAL" clId="{3F09B0B6-8311-4439-B79F-A5CAC35439EF}" dt="2026-03-05T17:47:03.498" v="12" actId="14100"/>
      <pc:docMkLst>
        <pc:docMk/>
      </pc:docMkLst>
      <pc:sldChg chg="modSp mod">
        <pc:chgData name="Anthony Pacheco" userId="fdf46b62-f4f9-461f-bfbc-c3446c220a65" providerId="ADAL" clId="{3F09B0B6-8311-4439-B79F-A5CAC35439EF}" dt="2026-03-05T17:47:03.498" v="12" actId="14100"/>
        <pc:sldMkLst>
          <pc:docMk/>
          <pc:sldMk cId="2293288057" sldId="257"/>
        </pc:sldMkLst>
        <pc:spChg chg="mod">
          <ac:chgData name="Anthony Pacheco" userId="fdf46b62-f4f9-461f-bfbc-c3446c220a65" providerId="ADAL" clId="{3F09B0B6-8311-4439-B79F-A5CAC35439EF}" dt="2026-03-05T17:46:49.523" v="8" actId="14100"/>
          <ac:spMkLst>
            <pc:docMk/>
            <pc:sldMk cId="2293288057" sldId="257"/>
            <ac:spMk id="3" creationId="{21966DE8-7575-4696-B84F-B4DD0C822D6A}"/>
          </ac:spMkLst>
        </pc:spChg>
        <pc:spChg chg="mod">
          <ac:chgData name="Anthony Pacheco" userId="fdf46b62-f4f9-461f-bfbc-c3446c220a65" providerId="ADAL" clId="{3F09B0B6-8311-4439-B79F-A5CAC35439EF}" dt="2026-03-05T17:47:03.498" v="12" actId="14100"/>
          <ac:spMkLst>
            <pc:docMk/>
            <pc:sldMk cId="2293288057" sldId="257"/>
            <ac:spMk id="4" creationId="{81DDBEBE-99BA-45B9-B4E5-D18D90F7A983}"/>
          </ac:spMkLst>
        </pc:spChg>
        <pc:spChg chg="mod">
          <ac:chgData name="Anthony Pacheco" userId="fdf46b62-f4f9-461f-bfbc-c3446c220a65" providerId="ADAL" clId="{3F09B0B6-8311-4439-B79F-A5CAC35439EF}" dt="2026-03-05T17:46:40.963" v="7" actId="20577"/>
          <ac:spMkLst>
            <pc:docMk/>
            <pc:sldMk cId="2293288057" sldId="257"/>
            <ac:spMk id="6" creationId="{8CA6B67B-9490-477D-A112-06C22B6F8640}"/>
          </ac:spMkLst>
        </pc:spChg>
      </pc:sldChg>
      <pc:sldMasterChg chg="delSp modSp mod modSldLayout">
        <pc:chgData name="Anthony Pacheco" userId="fdf46b62-f4f9-461f-bfbc-c3446c220a65" providerId="ADAL" clId="{3F09B0B6-8311-4439-B79F-A5CAC35439EF}" dt="2026-03-05T17:46:29.826" v="6" actId="20577"/>
        <pc:sldMasterMkLst>
          <pc:docMk/>
          <pc:sldMasterMk cId="682046013" sldId="2147483725"/>
        </pc:sldMasterMkLst>
        <pc:spChg chg="mod">
          <ac:chgData name="Anthony Pacheco" userId="fdf46b62-f4f9-461f-bfbc-c3446c220a65" providerId="ADAL" clId="{3F09B0B6-8311-4439-B79F-A5CAC35439EF}" dt="2026-03-05T17:46:02.877" v="1" actId="20577"/>
          <ac:spMkLst>
            <pc:docMk/>
            <pc:sldMasterMk cId="682046013" sldId="2147483725"/>
            <ac:spMk id="8" creationId="{0E6636BF-D3CC-4DFC-A057-41CF18719446}"/>
          </ac:spMkLst>
        </pc:spChg>
        <pc:spChg chg="mod">
          <ac:chgData name="Anthony Pacheco" userId="fdf46b62-f4f9-461f-bfbc-c3446c220a65" providerId="ADAL" clId="{3F09B0B6-8311-4439-B79F-A5CAC35439EF}" dt="2026-03-05T17:46:16.538" v="3" actId="14100"/>
          <ac:spMkLst>
            <pc:docMk/>
            <pc:sldMasterMk cId="682046013" sldId="2147483725"/>
            <ac:spMk id="13" creationId="{A34EF16C-F8E9-4C74-8268-011BE18366AF}"/>
          </ac:spMkLst>
        </pc:spChg>
        <pc:sldLayoutChg chg="delSp modSp mod">
          <pc:chgData name="Anthony Pacheco" userId="fdf46b62-f4f9-461f-bfbc-c3446c220a65" providerId="ADAL" clId="{3F09B0B6-8311-4439-B79F-A5CAC35439EF}" dt="2026-03-05T17:46:29.826" v="6" actId="20577"/>
          <pc:sldLayoutMkLst>
            <pc:docMk/>
            <pc:sldMasterMk cId="682046013" sldId="2147483725"/>
            <pc:sldLayoutMk cId="803553635" sldId="2147483763"/>
          </pc:sldLayoutMkLst>
          <pc:spChg chg="mod">
            <ac:chgData name="Anthony Pacheco" userId="fdf46b62-f4f9-461f-bfbc-c3446c220a65" providerId="ADAL" clId="{3F09B0B6-8311-4439-B79F-A5CAC35439EF}" dt="2026-03-05T17:46:29.826" v="6" actId="20577"/>
            <ac:spMkLst>
              <pc:docMk/>
              <pc:sldMasterMk cId="682046013" sldId="2147483725"/>
              <pc:sldLayoutMk cId="803553635" sldId="2147483763"/>
              <ac:spMk id="11" creationId="{09216FC3-84E9-4B73-9DA8-CF771043770B}"/>
            </ac:spMkLst>
          </pc:spChg>
        </pc:sldLayoutChg>
        <pc:sldLayoutChg chg="delSp mod">
          <pc:chgData name="Anthony Pacheco" userId="fdf46b62-f4f9-461f-bfbc-c3446c220a65" providerId="ADAL" clId="{3F09B0B6-8311-4439-B79F-A5CAC35439EF}" dt="2026-03-05T17:46:22.346" v="4" actId="478"/>
          <pc:sldLayoutMkLst>
            <pc:docMk/>
            <pc:sldMasterMk cId="682046013" sldId="2147483725"/>
            <pc:sldLayoutMk cId="2170826813" sldId="2147483765"/>
          </pc:sldLayoutMkLst>
        </pc:sldLayoutChg>
      </pc:sldMasterChg>
    </pc:docChg>
  </pc:docChgLst>
  <pc:docChgLst>
    <pc:chgData name="Anthony Pacheco" userId="fdf46b62-f4f9-461f-bfbc-c3446c220a65" providerId="ADAL" clId="{46C61306-57F8-4F30-B63F-8877BEB9A9E1}"/>
    <pc:docChg chg="custSel modSld">
      <pc:chgData name="Anthony Pacheco" userId="fdf46b62-f4f9-461f-bfbc-c3446c220a65" providerId="ADAL" clId="{46C61306-57F8-4F30-B63F-8877BEB9A9E1}" dt="2026-03-19T05:05:20.175" v="216" actId="20577"/>
      <pc:docMkLst>
        <pc:docMk/>
      </pc:docMkLst>
      <pc:sldChg chg="modSp mod">
        <pc:chgData name="Anthony Pacheco" userId="fdf46b62-f4f9-461f-bfbc-c3446c220a65" providerId="ADAL" clId="{46C61306-57F8-4F30-B63F-8877BEB9A9E1}" dt="2026-03-19T04:04:48.432" v="106" actId="1076"/>
        <pc:sldMkLst>
          <pc:docMk/>
          <pc:sldMk cId="3683800090" sldId="262"/>
        </pc:sldMkLst>
        <pc:spChg chg="mod">
          <ac:chgData name="Anthony Pacheco" userId="fdf46b62-f4f9-461f-bfbc-c3446c220a65" providerId="ADAL" clId="{46C61306-57F8-4F30-B63F-8877BEB9A9E1}" dt="2026-03-19T04:04:48.432" v="106" actId="1076"/>
          <ac:spMkLst>
            <pc:docMk/>
            <pc:sldMk cId="3683800090" sldId="262"/>
            <ac:spMk id="15" creationId="{5464F008-21F9-FCFB-BF06-39C357DBA52E}"/>
          </ac:spMkLst>
        </pc:spChg>
      </pc:sldChg>
      <pc:sldChg chg="modSp mod">
        <pc:chgData name="Anthony Pacheco" userId="fdf46b62-f4f9-461f-bfbc-c3446c220a65" providerId="ADAL" clId="{46C61306-57F8-4F30-B63F-8877BEB9A9E1}" dt="2026-03-19T04:06:53.639" v="111" actId="113"/>
        <pc:sldMkLst>
          <pc:docMk/>
          <pc:sldMk cId="3889104735" sldId="263"/>
        </pc:sldMkLst>
        <pc:spChg chg="mod">
          <ac:chgData name="Anthony Pacheco" userId="fdf46b62-f4f9-461f-bfbc-c3446c220a65" providerId="ADAL" clId="{46C61306-57F8-4F30-B63F-8877BEB9A9E1}" dt="2026-03-19T04:06:53.639" v="111" actId="113"/>
          <ac:spMkLst>
            <pc:docMk/>
            <pc:sldMk cId="3889104735" sldId="263"/>
            <ac:spMk id="12" creationId="{945F9FD1-AEB1-00C2-F6D0-11C11AF9B426}"/>
          </ac:spMkLst>
        </pc:spChg>
      </pc:sldChg>
      <pc:sldChg chg="modSp mod">
        <pc:chgData name="Anthony Pacheco" userId="fdf46b62-f4f9-461f-bfbc-c3446c220a65" providerId="ADAL" clId="{46C61306-57F8-4F30-B63F-8877BEB9A9E1}" dt="2026-03-19T04:15:43.444" v="179" actId="1076"/>
        <pc:sldMkLst>
          <pc:docMk/>
          <pc:sldMk cId="623742845" sldId="269"/>
        </pc:sldMkLst>
        <pc:spChg chg="mod">
          <ac:chgData name="Anthony Pacheco" userId="fdf46b62-f4f9-461f-bfbc-c3446c220a65" providerId="ADAL" clId="{46C61306-57F8-4F30-B63F-8877BEB9A9E1}" dt="2026-03-19T04:15:43.444" v="179" actId="1076"/>
          <ac:spMkLst>
            <pc:docMk/>
            <pc:sldMk cId="623742845" sldId="269"/>
            <ac:spMk id="3" creationId="{D90D28A5-F477-438F-8470-076D1B855E62}"/>
          </ac:spMkLst>
        </pc:spChg>
      </pc:sldChg>
      <pc:sldChg chg="modSp mod">
        <pc:chgData name="Anthony Pacheco" userId="fdf46b62-f4f9-461f-bfbc-c3446c220a65" providerId="ADAL" clId="{46C61306-57F8-4F30-B63F-8877BEB9A9E1}" dt="2026-03-19T04:15:49.807" v="180" actId="1076"/>
        <pc:sldMkLst>
          <pc:docMk/>
          <pc:sldMk cId="2322370733" sldId="270"/>
        </pc:sldMkLst>
        <pc:spChg chg="mod">
          <ac:chgData name="Anthony Pacheco" userId="fdf46b62-f4f9-461f-bfbc-c3446c220a65" providerId="ADAL" clId="{46C61306-57F8-4F30-B63F-8877BEB9A9E1}" dt="2026-03-19T04:15:49.807" v="180" actId="1076"/>
          <ac:spMkLst>
            <pc:docMk/>
            <pc:sldMk cId="2322370733" sldId="270"/>
            <ac:spMk id="3" creationId="{6C62FF5B-1A90-449C-9F51-BCC153EB61C0}"/>
          </ac:spMkLst>
        </pc:spChg>
      </pc:sldChg>
      <pc:sldChg chg="modSp mod">
        <pc:chgData name="Anthony Pacheco" userId="fdf46b62-f4f9-461f-bfbc-c3446c220a65" providerId="ADAL" clId="{46C61306-57F8-4F30-B63F-8877BEB9A9E1}" dt="2026-03-19T04:14:55.615" v="171" actId="113"/>
        <pc:sldMkLst>
          <pc:docMk/>
          <pc:sldMk cId="1225153072" sldId="313"/>
        </pc:sldMkLst>
        <pc:spChg chg="mod">
          <ac:chgData name="Anthony Pacheco" userId="fdf46b62-f4f9-461f-bfbc-c3446c220a65" providerId="ADAL" clId="{46C61306-57F8-4F30-B63F-8877BEB9A9E1}" dt="2026-03-19T04:14:55.615" v="171" actId="113"/>
          <ac:spMkLst>
            <pc:docMk/>
            <pc:sldMk cId="1225153072" sldId="313"/>
            <ac:spMk id="15" creationId="{5464F008-21F9-FCFB-BF06-39C357DBA52E}"/>
          </ac:spMkLst>
        </pc:spChg>
      </pc:sldChg>
      <pc:sldChg chg="addSp delSp modSp mod modNotesTx">
        <pc:chgData name="Anthony Pacheco" userId="fdf46b62-f4f9-461f-bfbc-c3446c220a65" providerId="ADAL" clId="{46C61306-57F8-4F30-B63F-8877BEB9A9E1}" dt="2026-03-19T05:00:16.791" v="206" actId="478"/>
        <pc:sldMkLst>
          <pc:docMk/>
          <pc:sldMk cId="1997762903" sldId="314"/>
        </pc:sldMkLst>
        <pc:spChg chg="add del mod">
          <ac:chgData name="Anthony Pacheco" userId="fdf46b62-f4f9-461f-bfbc-c3446c220a65" providerId="ADAL" clId="{46C61306-57F8-4F30-B63F-8877BEB9A9E1}" dt="2026-03-19T05:00:16.791" v="206" actId="478"/>
          <ac:spMkLst>
            <pc:docMk/>
            <pc:sldMk cId="1997762903" sldId="314"/>
            <ac:spMk id="3" creationId="{C582F748-1DEA-DCBB-E7D1-CD5F12C64341}"/>
          </ac:spMkLst>
        </pc:spChg>
        <pc:spChg chg="add del">
          <ac:chgData name="Anthony Pacheco" userId="fdf46b62-f4f9-461f-bfbc-c3446c220a65" providerId="ADAL" clId="{46C61306-57F8-4F30-B63F-8877BEB9A9E1}" dt="2026-03-19T04:22:31.783" v="201" actId="478"/>
          <ac:spMkLst>
            <pc:docMk/>
            <pc:sldMk cId="1997762903" sldId="314"/>
            <ac:spMk id="5" creationId="{653A11D4-C1F2-B9A0-B605-AD68F401071D}"/>
          </ac:spMkLst>
        </pc:spChg>
        <pc:spChg chg="mod">
          <ac:chgData name="Anthony Pacheco" userId="fdf46b62-f4f9-461f-bfbc-c3446c220a65" providerId="ADAL" clId="{46C61306-57F8-4F30-B63F-8877BEB9A9E1}" dt="2026-03-19T04:15:36.960" v="178" actId="113"/>
          <ac:spMkLst>
            <pc:docMk/>
            <pc:sldMk cId="1997762903" sldId="314"/>
            <ac:spMk id="12" creationId="{945F9FD1-AEB1-00C2-F6D0-11C11AF9B426}"/>
          </ac:spMkLst>
        </pc:spChg>
        <pc:picChg chg="add del mod">
          <ac:chgData name="Anthony Pacheco" userId="fdf46b62-f4f9-461f-bfbc-c3446c220a65" providerId="ADAL" clId="{46C61306-57F8-4F30-B63F-8877BEB9A9E1}" dt="2026-03-19T05:00:13.768" v="205" actId="478"/>
          <ac:picMkLst>
            <pc:docMk/>
            <pc:sldMk cId="1997762903" sldId="314"/>
            <ac:picMk id="2050" creationId="{BB6FA4D1-35EF-C667-7771-3B5C12FB1EE2}"/>
          </ac:picMkLst>
        </pc:picChg>
      </pc:sldChg>
      <pc:sldChg chg="modSp mod">
        <pc:chgData name="Anthony Pacheco" userId="fdf46b62-f4f9-461f-bfbc-c3446c220a65" providerId="ADAL" clId="{46C61306-57F8-4F30-B63F-8877BEB9A9E1}" dt="2026-03-19T04:01:08.088" v="78" actId="1076"/>
        <pc:sldMkLst>
          <pc:docMk/>
          <pc:sldMk cId="4083196316" sldId="400"/>
        </pc:sldMkLst>
        <pc:picChg chg="mod">
          <ac:chgData name="Anthony Pacheco" userId="fdf46b62-f4f9-461f-bfbc-c3446c220a65" providerId="ADAL" clId="{46C61306-57F8-4F30-B63F-8877BEB9A9E1}" dt="2026-03-19T04:01:08.088" v="78" actId="1076"/>
          <ac:picMkLst>
            <pc:docMk/>
            <pc:sldMk cId="4083196316" sldId="400"/>
            <ac:picMk id="4" creationId="{EB0D5D49-CCEB-7B5D-CAD6-0F698E909BD6}"/>
          </ac:picMkLst>
        </pc:picChg>
      </pc:sldChg>
      <pc:sldChg chg="modSp mod">
        <pc:chgData name="Anthony Pacheco" userId="fdf46b62-f4f9-461f-bfbc-c3446c220a65" providerId="ADAL" clId="{46C61306-57F8-4F30-B63F-8877BEB9A9E1}" dt="2026-03-19T04:00:08.177" v="69" actId="1076"/>
        <pc:sldMkLst>
          <pc:docMk/>
          <pc:sldMk cId="3993841296" sldId="408"/>
        </pc:sldMkLst>
        <pc:picChg chg="mod">
          <ac:chgData name="Anthony Pacheco" userId="fdf46b62-f4f9-461f-bfbc-c3446c220a65" providerId="ADAL" clId="{46C61306-57F8-4F30-B63F-8877BEB9A9E1}" dt="2026-03-19T04:00:08.177" v="69" actId="1076"/>
          <ac:picMkLst>
            <pc:docMk/>
            <pc:sldMk cId="3993841296" sldId="408"/>
            <ac:picMk id="4" creationId="{7B9F3800-67DB-1E01-B7A3-F2A293CC769F}"/>
          </ac:picMkLst>
        </pc:picChg>
      </pc:sldChg>
      <pc:sldChg chg="modSp mod">
        <pc:chgData name="Anthony Pacheco" userId="fdf46b62-f4f9-461f-bfbc-c3446c220a65" providerId="ADAL" clId="{46C61306-57F8-4F30-B63F-8877BEB9A9E1}" dt="2026-03-19T04:03:11.532" v="88" actId="14100"/>
        <pc:sldMkLst>
          <pc:docMk/>
          <pc:sldMk cId="2799536901" sldId="414"/>
        </pc:sldMkLst>
        <pc:picChg chg="mod">
          <ac:chgData name="Anthony Pacheco" userId="fdf46b62-f4f9-461f-bfbc-c3446c220a65" providerId="ADAL" clId="{46C61306-57F8-4F30-B63F-8877BEB9A9E1}" dt="2026-03-19T04:03:11.532" v="88" actId="14100"/>
          <ac:picMkLst>
            <pc:docMk/>
            <pc:sldMk cId="2799536901" sldId="414"/>
            <ac:picMk id="4" creationId="{FCB980D8-1F52-6AFF-EECB-29DF1C2F6773}"/>
          </ac:picMkLst>
        </pc:picChg>
      </pc:sldChg>
      <pc:sldChg chg="modSp mod">
        <pc:chgData name="Anthony Pacheco" userId="fdf46b62-f4f9-461f-bfbc-c3446c220a65" providerId="ADAL" clId="{46C61306-57F8-4F30-B63F-8877BEB9A9E1}" dt="2026-03-19T04:03:36.332" v="95" actId="14100"/>
        <pc:sldMkLst>
          <pc:docMk/>
          <pc:sldMk cId="108572204" sldId="418"/>
        </pc:sldMkLst>
        <pc:picChg chg="mod">
          <ac:chgData name="Anthony Pacheco" userId="fdf46b62-f4f9-461f-bfbc-c3446c220a65" providerId="ADAL" clId="{46C61306-57F8-4F30-B63F-8877BEB9A9E1}" dt="2026-03-19T04:03:36.332" v="95" actId="14100"/>
          <ac:picMkLst>
            <pc:docMk/>
            <pc:sldMk cId="108572204" sldId="418"/>
            <ac:picMk id="4" creationId="{CF1DDC1E-7A84-5997-6064-0FD110274A04}"/>
          </ac:picMkLst>
        </pc:picChg>
      </pc:sldChg>
      <pc:sldChg chg="modSp mod">
        <pc:chgData name="Anthony Pacheco" userId="fdf46b62-f4f9-461f-bfbc-c3446c220a65" providerId="ADAL" clId="{46C61306-57F8-4F30-B63F-8877BEB9A9E1}" dt="2026-03-17T05:13:56.770" v="1" actId="113"/>
        <pc:sldMkLst>
          <pc:docMk/>
          <pc:sldMk cId="1432700446" sldId="422"/>
        </pc:sldMkLst>
        <pc:spChg chg="mod">
          <ac:chgData name="Anthony Pacheco" userId="fdf46b62-f4f9-461f-bfbc-c3446c220a65" providerId="ADAL" clId="{46C61306-57F8-4F30-B63F-8877BEB9A9E1}" dt="2026-03-17T05:13:56.770" v="1" actId="113"/>
          <ac:spMkLst>
            <pc:docMk/>
            <pc:sldMk cId="1432700446" sldId="422"/>
            <ac:spMk id="3" creationId="{43224CFB-7780-58C4-F16E-8FBD9FFA839D}"/>
          </ac:spMkLst>
        </pc:spChg>
      </pc:sldChg>
      <pc:sldChg chg="modSp mod">
        <pc:chgData name="Anthony Pacheco" userId="fdf46b62-f4f9-461f-bfbc-c3446c220a65" providerId="ADAL" clId="{46C61306-57F8-4F30-B63F-8877BEB9A9E1}" dt="2026-03-17T05:14:54.668" v="5" actId="113"/>
        <pc:sldMkLst>
          <pc:docMk/>
          <pc:sldMk cId="1903340152" sldId="425"/>
        </pc:sldMkLst>
        <pc:spChg chg="mod">
          <ac:chgData name="Anthony Pacheco" userId="fdf46b62-f4f9-461f-bfbc-c3446c220a65" providerId="ADAL" clId="{46C61306-57F8-4F30-B63F-8877BEB9A9E1}" dt="2026-03-17T05:14:54.668" v="5" actId="113"/>
          <ac:spMkLst>
            <pc:docMk/>
            <pc:sldMk cId="1903340152" sldId="425"/>
            <ac:spMk id="3" creationId="{A3C143C5-96D0-8B74-EB1A-D5E2678513ED}"/>
          </ac:spMkLst>
        </pc:spChg>
      </pc:sldChg>
      <pc:sldChg chg="modSp mod">
        <pc:chgData name="Anthony Pacheco" userId="fdf46b62-f4f9-461f-bfbc-c3446c220a65" providerId="ADAL" clId="{46C61306-57F8-4F30-B63F-8877BEB9A9E1}" dt="2026-03-17T05:16:48.256" v="8" actId="113"/>
        <pc:sldMkLst>
          <pc:docMk/>
          <pc:sldMk cId="3777625485" sldId="426"/>
        </pc:sldMkLst>
        <pc:spChg chg="mod">
          <ac:chgData name="Anthony Pacheco" userId="fdf46b62-f4f9-461f-bfbc-c3446c220a65" providerId="ADAL" clId="{46C61306-57F8-4F30-B63F-8877BEB9A9E1}" dt="2026-03-17T05:16:48.256" v="8" actId="113"/>
          <ac:spMkLst>
            <pc:docMk/>
            <pc:sldMk cId="3777625485" sldId="426"/>
            <ac:spMk id="3" creationId="{A53A1A24-D446-A68E-50AB-A08AB7B3CB07}"/>
          </ac:spMkLst>
        </pc:spChg>
      </pc:sldChg>
      <pc:sldChg chg="modSp mod">
        <pc:chgData name="Anthony Pacheco" userId="fdf46b62-f4f9-461f-bfbc-c3446c220a65" providerId="ADAL" clId="{46C61306-57F8-4F30-B63F-8877BEB9A9E1}" dt="2026-03-17T05:23:49.087" v="9" actId="1076"/>
        <pc:sldMkLst>
          <pc:docMk/>
          <pc:sldMk cId="3792122659" sldId="427"/>
        </pc:sldMkLst>
        <pc:spChg chg="mod">
          <ac:chgData name="Anthony Pacheco" userId="fdf46b62-f4f9-461f-bfbc-c3446c220a65" providerId="ADAL" clId="{46C61306-57F8-4F30-B63F-8877BEB9A9E1}" dt="2026-03-17T05:23:49.087" v="9" actId="1076"/>
          <ac:spMkLst>
            <pc:docMk/>
            <pc:sldMk cId="3792122659" sldId="427"/>
            <ac:spMk id="3" creationId="{80C6A419-08D3-4CD9-C682-11EF868EAB4B}"/>
          </ac:spMkLst>
        </pc:spChg>
      </pc:sldChg>
      <pc:sldChg chg="modSp mod">
        <pc:chgData name="Anthony Pacheco" userId="fdf46b62-f4f9-461f-bfbc-c3446c220a65" providerId="ADAL" clId="{46C61306-57F8-4F30-B63F-8877BEB9A9E1}" dt="2026-03-17T05:24:00.484" v="11" actId="113"/>
        <pc:sldMkLst>
          <pc:docMk/>
          <pc:sldMk cId="2115285162" sldId="428"/>
        </pc:sldMkLst>
        <pc:spChg chg="mod">
          <ac:chgData name="Anthony Pacheco" userId="fdf46b62-f4f9-461f-bfbc-c3446c220a65" providerId="ADAL" clId="{46C61306-57F8-4F30-B63F-8877BEB9A9E1}" dt="2026-03-17T05:24:00.484" v="11" actId="113"/>
          <ac:spMkLst>
            <pc:docMk/>
            <pc:sldMk cId="2115285162" sldId="428"/>
            <ac:spMk id="3" creationId="{59220321-E619-41C8-636B-C80A4C6C2248}"/>
          </ac:spMkLst>
        </pc:spChg>
      </pc:sldChg>
      <pc:sldChg chg="modSp mod">
        <pc:chgData name="Anthony Pacheco" userId="fdf46b62-f4f9-461f-bfbc-c3446c220a65" providerId="ADAL" clId="{46C61306-57F8-4F30-B63F-8877BEB9A9E1}" dt="2026-03-17T05:26:12.525" v="14" actId="1076"/>
        <pc:sldMkLst>
          <pc:docMk/>
          <pc:sldMk cId="1949400109" sldId="429"/>
        </pc:sldMkLst>
        <pc:spChg chg="mod">
          <ac:chgData name="Anthony Pacheco" userId="fdf46b62-f4f9-461f-bfbc-c3446c220a65" providerId="ADAL" clId="{46C61306-57F8-4F30-B63F-8877BEB9A9E1}" dt="2026-03-17T05:26:12.525" v="14" actId="1076"/>
          <ac:spMkLst>
            <pc:docMk/>
            <pc:sldMk cId="1949400109" sldId="429"/>
            <ac:spMk id="3" creationId="{C5E865AE-77B8-7352-A5F2-104868CBB1D4}"/>
          </ac:spMkLst>
        </pc:spChg>
      </pc:sldChg>
      <pc:sldChg chg="modSp mod">
        <pc:chgData name="Anthony Pacheco" userId="fdf46b62-f4f9-461f-bfbc-c3446c220a65" providerId="ADAL" clId="{46C61306-57F8-4F30-B63F-8877BEB9A9E1}" dt="2026-03-17T05:26:26.568" v="16" actId="113"/>
        <pc:sldMkLst>
          <pc:docMk/>
          <pc:sldMk cId="3962778468" sldId="430"/>
        </pc:sldMkLst>
        <pc:spChg chg="mod">
          <ac:chgData name="Anthony Pacheco" userId="fdf46b62-f4f9-461f-bfbc-c3446c220a65" providerId="ADAL" clId="{46C61306-57F8-4F30-B63F-8877BEB9A9E1}" dt="2026-03-17T05:26:26.568" v="16" actId="113"/>
          <ac:spMkLst>
            <pc:docMk/>
            <pc:sldMk cId="3962778468" sldId="430"/>
            <ac:spMk id="3" creationId="{D48A5300-D256-6AFC-59A6-06EC9237AB57}"/>
          </ac:spMkLst>
        </pc:spChg>
      </pc:sldChg>
      <pc:sldChg chg="modSp mod">
        <pc:chgData name="Anthony Pacheco" userId="fdf46b62-f4f9-461f-bfbc-c3446c220a65" providerId="ADAL" clId="{46C61306-57F8-4F30-B63F-8877BEB9A9E1}" dt="2026-03-17T05:26:34.455" v="17" actId="1076"/>
        <pc:sldMkLst>
          <pc:docMk/>
          <pc:sldMk cId="880089943" sldId="431"/>
        </pc:sldMkLst>
        <pc:spChg chg="mod">
          <ac:chgData name="Anthony Pacheco" userId="fdf46b62-f4f9-461f-bfbc-c3446c220a65" providerId="ADAL" clId="{46C61306-57F8-4F30-B63F-8877BEB9A9E1}" dt="2026-03-17T05:26:34.455" v="17" actId="1076"/>
          <ac:spMkLst>
            <pc:docMk/>
            <pc:sldMk cId="880089943" sldId="431"/>
            <ac:spMk id="3" creationId="{F3014C44-C0F7-606F-3260-4B6FDE9C93FB}"/>
          </ac:spMkLst>
        </pc:spChg>
      </pc:sldChg>
      <pc:sldChg chg="modSp mod">
        <pc:chgData name="Anthony Pacheco" userId="fdf46b62-f4f9-461f-bfbc-c3446c220a65" providerId="ADAL" clId="{46C61306-57F8-4F30-B63F-8877BEB9A9E1}" dt="2026-03-17T05:26:50.604" v="20" actId="113"/>
        <pc:sldMkLst>
          <pc:docMk/>
          <pc:sldMk cId="3185154261" sldId="432"/>
        </pc:sldMkLst>
        <pc:spChg chg="mod">
          <ac:chgData name="Anthony Pacheco" userId="fdf46b62-f4f9-461f-bfbc-c3446c220a65" providerId="ADAL" clId="{46C61306-57F8-4F30-B63F-8877BEB9A9E1}" dt="2026-03-17T05:26:50.604" v="20" actId="113"/>
          <ac:spMkLst>
            <pc:docMk/>
            <pc:sldMk cId="3185154261" sldId="432"/>
            <ac:spMk id="3" creationId="{ED8D8FAE-6BCC-BE00-4989-175F25ED09E2}"/>
          </ac:spMkLst>
        </pc:spChg>
      </pc:sldChg>
      <pc:sldChg chg="modSp mod">
        <pc:chgData name="Anthony Pacheco" userId="fdf46b62-f4f9-461f-bfbc-c3446c220a65" providerId="ADAL" clId="{46C61306-57F8-4F30-B63F-8877BEB9A9E1}" dt="2026-03-17T05:27:20.369" v="23" actId="113"/>
        <pc:sldMkLst>
          <pc:docMk/>
          <pc:sldMk cId="1218396544" sldId="434"/>
        </pc:sldMkLst>
        <pc:spChg chg="mod">
          <ac:chgData name="Anthony Pacheco" userId="fdf46b62-f4f9-461f-bfbc-c3446c220a65" providerId="ADAL" clId="{46C61306-57F8-4F30-B63F-8877BEB9A9E1}" dt="2026-03-17T05:27:20.369" v="23" actId="113"/>
          <ac:spMkLst>
            <pc:docMk/>
            <pc:sldMk cId="1218396544" sldId="434"/>
            <ac:spMk id="3" creationId="{6162E50B-ED68-76E2-BEA6-15F50AB960B1}"/>
          </ac:spMkLst>
        </pc:spChg>
      </pc:sldChg>
      <pc:sldChg chg="modSp mod">
        <pc:chgData name="Anthony Pacheco" userId="fdf46b62-f4f9-461f-bfbc-c3446c220a65" providerId="ADAL" clId="{46C61306-57F8-4F30-B63F-8877BEB9A9E1}" dt="2026-03-17T05:29:50.329" v="29" actId="113"/>
        <pc:sldMkLst>
          <pc:docMk/>
          <pc:sldMk cId="3270774052" sldId="435"/>
        </pc:sldMkLst>
        <pc:spChg chg="mod">
          <ac:chgData name="Anthony Pacheco" userId="fdf46b62-f4f9-461f-bfbc-c3446c220a65" providerId="ADAL" clId="{46C61306-57F8-4F30-B63F-8877BEB9A9E1}" dt="2026-03-17T05:29:50.329" v="29" actId="113"/>
          <ac:spMkLst>
            <pc:docMk/>
            <pc:sldMk cId="3270774052" sldId="435"/>
            <ac:spMk id="3" creationId="{94CE358F-C896-BC75-CC2A-52EB8E413375}"/>
          </ac:spMkLst>
        </pc:spChg>
      </pc:sldChg>
      <pc:sldChg chg="modSp mod">
        <pc:chgData name="Anthony Pacheco" userId="fdf46b62-f4f9-461f-bfbc-c3446c220a65" providerId="ADAL" clId="{46C61306-57F8-4F30-B63F-8877BEB9A9E1}" dt="2026-03-17T05:30:23.529" v="33" actId="14100"/>
        <pc:sldMkLst>
          <pc:docMk/>
          <pc:sldMk cId="2976430826" sldId="436"/>
        </pc:sldMkLst>
        <pc:spChg chg="mod">
          <ac:chgData name="Anthony Pacheco" userId="fdf46b62-f4f9-461f-bfbc-c3446c220a65" providerId="ADAL" clId="{46C61306-57F8-4F30-B63F-8877BEB9A9E1}" dt="2026-03-17T05:30:23.529" v="33" actId="14100"/>
          <ac:spMkLst>
            <pc:docMk/>
            <pc:sldMk cId="2976430826" sldId="436"/>
            <ac:spMk id="3" creationId="{F3594FFD-089A-3E7A-B851-36F05BE4E25B}"/>
          </ac:spMkLst>
        </pc:spChg>
      </pc:sldChg>
      <pc:sldChg chg="modSp mod">
        <pc:chgData name="Anthony Pacheco" userId="fdf46b62-f4f9-461f-bfbc-c3446c220a65" providerId="ADAL" clId="{46C61306-57F8-4F30-B63F-8877BEB9A9E1}" dt="2026-03-17T05:30:51.410" v="36" actId="113"/>
        <pc:sldMkLst>
          <pc:docMk/>
          <pc:sldMk cId="2103162675" sldId="437"/>
        </pc:sldMkLst>
        <pc:spChg chg="mod">
          <ac:chgData name="Anthony Pacheco" userId="fdf46b62-f4f9-461f-bfbc-c3446c220a65" providerId="ADAL" clId="{46C61306-57F8-4F30-B63F-8877BEB9A9E1}" dt="2026-03-17T05:30:51.410" v="36" actId="113"/>
          <ac:spMkLst>
            <pc:docMk/>
            <pc:sldMk cId="2103162675" sldId="437"/>
            <ac:spMk id="3" creationId="{46235CBC-0644-69F8-24D5-7A01E8742897}"/>
          </ac:spMkLst>
        </pc:spChg>
      </pc:sldChg>
      <pc:sldChg chg="addSp modSp mod">
        <pc:chgData name="Anthony Pacheco" userId="fdf46b62-f4f9-461f-bfbc-c3446c220a65" providerId="ADAL" clId="{46C61306-57F8-4F30-B63F-8877BEB9A9E1}" dt="2026-03-17T05:33:04.047" v="53" actId="1076"/>
        <pc:sldMkLst>
          <pc:docMk/>
          <pc:sldMk cId="1786536866" sldId="438"/>
        </pc:sldMkLst>
        <pc:spChg chg="mod">
          <ac:chgData name="Anthony Pacheco" userId="fdf46b62-f4f9-461f-bfbc-c3446c220a65" providerId="ADAL" clId="{46C61306-57F8-4F30-B63F-8877BEB9A9E1}" dt="2026-03-17T05:31:20.327" v="41" actId="14100"/>
          <ac:spMkLst>
            <pc:docMk/>
            <pc:sldMk cId="1786536866" sldId="438"/>
            <ac:spMk id="2" creationId="{F2744DF8-3FF5-C1BB-C5C6-7928F2A2066F}"/>
          </ac:spMkLst>
        </pc:spChg>
        <pc:spChg chg="mod">
          <ac:chgData name="Anthony Pacheco" userId="fdf46b62-f4f9-461f-bfbc-c3446c220a65" providerId="ADAL" clId="{46C61306-57F8-4F30-B63F-8877BEB9A9E1}" dt="2026-03-17T05:31:23.693" v="42" actId="1076"/>
          <ac:spMkLst>
            <pc:docMk/>
            <pc:sldMk cId="1786536866" sldId="438"/>
            <ac:spMk id="3" creationId="{5CC81BD3-B264-FEA1-96B5-59890DFFB91C}"/>
          </ac:spMkLst>
        </pc:spChg>
        <pc:spChg chg="add mod">
          <ac:chgData name="Anthony Pacheco" userId="fdf46b62-f4f9-461f-bfbc-c3446c220a65" providerId="ADAL" clId="{46C61306-57F8-4F30-B63F-8877BEB9A9E1}" dt="2026-03-17T05:33:04.047" v="53" actId="1076"/>
          <ac:spMkLst>
            <pc:docMk/>
            <pc:sldMk cId="1786536866" sldId="438"/>
            <ac:spMk id="5" creationId="{D2F37676-35FF-5A69-9A79-5F82CE05F3B2}"/>
          </ac:spMkLst>
        </pc:spChg>
      </pc:sldChg>
      <pc:sldChg chg="modSp mod">
        <pc:chgData name="Anthony Pacheco" userId="fdf46b62-f4f9-461f-bfbc-c3446c220a65" providerId="ADAL" clId="{46C61306-57F8-4F30-B63F-8877BEB9A9E1}" dt="2026-03-19T03:59:58.846" v="68" actId="113"/>
        <pc:sldMkLst>
          <pc:docMk/>
          <pc:sldMk cId="1310401586" sldId="440"/>
        </pc:sldMkLst>
        <pc:spChg chg="mod">
          <ac:chgData name="Anthony Pacheco" userId="fdf46b62-f4f9-461f-bfbc-c3446c220a65" providerId="ADAL" clId="{46C61306-57F8-4F30-B63F-8877BEB9A9E1}" dt="2026-03-19T03:59:58.846" v="68" actId="113"/>
          <ac:spMkLst>
            <pc:docMk/>
            <pc:sldMk cId="1310401586" sldId="440"/>
            <ac:spMk id="3" creationId="{76D92B00-3FBD-CEE4-30F0-0F0B9C6B8947}"/>
          </ac:spMkLst>
        </pc:spChg>
      </pc:sldChg>
      <pc:sldChg chg="modSp mod">
        <pc:chgData name="Anthony Pacheco" userId="fdf46b62-f4f9-461f-bfbc-c3446c220a65" providerId="ADAL" clId="{46C61306-57F8-4F30-B63F-8877BEB9A9E1}" dt="2026-03-19T04:00:57.310" v="76" actId="14100"/>
        <pc:sldMkLst>
          <pc:docMk/>
          <pc:sldMk cId="2037817245" sldId="441"/>
        </pc:sldMkLst>
        <pc:spChg chg="mod">
          <ac:chgData name="Anthony Pacheco" userId="fdf46b62-f4f9-461f-bfbc-c3446c220a65" providerId="ADAL" clId="{46C61306-57F8-4F30-B63F-8877BEB9A9E1}" dt="2026-03-19T04:00:57.310" v="76" actId="14100"/>
          <ac:spMkLst>
            <pc:docMk/>
            <pc:sldMk cId="2037817245" sldId="441"/>
            <ac:spMk id="3" creationId="{9476086D-C56F-2C75-FF4C-AB506A7C33FC}"/>
          </ac:spMkLst>
        </pc:spChg>
      </pc:sldChg>
      <pc:sldChg chg="modSp mod">
        <pc:chgData name="Anthony Pacheco" userId="fdf46b62-f4f9-461f-bfbc-c3446c220a65" providerId="ADAL" clId="{46C61306-57F8-4F30-B63F-8877BEB9A9E1}" dt="2026-03-19T04:01:24.472" v="81" actId="113"/>
        <pc:sldMkLst>
          <pc:docMk/>
          <pc:sldMk cId="1536437514" sldId="442"/>
        </pc:sldMkLst>
        <pc:spChg chg="mod">
          <ac:chgData name="Anthony Pacheco" userId="fdf46b62-f4f9-461f-bfbc-c3446c220a65" providerId="ADAL" clId="{46C61306-57F8-4F30-B63F-8877BEB9A9E1}" dt="2026-03-19T04:01:24.472" v="81" actId="113"/>
          <ac:spMkLst>
            <pc:docMk/>
            <pc:sldMk cId="1536437514" sldId="442"/>
            <ac:spMk id="3" creationId="{382065CB-3293-1458-7EC4-16172C3FD95C}"/>
          </ac:spMkLst>
        </pc:spChg>
      </pc:sldChg>
      <pc:sldChg chg="modSp mod">
        <pc:chgData name="Anthony Pacheco" userId="fdf46b62-f4f9-461f-bfbc-c3446c220a65" providerId="ADAL" clId="{46C61306-57F8-4F30-B63F-8877BEB9A9E1}" dt="2026-03-19T04:03:00.648" v="85" actId="113"/>
        <pc:sldMkLst>
          <pc:docMk/>
          <pc:sldMk cId="202390403" sldId="443"/>
        </pc:sldMkLst>
        <pc:spChg chg="mod">
          <ac:chgData name="Anthony Pacheco" userId="fdf46b62-f4f9-461f-bfbc-c3446c220a65" providerId="ADAL" clId="{46C61306-57F8-4F30-B63F-8877BEB9A9E1}" dt="2026-03-19T04:03:00.648" v="85" actId="113"/>
          <ac:spMkLst>
            <pc:docMk/>
            <pc:sldMk cId="202390403" sldId="443"/>
            <ac:spMk id="3" creationId="{6F484F20-2A10-73C5-86B8-8FFF2467DB9F}"/>
          </ac:spMkLst>
        </pc:spChg>
      </pc:sldChg>
      <pc:sldChg chg="modSp mod">
        <pc:chgData name="Anthony Pacheco" userId="fdf46b62-f4f9-461f-bfbc-c3446c220a65" providerId="ADAL" clId="{46C61306-57F8-4F30-B63F-8877BEB9A9E1}" dt="2026-03-19T04:03:27.044" v="92" actId="113"/>
        <pc:sldMkLst>
          <pc:docMk/>
          <pc:sldMk cId="2878215522" sldId="444"/>
        </pc:sldMkLst>
        <pc:spChg chg="mod">
          <ac:chgData name="Anthony Pacheco" userId="fdf46b62-f4f9-461f-bfbc-c3446c220a65" providerId="ADAL" clId="{46C61306-57F8-4F30-B63F-8877BEB9A9E1}" dt="2026-03-19T04:03:27.044" v="92" actId="113"/>
          <ac:spMkLst>
            <pc:docMk/>
            <pc:sldMk cId="2878215522" sldId="444"/>
            <ac:spMk id="3" creationId="{9937347E-7C90-88F0-AF42-97DFC4C9D828}"/>
          </ac:spMkLst>
        </pc:spChg>
      </pc:sldChg>
      <pc:sldChg chg="modSp mod">
        <pc:chgData name="Anthony Pacheco" userId="fdf46b62-f4f9-461f-bfbc-c3446c220a65" providerId="ADAL" clId="{46C61306-57F8-4F30-B63F-8877BEB9A9E1}" dt="2026-03-19T04:03:43.272" v="96" actId="1076"/>
        <pc:sldMkLst>
          <pc:docMk/>
          <pc:sldMk cId="694207595" sldId="445"/>
        </pc:sldMkLst>
        <pc:spChg chg="mod">
          <ac:chgData name="Anthony Pacheco" userId="fdf46b62-f4f9-461f-bfbc-c3446c220a65" providerId="ADAL" clId="{46C61306-57F8-4F30-B63F-8877BEB9A9E1}" dt="2026-03-19T04:03:43.272" v="96" actId="1076"/>
          <ac:spMkLst>
            <pc:docMk/>
            <pc:sldMk cId="694207595" sldId="445"/>
            <ac:spMk id="3" creationId="{1981CC24-8298-32DC-0393-084FBF9D729A}"/>
          </ac:spMkLst>
        </pc:spChg>
      </pc:sldChg>
      <pc:sldChg chg="modSp mod">
        <pc:chgData name="Anthony Pacheco" userId="fdf46b62-f4f9-461f-bfbc-c3446c220a65" providerId="ADAL" clId="{46C61306-57F8-4F30-B63F-8877BEB9A9E1}" dt="2026-03-19T04:04:21.511" v="102" actId="113"/>
        <pc:sldMkLst>
          <pc:docMk/>
          <pc:sldMk cId="773445207" sldId="446"/>
        </pc:sldMkLst>
        <pc:spChg chg="mod">
          <ac:chgData name="Anthony Pacheco" userId="fdf46b62-f4f9-461f-bfbc-c3446c220a65" providerId="ADAL" clId="{46C61306-57F8-4F30-B63F-8877BEB9A9E1}" dt="2026-03-19T04:04:21.511" v="102" actId="113"/>
          <ac:spMkLst>
            <pc:docMk/>
            <pc:sldMk cId="773445207" sldId="446"/>
            <ac:spMk id="3" creationId="{E7A2EC77-80D6-5949-47A9-73CDA7F66AD4}"/>
          </ac:spMkLst>
        </pc:spChg>
      </pc:sldChg>
      <pc:sldChg chg="modSp mod">
        <pc:chgData name="Anthony Pacheco" userId="fdf46b62-f4f9-461f-bfbc-c3446c220a65" providerId="ADAL" clId="{46C61306-57F8-4F30-B63F-8877BEB9A9E1}" dt="2026-03-19T04:04:42.843" v="105" actId="113"/>
        <pc:sldMkLst>
          <pc:docMk/>
          <pc:sldMk cId="1951095870" sldId="447"/>
        </pc:sldMkLst>
        <pc:spChg chg="mod">
          <ac:chgData name="Anthony Pacheco" userId="fdf46b62-f4f9-461f-bfbc-c3446c220a65" providerId="ADAL" clId="{46C61306-57F8-4F30-B63F-8877BEB9A9E1}" dt="2026-03-19T04:04:42.843" v="105" actId="113"/>
          <ac:spMkLst>
            <pc:docMk/>
            <pc:sldMk cId="1951095870" sldId="447"/>
            <ac:spMk id="3" creationId="{89C9D663-7108-F9EB-8320-F5E67991645C}"/>
          </ac:spMkLst>
        </pc:spChg>
      </pc:sldChg>
      <pc:sldChg chg="modSp mod">
        <pc:chgData name="Anthony Pacheco" userId="fdf46b62-f4f9-461f-bfbc-c3446c220a65" providerId="ADAL" clId="{46C61306-57F8-4F30-B63F-8877BEB9A9E1}" dt="2026-03-19T04:07:36.247" v="121" actId="14100"/>
        <pc:sldMkLst>
          <pc:docMk/>
          <pc:sldMk cId="3194517248" sldId="448"/>
        </pc:sldMkLst>
        <pc:spChg chg="mod">
          <ac:chgData name="Anthony Pacheco" userId="fdf46b62-f4f9-461f-bfbc-c3446c220a65" providerId="ADAL" clId="{46C61306-57F8-4F30-B63F-8877BEB9A9E1}" dt="2026-03-19T04:07:15.906" v="116" actId="14100"/>
          <ac:spMkLst>
            <pc:docMk/>
            <pc:sldMk cId="3194517248" sldId="448"/>
            <ac:spMk id="2" creationId="{17BD1DC0-AB83-A790-4E86-4EC371279A9A}"/>
          </ac:spMkLst>
        </pc:spChg>
        <pc:spChg chg="mod">
          <ac:chgData name="Anthony Pacheco" userId="fdf46b62-f4f9-461f-bfbc-c3446c220a65" providerId="ADAL" clId="{46C61306-57F8-4F30-B63F-8877BEB9A9E1}" dt="2026-03-19T04:07:36.247" v="121" actId="14100"/>
          <ac:spMkLst>
            <pc:docMk/>
            <pc:sldMk cId="3194517248" sldId="448"/>
            <ac:spMk id="3" creationId="{479164B0-2A08-530F-F05C-1DC4E5A18067}"/>
          </ac:spMkLst>
        </pc:spChg>
      </pc:sldChg>
      <pc:sldChg chg="modSp mod">
        <pc:chgData name="Anthony Pacheco" userId="fdf46b62-f4f9-461f-bfbc-c3446c220a65" providerId="ADAL" clId="{46C61306-57F8-4F30-B63F-8877BEB9A9E1}" dt="2026-03-19T04:07:54.039" v="124" actId="1076"/>
        <pc:sldMkLst>
          <pc:docMk/>
          <pc:sldMk cId="1367008767" sldId="449"/>
        </pc:sldMkLst>
        <pc:spChg chg="mod">
          <ac:chgData name="Anthony Pacheco" userId="fdf46b62-f4f9-461f-bfbc-c3446c220a65" providerId="ADAL" clId="{46C61306-57F8-4F30-B63F-8877BEB9A9E1}" dt="2026-03-19T04:07:51.075" v="123" actId="14100"/>
          <ac:spMkLst>
            <pc:docMk/>
            <pc:sldMk cId="1367008767" sldId="449"/>
            <ac:spMk id="2" creationId="{757437DF-D0BA-616B-4A35-456A0064EAF0}"/>
          </ac:spMkLst>
        </pc:spChg>
        <pc:spChg chg="mod">
          <ac:chgData name="Anthony Pacheco" userId="fdf46b62-f4f9-461f-bfbc-c3446c220a65" providerId="ADAL" clId="{46C61306-57F8-4F30-B63F-8877BEB9A9E1}" dt="2026-03-19T04:07:54.039" v="124" actId="1076"/>
          <ac:spMkLst>
            <pc:docMk/>
            <pc:sldMk cId="1367008767" sldId="449"/>
            <ac:spMk id="3" creationId="{71FB1287-5192-71D3-E54A-AFDCD1802AA3}"/>
          </ac:spMkLst>
        </pc:spChg>
      </pc:sldChg>
      <pc:sldChg chg="modSp mod">
        <pc:chgData name="Anthony Pacheco" userId="fdf46b62-f4f9-461f-bfbc-c3446c220a65" providerId="ADAL" clId="{46C61306-57F8-4F30-B63F-8877BEB9A9E1}" dt="2026-03-19T04:08:05.071" v="125" actId="1076"/>
        <pc:sldMkLst>
          <pc:docMk/>
          <pc:sldMk cId="3620429865" sldId="450"/>
        </pc:sldMkLst>
        <pc:spChg chg="mod">
          <ac:chgData name="Anthony Pacheco" userId="fdf46b62-f4f9-461f-bfbc-c3446c220a65" providerId="ADAL" clId="{46C61306-57F8-4F30-B63F-8877BEB9A9E1}" dt="2026-03-19T04:08:05.071" v="125" actId="1076"/>
          <ac:spMkLst>
            <pc:docMk/>
            <pc:sldMk cId="3620429865" sldId="450"/>
            <ac:spMk id="3" creationId="{6DA2F7F2-D82E-43EC-D939-53CE4DD8CFA1}"/>
          </ac:spMkLst>
        </pc:spChg>
      </pc:sldChg>
      <pc:sldChg chg="modSp mod">
        <pc:chgData name="Anthony Pacheco" userId="fdf46b62-f4f9-461f-bfbc-c3446c220a65" providerId="ADAL" clId="{46C61306-57F8-4F30-B63F-8877BEB9A9E1}" dt="2026-03-19T04:08:31.978" v="130" actId="113"/>
        <pc:sldMkLst>
          <pc:docMk/>
          <pc:sldMk cId="2929938780" sldId="451"/>
        </pc:sldMkLst>
        <pc:spChg chg="mod">
          <ac:chgData name="Anthony Pacheco" userId="fdf46b62-f4f9-461f-bfbc-c3446c220a65" providerId="ADAL" clId="{46C61306-57F8-4F30-B63F-8877BEB9A9E1}" dt="2026-03-19T04:08:31.978" v="130" actId="113"/>
          <ac:spMkLst>
            <pc:docMk/>
            <pc:sldMk cId="2929938780" sldId="451"/>
            <ac:spMk id="3" creationId="{554726C9-535B-5A9C-1552-7CAAEABEF2AF}"/>
          </ac:spMkLst>
        </pc:spChg>
      </pc:sldChg>
      <pc:sldChg chg="modSp mod">
        <pc:chgData name="Anthony Pacheco" userId="fdf46b62-f4f9-461f-bfbc-c3446c220a65" providerId="ADAL" clId="{46C61306-57F8-4F30-B63F-8877BEB9A9E1}" dt="2026-03-19T04:08:51.558" v="136" actId="113"/>
        <pc:sldMkLst>
          <pc:docMk/>
          <pc:sldMk cId="1025463639" sldId="452"/>
        </pc:sldMkLst>
        <pc:spChg chg="mod">
          <ac:chgData name="Anthony Pacheco" userId="fdf46b62-f4f9-461f-bfbc-c3446c220a65" providerId="ADAL" clId="{46C61306-57F8-4F30-B63F-8877BEB9A9E1}" dt="2026-03-19T04:08:51.558" v="136" actId="113"/>
          <ac:spMkLst>
            <pc:docMk/>
            <pc:sldMk cId="1025463639" sldId="452"/>
            <ac:spMk id="3" creationId="{24A5263D-6077-9AC8-7184-31469AB0E451}"/>
          </ac:spMkLst>
        </pc:spChg>
      </pc:sldChg>
      <pc:sldChg chg="modSp mod">
        <pc:chgData name="Anthony Pacheco" userId="fdf46b62-f4f9-461f-bfbc-c3446c220a65" providerId="ADAL" clId="{46C61306-57F8-4F30-B63F-8877BEB9A9E1}" dt="2026-03-19T04:09:00.164" v="138" actId="113"/>
        <pc:sldMkLst>
          <pc:docMk/>
          <pc:sldMk cId="144693149" sldId="453"/>
        </pc:sldMkLst>
        <pc:spChg chg="mod">
          <ac:chgData name="Anthony Pacheco" userId="fdf46b62-f4f9-461f-bfbc-c3446c220a65" providerId="ADAL" clId="{46C61306-57F8-4F30-B63F-8877BEB9A9E1}" dt="2026-03-19T04:09:00.164" v="138" actId="113"/>
          <ac:spMkLst>
            <pc:docMk/>
            <pc:sldMk cId="144693149" sldId="453"/>
            <ac:spMk id="3" creationId="{28509B54-FB3F-8A1A-09AE-6BBEF8E7AA4B}"/>
          </ac:spMkLst>
        </pc:spChg>
      </pc:sldChg>
      <pc:sldChg chg="addSp modSp mod">
        <pc:chgData name="Anthony Pacheco" userId="fdf46b62-f4f9-461f-bfbc-c3446c220a65" providerId="ADAL" clId="{46C61306-57F8-4F30-B63F-8877BEB9A9E1}" dt="2026-03-19T04:13:00.641" v="155" actId="1076"/>
        <pc:sldMkLst>
          <pc:docMk/>
          <pc:sldMk cId="3062674550" sldId="454"/>
        </pc:sldMkLst>
        <pc:spChg chg="mod">
          <ac:chgData name="Anthony Pacheco" userId="fdf46b62-f4f9-461f-bfbc-c3446c220a65" providerId="ADAL" clId="{46C61306-57F8-4F30-B63F-8877BEB9A9E1}" dt="2026-03-19T04:09:10.894" v="140" actId="14100"/>
          <ac:spMkLst>
            <pc:docMk/>
            <pc:sldMk cId="3062674550" sldId="454"/>
            <ac:spMk id="3" creationId="{15A6E9BB-46C2-4AA3-38EA-70A4B6AB4AA8}"/>
          </ac:spMkLst>
        </pc:spChg>
        <pc:spChg chg="add mod">
          <ac:chgData name="Anthony Pacheco" userId="fdf46b62-f4f9-461f-bfbc-c3446c220a65" providerId="ADAL" clId="{46C61306-57F8-4F30-B63F-8877BEB9A9E1}" dt="2026-03-19T04:13:00.641" v="155" actId="1076"/>
          <ac:spMkLst>
            <pc:docMk/>
            <pc:sldMk cId="3062674550" sldId="454"/>
            <ac:spMk id="5" creationId="{7D4F4D13-76E0-BDB9-17E0-098D7C38E5B3}"/>
          </ac:spMkLst>
        </pc:spChg>
        <pc:picChg chg="add mod">
          <ac:chgData name="Anthony Pacheco" userId="fdf46b62-f4f9-461f-bfbc-c3446c220a65" providerId="ADAL" clId="{46C61306-57F8-4F30-B63F-8877BEB9A9E1}" dt="2026-03-19T04:12:53.882" v="154" actId="14100"/>
          <ac:picMkLst>
            <pc:docMk/>
            <pc:sldMk cId="3062674550" sldId="454"/>
            <ac:picMk id="1026" creationId="{FADFDF5F-BBA8-76DC-B9BA-944402D42B1D}"/>
          </ac:picMkLst>
        </pc:picChg>
      </pc:sldChg>
      <pc:sldChg chg="modSp mod">
        <pc:chgData name="Anthony Pacheco" userId="fdf46b62-f4f9-461f-bfbc-c3446c220a65" providerId="ADAL" clId="{46C61306-57F8-4F30-B63F-8877BEB9A9E1}" dt="2026-03-19T04:13:31.816" v="160" actId="113"/>
        <pc:sldMkLst>
          <pc:docMk/>
          <pc:sldMk cId="3309682489" sldId="455"/>
        </pc:sldMkLst>
        <pc:spChg chg="mod">
          <ac:chgData name="Anthony Pacheco" userId="fdf46b62-f4f9-461f-bfbc-c3446c220a65" providerId="ADAL" clId="{46C61306-57F8-4F30-B63F-8877BEB9A9E1}" dt="2026-03-19T04:13:31.816" v="160" actId="113"/>
          <ac:spMkLst>
            <pc:docMk/>
            <pc:sldMk cId="3309682489" sldId="455"/>
            <ac:spMk id="3" creationId="{D43B965B-1521-5DCB-73BC-CDDE32F98ECD}"/>
          </ac:spMkLst>
        </pc:spChg>
      </pc:sldChg>
      <pc:sldChg chg="modSp mod">
        <pc:chgData name="Anthony Pacheco" userId="fdf46b62-f4f9-461f-bfbc-c3446c220a65" providerId="ADAL" clId="{46C61306-57F8-4F30-B63F-8877BEB9A9E1}" dt="2026-03-19T04:13:52.089" v="163" actId="255"/>
        <pc:sldMkLst>
          <pc:docMk/>
          <pc:sldMk cId="2984078351" sldId="456"/>
        </pc:sldMkLst>
        <pc:spChg chg="mod">
          <ac:chgData name="Anthony Pacheco" userId="fdf46b62-f4f9-461f-bfbc-c3446c220a65" providerId="ADAL" clId="{46C61306-57F8-4F30-B63F-8877BEB9A9E1}" dt="2026-03-19T04:13:39.754" v="161" actId="1076"/>
          <ac:spMkLst>
            <pc:docMk/>
            <pc:sldMk cId="2984078351" sldId="456"/>
            <ac:spMk id="5" creationId="{1F17E3C4-6D09-C42C-79FF-021519B09716}"/>
          </ac:spMkLst>
        </pc:spChg>
        <pc:graphicFrameChg chg="mod modGraphic">
          <ac:chgData name="Anthony Pacheco" userId="fdf46b62-f4f9-461f-bfbc-c3446c220a65" providerId="ADAL" clId="{46C61306-57F8-4F30-B63F-8877BEB9A9E1}" dt="2026-03-19T04:13:52.089" v="163" actId="255"/>
          <ac:graphicFrameMkLst>
            <pc:docMk/>
            <pc:sldMk cId="2984078351" sldId="456"/>
            <ac:graphicFrameMk id="4" creationId="{98596EDD-2528-E368-9FBB-7858CBDEF008}"/>
          </ac:graphicFrameMkLst>
        </pc:graphicFrameChg>
      </pc:sldChg>
      <pc:sldChg chg="modSp mod">
        <pc:chgData name="Anthony Pacheco" userId="fdf46b62-f4f9-461f-bfbc-c3446c220a65" providerId="ADAL" clId="{46C61306-57F8-4F30-B63F-8877BEB9A9E1}" dt="2026-03-19T04:14:11.809" v="166" actId="113"/>
        <pc:sldMkLst>
          <pc:docMk/>
          <pc:sldMk cId="3273661683" sldId="457"/>
        </pc:sldMkLst>
        <pc:spChg chg="mod">
          <ac:chgData name="Anthony Pacheco" userId="fdf46b62-f4f9-461f-bfbc-c3446c220a65" providerId="ADAL" clId="{46C61306-57F8-4F30-B63F-8877BEB9A9E1}" dt="2026-03-19T04:14:11.809" v="166" actId="113"/>
          <ac:spMkLst>
            <pc:docMk/>
            <pc:sldMk cId="3273661683" sldId="457"/>
            <ac:spMk id="3" creationId="{F56A64CD-0DA2-7792-95EE-E6653FABD34A}"/>
          </ac:spMkLst>
        </pc:spChg>
      </pc:sldChg>
      <pc:sldChg chg="addSp modSp mod">
        <pc:chgData name="Anthony Pacheco" userId="fdf46b62-f4f9-461f-bfbc-c3446c220a65" providerId="ADAL" clId="{46C61306-57F8-4F30-B63F-8877BEB9A9E1}" dt="2026-03-19T05:05:20.175" v="216" actId="20577"/>
        <pc:sldMkLst>
          <pc:docMk/>
          <pc:sldMk cId="3586274583" sldId="458"/>
        </pc:sldMkLst>
        <pc:spChg chg="mod">
          <ac:chgData name="Anthony Pacheco" userId="fdf46b62-f4f9-461f-bfbc-c3446c220a65" providerId="ADAL" clId="{46C61306-57F8-4F30-B63F-8877BEB9A9E1}" dt="2026-03-19T05:04:27.009" v="207" actId="14100"/>
          <ac:spMkLst>
            <pc:docMk/>
            <pc:sldMk cId="3586274583" sldId="458"/>
            <ac:spMk id="3" creationId="{6CEAD9DE-33BD-E103-927A-F53BE923D93B}"/>
          </ac:spMkLst>
        </pc:spChg>
        <pc:spChg chg="add mod">
          <ac:chgData name="Anthony Pacheco" userId="fdf46b62-f4f9-461f-bfbc-c3446c220a65" providerId="ADAL" clId="{46C61306-57F8-4F30-B63F-8877BEB9A9E1}" dt="2026-03-19T05:05:20.175" v="216" actId="20577"/>
          <ac:spMkLst>
            <pc:docMk/>
            <pc:sldMk cId="3586274583" sldId="458"/>
            <ac:spMk id="5" creationId="{536CBBF4-BFFD-FCB0-E418-ACEC70AE76CF}"/>
          </ac:spMkLst>
        </pc:spChg>
        <pc:spChg chg="add mod">
          <ac:chgData name="Anthony Pacheco" userId="fdf46b62-f4f9-461f-bfbc-c3446c220a65" providerId="ADAL" clId="{46C61306-57F8-4F30-B63F-8877BEB9A9E1}" dt="2026-03-19T05:05:15.888" v="215" actId="14100"/>
          <ac:spMkLst>
            <pc:docMk/>
            <pc:sldMk cId="3586274583" sldId="458"/>
            <ac:spMk id="7" creationId="{A024BEB6-F0B7-4B3F-F622-F3E2E0A3BECA}"/>
          </ac:spMkLst>
        </pc:spChg>
      </pc:sldChg>
      <pc:sldChg chg="modSp mod">
        <pc:chgData name="Anthony Pacheco" userId="fdf46b62-f4f9-461f-bfbc-c3446c220a65" providerId="ADAL" clId="{46C61306-57F8-4F30-B63F-8877BEB9A9E1}" dt="2026-03-19T04:14:37.117" v="169" actId="1076"/>
        <pc:sldMkLst>
          <pc:docMk/>
          <pc:sldMk cId="2157154339" sldId="459"/>
        </pc:sldMkLst>
        <pc:spChg chg="mod">
          <ac:chgData name="Anthony Pacheco" userId="fdf46b62-f4f9-461f-bfbc-c3446c220a65" providerId="ADAL" clId="{46C61306-57F8-4F30-B63F-8877BEB9A9E1}" dt="2026-03-19T04:14:37.117" v="169" actId="1076"/>
          <ac:spMkLst>
            <pc:docMk/>
            <pc:sldMk cId="2157154339" sldId="459"/>
            <ac:spMk id="3" creationId="{FBA5F016-3015-8CFC-C306-3296E671F06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ags" Target="../tags/tag15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075504" y="8685213"/>
            <a:ext cx="646682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7803E-66EE-42CE-8DFB-98553954E472}" type="slidenum">
              <a:rPr lang="en-US" sz="10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5392BA-16D5-4BCB-8BB3-D7B53B67DB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74311" y="155512"/>
            <a:ext cx="1262321" cy="28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47FD3A-2300-48D5-81E3-9406328116EE}"/>
              </a:ext>
            </a:extLst>
          </p:cNvPr>
          <p:cNvSpPr txBox="1"/>
          <p:nvPr/>
        </p:nvSpPr>
        <p:spPr>
          <a:xfrm>
            <a:off x="135896" y="8922557"/>
            <a:ext cx="62629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©2019</a:t>
            </a:r>
            <a:r>
              <a:rPr lang="en-US" sz="7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Cengage Learning. All Rights Reserved. May not be scanned, copied or duplicated, or posted to a publicly accessible website, in whole or in part.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1762102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3778647" cy="2125489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2993721"/>
            <a:ext cx="5486400" cy="552004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63017" y="8685213"/>
            <a:ext cx="684212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5DDB2F-32A5-4136-BC2E-0D7E0518B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311" y="155512"/>
            <a:ext cx="1262321" cy="28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7E5B37-4A58-4B32-B9B0-D824A69A3D97}"/>
              </a:ext>
            </a:extLst>
          </p:cNvPr>
          <p:cNvSpPr txBox="1"/>
          <p:nvPr/>
        </p:nvSpPr>
        <p:spPr>
          <a:xfrm>
            <a:off x="135896" y="8922557"/>
            <a:ext cx="62629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©2019</a:t>
            </a:r>
            <a:r>
              <a:rPr lang="en-US" sz="7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Cengage Learning.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25425" indent="-225425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688975" indent="-225425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buChar char="–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139825" indent="-225425" algn="l" rtl="0" eaLnBrk="0" fontAlgn="base" hangingPunct="0">
      <a:spcBef>
        <a:spcPct val="30000"/>
      </a:spcBef>
      <a:spcAft>
        <a:spcPct val="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603375" indent="-225425" algn="l" rtl="0" eaLnBrk="0" fontAlgn="base" hangingPunct="0">
      <a:spcBef>
        <a:spcPct val="30000"/>
      </a:spcBef>
      <a:spcAft>
        <a:spcPct val="0"/>
      </a:spcAft>
      <a:buFont typeface="Courier New" panose="02070309020205020404" pitchFamily="49" charset="0"/>
      <a:buChar char="o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3778250" cy="21256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862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3778250" cy="21256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https://www.pfsense.org/download/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843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Firs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D23111E-2710-4C1A-A7DB-CE3FE7C03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4068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5646420" y="1168663"/>
            <a:ext cx="6104302" cy="2387600"/>
          </a:xfrm>
        </p:spPr>
        <p:txBody>
          <a:bodyPr anchor="b"/>
          <a:lstStyle>
            <a:lvl1pPr algn="l"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Title, #e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6420" y="3809720"/>
            <a:ext cx="6104302" cy="1424930"/>
          </a:xfrm>
          <a:noFill/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Chapter #: Chapter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BF6BBBC-452C-48FA-A1E1-E851567E53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75250" y="808037"/>
            <a:ext cx="4713288" cy="5241925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Image Here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B326DFF-C872-4426-8563-39BC58624663}"/>
              </a:ext>
            </a:extLst>
          </p:cNvPr>
          <p:cNvSpPr txBox="1">
            <a:spLocks/>
          </p:cNvSpPr>
          <p:nvPr userDrawn="1"/>
        </p:nvSpPr>
        <p:spPr>
          <a:xfrm>
            <a:off x="11082189" y="6449054"/>
            <a:ext cx="73429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Calibri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9pPr>
          </a:lstStyle>
          <a:p>
            <a:fld id="{963FCBED-9BC8-44C8-B578-C394BC67F972}" type="slidenum">
              <a:rPr lang="en-US" sz="1100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sz="1100" dirty="0">
              <a:solidFill>
                <a:schemeClr val="bg1"/>
              </a:solidFill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082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3344969-1137-4EAF-AB8A-FDA4F62A6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914400" y="1153123"/>
            <a:ext cx="10424160" cy="2387600"/>
          </a:xfrm>
        </p:spPr>
        <p:txBody>
          <a:bodyPr anchor="b"/>
          <a:lstStyle>
            <a:lvl1pPr algn="ctr">
              <a:defRPr sz="5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Unit XX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3809720"/>
            <a:ext cx="10424160" cy="1424930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Add Unit’s Title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6FEA2F-362B-4EAB-BFA4-233A863C0DE7}"/>
              </a:ext>
            </a:extLst>
          </p:cNvPr>
          <p:cNvSpPr txBox="1">
            <a:spLocks/>
          </p:cNvSpPr>
          <p:nvPr userDrawn="1"/>
        </p:nvSpPr>
        <p:spPr>
          <a:xfrm>
            <a:off x="11082189" y="6449054"/>
            <a:ext cx="73429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Calibri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9pPr>
          </a:lstStyle>
          <a:p>
            <a:fld id="{963FCBED-9BC8-44C8-B578-C394BC67F972}" type="slidenum">
              <a:rPr lang="en-US" sz="1100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09216FC3-84E9-4B73-9DA8-CF77104377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2103120" y="6314136"/>
            <a:ext cx="8961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+mn-lt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3553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Aft>
                <a:spcPts val="800"/>
              </a:spcAft>
              <a:defRPr sz="240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6196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sz="half" idx="1" hasCustomPrompt="1"/>
          </p:nvPr>
        </p:nvSpPr>
        <p:spPr>
          <a:xfrm>
            <a:off x="476843" y="1825625"/>
            <a:ext cx="5542957" cy="4351338"/>
          </a:xfrm>
        </p:spPr>
        <p:txBody>
          <a:bodyPr/>
          <a:lstStyle>
            <a:lvl1pPr>
              <a:spcAft>
                <a:spcPts val="800"/>
              </a:spcAft>
              <a:defRPr sz="240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714500" marR="0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4" name="Content Placeholder R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542956" cy="4351338"/>
          </a:xfrm>
        </p:spPr>
        <p:txBody>
          <a:bodyPr/>
          <a:lstStyle>
            <a:lvl1pPr>
              <a:spcAft>
                <a:spcPts val="800"/>
              </a:spcAft>
              <a:defRPr sz="240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714500" marR="0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4274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sz="half" idx="1" hasCustomPrompt="1"/>
          </p:nvPr>
        </p:nvSpPr>
        <p:spPr>
          <a:xfrm>
            <a:off x="476844" y="1825625"/>
            <a:ext cx="3344530" cy="4351338"/>
          </a:xfrm>
        </p:spPr>
        <p:txBody>
          <a:bodyPr/>
          <a:lstStyle>
            <a:lvl1pPr>
              <a:spcAft>
                <a:spcPts val="800"/>
              </a:spcAft>
              <a:defRPr sz="240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714500" marR="0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5" name="Content Placeholder Middle">
            <a:extLst>
              <a:ext uri="{FF2B5EF4-FFF2-40B4-BE49-F238E27FC236}">
                <a16:creationId xmlns:a16="http://schemas.microsoft.com/office/drawing/2014/main" id="{1D13BCCE-AB68-426C-9401-BABA201385F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423735" y="1829037"/>
            <a:ext cx="3344530" cy="4351338"/>
          </a:xfrm>
        </p:spPr>
        <p:txBody>
          <a:bodyPr/>
          <a:lstStyle>
            <a:lvl1pPr>
              <a:spcAft>
                <a:spcPts val="800"/>
              </a:spcAft>
              <a:defRPr sz="240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714500" marR="0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4" name="Content Placeholder Right"/>
          <p:cNvSpPr>
            <a:spLocks noGrp="1"/>
          </p:cNvSpPr>
          <p:nvPr>
            <p:ph sz="half" idx="2" hasCustomPrompt="1"/>
          </p:nvPr>
        </p:nvSpPr>
        <p:spPr>
          <a:xfrm>
            <a:off x="8370626" y="1825625"/>
            <a:ext cx="3344530" cy="4351338"/>
          </a:xfrm>
        </p:spPr>
        <p:txBody>
          <a:bodyPr/>
          <a:lstStyle>
            <a:lvl1pPr>
              <a:spcAft>
                <a:spcPts val="800"/>
              </a:spcAft>
              <a:defRPr sz="240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714500" marR="0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  <a:p>
            <a:pPr lvl="2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9189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Subtitle"/>
          <p:cNvSpPr>
            <a:spLocks noGrp="1"/>
          </p:cNvSpPr>
          <p:nvPr>
            <p:ph sz="half" idx="1" hasCustomPrompt="1"/>
          </p:nvPr>
        </p:nvSpPr>
        <p:spPr>
          <a:xfrm>
            <a:off x="476843" y="1887674"/>
            <a:ext cx="11241915" cy="691143"/>
          </a:xfrm>
        </p:spPr>
        <p:txBody>
          <a:bodyPr/>
          <a:lstStyle>
            <a:lvl1pPr marL="0" indent="0">
              <a:buNone/>
              <a:defRPr sz="2800" b="1"/>
            </a:lvl1pPr>
            <a:lvl2pPr>
              <a:defRPr sz="2800" b="0"/>
            </a:lvl2pPr>
            <a:lvl3pPr>
              <a:defRPr sz="2400" b="0"/>
            </a:lvl3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"/>
          <p:cNvSpPr>
            <a:spLocks noGrp="1"/>
          </p:cNvSpPr>
          <p:nvPr>
            <p:ph sz="half" idx="2" hasCustomPrompt="1"/>
          </p:nvPr>
        </p:nvSpPr>
        <p:spPr>
          <a:xfrm>
            <a:off x="476843" y="2677888"/>
            <a:ext cx="11241915" cy="2621900"/>
          </a:xfrm>
        </p:spPr>
        <p:txBody>
          <a:bodyPr/>
          <a:lstStyle>
            <a:lvl1pPr>
              <a:spcAft>
                <a:spcPts val="800"/>
              </a:spcAft>
              <a:defRPr sz="2400" b="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10" name="Content Placeholder Bottom"/>
          <p:cNvSpPr>
            <a:spLocks noGrp="1"/>
          </p:cNvSpPr>
          <p:nvPr>
            <p:ph type="body" sz="quarter" idx="13" hasCustomPrompt="1"/>
          </p:nvPr>
        </p:nvSpPr>
        <p:spPr>
          <a:xfrm>
            <a:off x="476844" y="5395327"/>
            <a:ext cx="11241914" cy="951787"/>
          </a:xfrm>
        </p:spPr>
        <p:txBody>
          <a:bodyPr/>
          <a:lstStyle>
            <a:lvl1pPr marL="112713" indent="-112713">
              <a:defRPr sz="900" b="0"/>
            </a:lvl1pPr>
            <a:lvl2pPr marL="336550" indent="-112713">
              <a:defRPr sz="900" b="0"/>
            </a:lvl2pPr>
            <a:lvl3pPr marL="685800" indent="-168275">
              <a:defRPr sz="900" b="0"/>
            </a:lvl3pPr>
            <a:lvl4pPr>
              <a:defRPr sz="900" b="0"/>
            </a:lvl4pPr>
            <a:lvl5pPr>
              <a:defRPr sz="9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0733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/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>
          <a:xfrm>
            <a:off x="476843" y="475488"/>
            <a:ext cx="11241915" cy="107153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Subtitle"/>
          <p:cNvSpPr>
            <a:spLocks noGrp="1"/>
          </p:cNvSpPr>
          <p:nvPr>
            <p:ph sz="half" idx="1" hasCustomPrompt="1"/>
          </p:nvPr>
        </p:nvSpPr>
        <p:spPr>
          <a:xfrm>
            <a:off x="476843" y="1857694"/>
            <a:ext cx="11241915" cy="691143"/>
          </a:xfrm>
        </p:spPr>
        <p:txBody>
          <a:bodyPr/>
          <a:lstStyle>
            <a:lvl1pPr marL="0" indent="0">
              <a:buNone/>
              <a:defRPr sz="2800" b="1"/>
            </a:lvl1pPr>
            <a:lvl2pPr>
              <a:defRPr sz="2800" b="0"/>
            </a:lvl2pPr>
            <a:lvl3pPr>
              <a:defRPr sz="2400" b="0"/>
            </a:lvl3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"/>
          <p:cNvSpPr>
            <a:spLocks noGrp="1"/>
          </p:cNvSpPr>
          <p:nvPr>
            <p:ph sz="half" idx="2" hasCustomPrompt="1"/>
          </p:nvPr>
        </p:nvSpPr>
        <p:spPr>
          <a:xfrm>
            <a:off x="476843" y="2677888"/>
            <a:ext cx="11241915" cy="1505492"/>
          </a:xfrm>
        </p:spPr>
        <p:txBody>
          <a:bodyPr/>
          <a:lstStyle>
            <a:lvl1pPr>
              <a:spcAft>
                <a:spcPts val="800"/>
              </a:spcAft>
              <a:defRPr sz="2400" b="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7E0CC24-A3CA-45F3-BF2B-B8EB0900056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6844" y="4310385"/>
            <a:ext cx="256324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65DFA3-2F0A-45C7-8124-3D672EB9205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382488" y="4310385"/>
            <a:ext cx="256324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2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EAAA4B2-2F70-4899-9014-89954C200D5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81896" y="4319291"/>
            <a:ext cx="256324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3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138B1A98-C967-4B94-B1F7-E158393317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916" y="4319291"/>
            <a:ext cx="256324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8260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476844" y="1944375"/>
            <a:ext cx="256324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1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951D41C-52EA-4F3C-BC8E-A9309F4EB62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382488" y="1944375"/>
            <a:ext cx="256324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2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CD2ACDE-E8DF-4B19-9DBB-017510EECF3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81896" y="1953281"/>
            <a:ext cx="256324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3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F18F8C24-8F67-4A0C-8E2F-54E8026EAD0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916" y="1953281"/>
            <a:ext cx="256324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4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1950DDEC-E898-4F6D-A7F2-930A23B3C11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6843" y="4128059"/>
            <a:ext cx="2563241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5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B7548D5A-3DFF-4FF5-A587-74246B76C1A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382487" y="4128059"/>
            <a:ext cx="2563241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6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A24E382A-7ED1-49CB-8053-85276CAEB9B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81895" y="4136965"/>
            <a:ext cx="2563241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7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AC6187B3-59CD-4356-83E5-962B5ACC4AE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151915" y="4136965"/>
            <a:ext cx="2563241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870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/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Image Placeholder 1"/>
          <p:cNvSpPr>
            <a:spLocks noGrp="1"/>
          </p:cNvSpPr>
          <p:nvPr>
            <p:ph sz="half" idx="13" hasCustomPrompt="1"/>
          </p:nvPr>
        </p:nvSpPr>
        <p:spPr>
          <a:xfrm>
            <a:off x="476843" y="1825628"/>
            <a:ext cx="2875957" cy="2045728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1</a:t>
            </a:r>
          </a:p>
        </p:txBody>
      </p:sp>
      <p:sp>
        <p:nvSpPr>
          <p:cNvPr id="7" name="Image Placeholder 2">
            <a:extLst>
              <a:ext uri="{FF2B5EF4-FFF2-40B4-BE49-F238E27FC236}">
                <a16:creationId xmlns:a16="http://schemas.microsoft.com/office/drawing/2014/main" id="{9100EECD-9921-43E0-9472-84C089BD629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6843" y="4132558"/>
            <a:ext cx="2875957" cy="2045727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2</a:t>
            </a:r>
          </a:p>
        </p:txBody>
      </p:sp>
      <p:sp>
        <p:nvSpPr>
          <p:cNvPr id="9" name="Content Placeholder"/>
          <p:cNvSpPr>
            <a:spLocks noGrp="1"/>
          </p:cNvSpPr>
          <p:nvPr>
            <p:ph sz="half" idx="2" hasCustomPrompt="1"/>
          </p:nvPr>
        </p:nvSpPr>
        <p:spPr>
          <a:xfrm>
            <a:off x="3624200" y="1825625"/>
            <a:ext cx="8090957" cy="4351338"/>
          </a:xfrm>
        </p:spPr>
        <p:txBody>
          <a:bodyPr/>
          <a:lstStyle>
            <a:lvl1pPr>
              <a:spcAft>
                <a:spcPts val="800"/>
              </a:spcAft>
              <a:defRPr sz="2400" b="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8072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/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Image Placeholder 1"/>
          <p:cNvSpPr>
            <a:spLocks noGrp="1"/>
          </p:cNvSpPr>
          <p:nvPr>
            <p:ph sz="half" idx="13" hasCustomPrompt="1"/>
          </p:nvPr>
        </p:nvSpPr>
        <p:spPr>
          <a:xfrm>
            <a:off x="476843" y="1825628"/>
            <a:ext cx="2875957" cy="2045728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1</a:t>
            </a:r>
          </a:p>
        </p:txBody>
      </p:sp>
      <p:sp>
        <p:nvSpPr>
          <p:cNvPr id="9" name="Content Placeholder Top"/>
          <p:cNvSpPr>
            <a:spLocks noGrp="1"/>
          </p:cNvSpPr>
          <p:nvPr>
            <p:ph sz="half" idx="2" hasCustomPrompt="1"/>
          </p:nvPr>
        </p:nvSpPr>
        <p:spPr>
          <a:xfrm>
            <a:off x="3624200" y="1825625"/>
            <a:ext cx="8090957" cy="2045728"/>
          </a:xfrm>
        </p:spPr>
        <p:txBody>
          <a:bodyPr/>
          <a:lstStyle>
            <a:lvl1pPr>
              <a:spcAft>
                <a:spcPts val="800"/>
              </a:spcAft>
              <a:defRPr sz="2400" b="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7" name="Image Placeholder 2">
            <a:extLst>
              <a:ext uri="{FF2B5EF4-FFF2-40B4-BE49-F238E27FC236}">
                <a16:creationId xmlns:a16="http://schemas.microsoft.com/office/drawing/2014/main" id="{9100EECD-9921-43E0-9472-84C089BD629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6843" y="4132558"/>
            <a:ext cx="2875957" cy="2045727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2</a:t>
            </a:r>
          </a:p>
        </p:txBody>
      </p:sp>
      <p:sp>
        <p:nvSpPr>
          <p:cNvPr id="6" name="Content Placeholder Bottom">
            <a:extLst>
              <a:ext uri="{FF2B5EF4-FFF2-40B4-BE49-F238E27FC236}">
                <a16:creationId xmlns:a16="http://schemas.microsoft.com/office/drawing/2014/main" id="{4003AB72-C071-4875-8D31-00FB4709214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624199" y="4136860"/>
            <a:ext cx="8090957" cy="2045728"/>
          </a:xfrm>
        </p:spPr>
        <p:txBody>
          <a:bodyPr/>
          <a:lstStyle>
            <a:lvl1pPr>
              <a:spcAft>
                <a:spcPts val="800"/>
              </a:spcAft>
              <a:defRPr sz="2400" b="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8650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/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Image Placeholder 1"/>
          <p:cNvSpPr>
            <a:spLocks noGrp="1"/>
          </p:cNvSpPr>
          <p:nvPr>
            <p:ph sz="half" idx="13" hasCustomPrompt="1"/>
          </p:nvPr>
        </p:nvSpPr>
        <p:spPr>
          <a:xfrm>
            <a:off x="476843" y="1825628"/>
            <a:ext cx="2875957" cy="1217447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1</a:t>
            </a:r>
          </a:p>
        </p:txBody>
      </p:sp>
      <p:sp>
        <p:nvSpPr>
          <p:cNvPr id="9" name="Content Placeholder Top"/>
          <p:cNvSpPr>
            <a:spLocks noGrp="1"/>
          </p:cNvSpPr>
          <p:nvPr>
            <p:ph sz="half" idx="2" hasCustomPrompt="1"/>
          </p:nvPr>
        </p:nvSpPr>
        <p:spPr>
          <a:xfrm>
            <a:off x="3624200" y="1825625"/>
            <a:ext cx="8090957" cy="1217450"/>
          </a:xfrm>
        </p:spPr>
        <p:txBody>
          <a:bodyPr/>
          <a:lstStyle>
            <a:lvl1pPr>
              <a:spcAft>
                <a:spcPts val="800"/>
              </a:spcAft>
              <a:defRPr sz="1800" b="0"/>
            </a:lvl1pPr>
            <a:lvl2pPr>
              <a:spcAft>
                <a:spcPts val="800"/>
              </a:spcAft>
              <a:defRPr sz="1800" b="0"/>
            </a:lvl2pPr>
            <a:lvl3pPr>
              <a:spcAft>
                <a:spcPts val="800"/>
              </a:spcAft>
              <a:defRPr sz="18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Image Placeholder 2">
            <a:extLst>
              <a:ext uri="{FF2B5EF4-FFF2-40B4-BE49-F238E27FC236}">
                <a16:creationId xmlns:a16="http://schemas.microsoft.com/office/drawing/2014/main" id="{329BB347-70F5-49B3-A1D7-9C05C8ED502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9343" y="3207219"/>
            <a:ext cx="2875957" cy="1217447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2</a:t>
            </a:r>
          </a:p>
        </p:txBody>
      </p:sp>
      <p:sp>
        <p:nvSpPr>
          <p:cNvPr id="15" name="Content Placeholder Middle">
            <a:extLst>
              <a:ext uri="{FF2B5EF4-FFF2-40B4-BE49-F238E27FC236}">
                <a16:creationId xmlns:a16="http://schemas.microsoft.com/office/drawing/2014/main" id="{E344C337-1A6E-4BE6-8E9E-7076FBBEEFA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626700" y="3207216"/>
            <a:ext cx="8090957" cy="1217450"/>
          </a:xfrm>
        </p:spPr>
        <p:txBody>
          <a:bodyPr/>
          <a:lstStyle>
            <a:lvl1pPr>
              <a:spcAft>
                <a:spcPts val="800"/>
              </a:spcAft>
              <a:defRPr sz="1800" b="0"/>
            </a:lvl1pPr>
            <a:lvl2pPr>
              <a:spcAft>
                <a:spcPts val="800"/>
              </a:spcAft>
              <a:defRPr sz="1800" b="0"/>
            </a:lvl2pPr>
            <a:lvl3pPr>
              <a:spcAft>
                <a:spcPts val="800"/>
              </a:spcAft>
              <a:defRPr sz="18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Image Placeholder 3">
            <a:extLst>
              <a:ext uri="{FF2B5EF4-FFF2-40B4-BE49-F238E27FC236}">
                <a16:creationId xmlns:a16="http://schemas.microsoft.com/office/drawing/2014/main" id="{A70ED764-0931-4273-A125-CE2D6E0F8A8D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79343" y="4631282"/>
            <a:ext cx="2875957" cy="1217447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3</a:t>
            </a:r>
          </a:p>
        </p:txBody>
      </p:sp>
      <p:sp>
        <p:nvSpPr>
          <p:cNvPr id="17" name="Content Placeholder Bottom">
            <a:extLst>
              <a:ext uri="{FF2B5EF4-FFF2-40B4-BE49-F238E27FC236}">
                <a16:creationId xmlns:a16="http://schemas.microsoft.com/office/drawing/2014/main" id="{1A924411-097F-4689-AC4D-9173B40A69F2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626700" y="4631279"/>
            <a:ext cx="8090957" cy="1217450"/>
          </a:xfrm>
        </p:spPr>
        <p:txBody>
          <a:bodyPr/>
          <a:lstStyle>
            <a:lvl1pPr>
              <a:spcAft>
                <a:spcPts val="800"/>
              </a:spcAft>
              <a:defRPr sz="1800" b="0"/>
            </a:lvl1pPr>
            <a:lvl2pPr>
              <a:spcAft>
                <a:spcPts val="800"/>
              </a:spcAft>
              <a:defRPr sz="1800" b="0"/>
            </a:lvl2pPr>
            <a:lvl3pPr>
              <a:spcAft>
                <a:spcPts val="800"/>
              </a:spcAft>
              <a:defRPr sz="18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082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/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Image Placeholder 1"/>
          <p:cNvSpPr>
            <a:spLocks noGrp="1"/>
          </p:cNvSpPr>
          <p:nvPr>
            <p:ph sz="half" idx="13" hasCustomPrompt="1"/>
          </p:nvPr>
        </p:nvSpPr>
        <p:spPr>
          <a:xfrm>
            <a:off x="476843" y="1825628"/>
            <a:ext cx="2875957" cy="899814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1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half" idx="2" hasCustomPrompt="1"/>
          </p:nvPr>
        </p:nvSpPr>
        <p:spPr>
          <a:xfrm>
            <a:off x="3624200" y="1825625"/>
            <a:ext cx="8090957" cy="895515"/>
          </a:xfrm>
        </p:spPr>
        <p:txBody>
          <a:bodyPr/>
          <a:lstStyle>
            <a:lvl1pPr>
              <a:spcAft>
                <a:spcPts val="800"/>
              </a:spcAft>
              <a:defRPr sz="1800" b="0"/>
            </a:lvl1pPr>
            <a:lvl2pPr>
              <a:spcAft>
                <a:spcPts val="800"/>
              </a:spcAft>
              <a:defRPr sz="1800" b="0"/>
            </a:lvl2pPr>
            <a:lvl3pPr>
              <a:spcAft>
                <a:spcPts val="800"/>
              </a:spcAft>
              <a:defRPr sz="18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Image Placeholder 2">
            <a:extLst>
              <a:ext uri="{FF2B5EF4-FFF2-40B4-BE49-F238E27FC236}">
                <a16:creationId xmlns:a16="http://schemas.microsoft.com/office/drawing/2014/main" id="{02C25FD2-E251-4DC4-8F30-3EDA9A61D7D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6843" y="2941438"/>
            <a:ext cx="2875957" cy="899814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2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FFE322F-E595-4582-997C-0A06F238C8D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624200" y="2941435"/>
            <a:ext cx="8090957" cy="895515"/>
          </a:xfrm>
        </p:spPr>
        <p:txBody>
          <a:bodyPr/>
          <a:lstStyle>
            <a:lvl1pPr>
              <a:spcAft>
                <a:spcPts val="800"/>
              </a:spcAft>
              <a:defRPr sz="1800" b="0"/>
            </a:lvl1pPr>
            <a:lvl2pPr>
              <a:spcAft>
                <a:spcPts val="800"/>
              </a:spcAft>
              <a:defRPr sz="1800" b="0"/>
            </a:lvl2pPr>
            <a:lvl3pPr>
              <a:spcAft>
                <a:spcPts val="800"/>
              </a:spcAft>
              <a:defRPr sz="18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Image Placeholder 3">
            <a:extLst>
              <a:ext uri="{FF2B5EF4-FFF2-40B4-BE49-F238E27FC236}">
                <a16:creationId xmlns:a16="http://schemas.microsoft.com/office/drawing/2014/main" id="{647E63CA-E745-4DE2-B25A-D398F113EFA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80444" y="4065961"/>
            <a:ext cx="2875957" cy="899814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3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FE66096-5B65-4DD6-9AD6-9E55675E34C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627801" y="4065958"/>
            <a:ext cx="8090957" cy="895515"/>
          </a:xfrm>
        </p:spPr>
        <p:txBody>
          <a:bodyPr/>
          <a:lstStyle>
            <a:lvl1pPr>
              <a:spcAft>
                <a:spcPts val="800"/>
              </a:spcAft>
              <a:defRPr sz="1800" b="0"/>
            </a:lvl1pPr>
            <a:lvl2pPr>
              <a:spcAft>
                <a:spcPts val="800"/>
              </a:spcAft>
              <a:defRPr sz="1800" b="0"/>
            </a:lvl2pPr>
            <a:lvl3pPr>
              <a:spcAft>
                <a:spcPts val="800"/>
              </a:spcAft>
              <a:defRPr sz="18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Image Placeholder 4">
            <a:extLst>
              <a:ext uri="{FF2B5EF4-FFF2-40B4-BE49-F238E27FC236}">
                <a16:creationId xmlns:a16="http://schemas.microsoft.com/office/drawing/2014/main" id="{765390A9-B975-43C8-86E6-45E636A649C5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80444" y="5181771"/>
            <a:ext cx="2875957" cy="899814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4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04B6F74B-2775-4949-A70C-BCBBFE20C3A2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3627801" y="5181768"/>
            <a:ext cx="8090957" cy="895515"/>
          </a:xfrm>
        </p:spPr>
        <p:txBody>
          <a:bodyPr/>
          <a:lstStyle>
            <a:lvl1pPr>
              <a:spcAft>
                <a:spcPts val="800"/>
              </a:spcAft>
              <a:defRPr sz="1800" b="0"/>
            </a:lvl1pPr>
            <a:lvl2pPr>
              <a:spcAft>
                <a:spcPts val="800"/>
              </a:spcAft>
              <a:defRPr sz="1800" b="0"/>
            </a:lvl2pPr>
            <a:lvl3pPr>
              <a:spcAft>
                <a:spcPts val="800"/>
              </a:spcAft>
              <a:defRPr sz="18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5674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34EF16C-F8E9-4C74-8268-011BE1836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92239"/>
            <a:ext cx="12192000" cy="3657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76843" y="473245"/>
            <a:ext cx="11241915" cy="12174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843" y="1825625"/>
            <a:ext cx="1124191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0E6636BF-D3CC-4DFC-A057-41CF18719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103120" y="6314136"/>
            <a:ext cx="8961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+mn-lt"/>
              </a:rPr>
              <a:t>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F3CEB08-7511-4ACD-A0D7-6D08EF1B42A9}"/>
              </a:ext>
            </a:extLst>
          </p:cNvPr>
          <p:cNvSpPr txBox="1">
            <a:spLocks/>
          </p:cNvSpPr>
          <p:nvPr userDrawn="1"/>
        </p:nvSpPr>
        <p:spPr>
          <a:xfrm>
            <a:off x="11082189" y="6449054"/>
            <a:ext cx="73429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Calibri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9pPr>
          </a:lstStyle>
          <a:p>
            <a:fld id="{963FCBED-9BC8-44C8-B578-C394BC67F972}" type="slidenum">
              <a:rPr lang="en-US" sz="1100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sz="1100" dirty="0">
              <a:solidFill>
                <a:schemeClr val="bg1"/>
              </a:solidFill>
              <a:latin typeface="+mn-lt"/>
            </a:endParaRPr>
          </a:p>
        </p:txBody>
      </p:sp>
    </p:spTree>
    <p:custDataLst>
      <p:tags r:id="rId14"/>
    </p:custDataLst>
    <p:extLst>
      <p:ext uri="{BB962C8B-B14F-4D97-AF65-F5344CB8AC3E}">
        <p14:creationId xmlns:p14="http://schemas.microsoft.com/office/powerpoint/2010/main" val="682046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3" r:id="rId2"/>
    <p:sldLayoutId id="2147483753" r:id="rId3"/>
    <p:sldLayoutId id="2147483728" r:id="rId4"/>
    <p:sldLayoutId id="2147483736" r:id="rId5"/>
    <p:sldLayoutId id="2147483729" r:id="rId6"/>
    <p:sldLayoutId id="2147483760" r:id="rId7"/>
    <p:sldLayoutId id="2147483730" r:id="rId8"/>
    <p:sldLayoutId id="2147483732" r:id="rId9"/>
    <p:sldLayoutId id="2147483761" r:id="rId10"/>
    <p:sldLayoutId id="2147483737" r:id="rId11"/>
    <p:sldLayoutId id="2147483762" r:id="rId12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800"/>
        </a:spcAft>
        <a:buClr>
          <a:schemeClr val="tx1"/>
        </a:buClr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800"/>
        </a:spcAft>
        <a:buClr>
          <a:schemeClr val="tx1"/>
        </a:buClr>
        <a:buFont typeface="Arial" panose="020B0604020202020204" pitchFamily="34" charset="0"/>
        <a:buChar char="−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800"/>
        </a:spcAft>
        <a:buClr>
          <a:schemeClr val="tx1"/>
        </a:buClr>
        <a:buSzPct val="80000"/>
        <a:buFont typeface="Wingdings" panose="05000000000000000000" pitchFamily="2" charset="2"/>
        <a:buChar char="§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966DE8-7575-4696-B84F-B4DD0C822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6420" y="1168663"/>
            <a:ext cx="6104302" cy="1953916"/>
          </a:xfrm>
        </p:spPr>
        <p:txBody>
          <a:bodyPr/>
          <a:lstStyle/>
          <a:p>
            <a:r>
              <a:rPr lang="en-US" dirty="0"/>
              <a:t>Guide to Networking Essentials, 9e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1DDBEBE-99BA-45B9-B4E5-D18D90F7A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4566" y="3483205"/>
            <a:ext cx="6596156" cy="1751445"/>
          </a:xfrm>
        </p:spPr>
        <p:txBody>
          <a:bodyPr/>
          <a:lstStyle/>
          <a:p>
            <a:r>
              <a:rPr lang="en-US" sz="3800" b="1" dirty="0"/>
              <a:t>Chapter 8: Network Hardware in Depth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CA6B67B-9490-477D-A112-06C22B6F8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03120" y="6314136"/>
            <a:ext cx="8961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+mn-lt"/>
              </a:rPr>
              <a:t>.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A42413A-6315-4475-9B8F-278AA54AE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739356" y="808037"/>
            <a:ext cx="4713288" cy="5241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endParaRPr lang="en-US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5A42413A-6315-4475-9B8F-278AA54AE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41278" y="551591"/>
            <a:ext cx="4713288" cy="5241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endParaRPr lang="en-US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5A42413A-6315-4475-9B8F-278AA54AE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2929" y="815765"/>
            <a:ext cx="4713288" cy="5241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endParaRPr lang="en-US" dirty="0"/>
          </a:p>
        </p:txBody>
      </p:sp>
      <p:pic>
        <p:nvPicPr>
          <p:cNvPr id="5" name="Picture 4" descr="A cover of Guide to Networking Essentials, 9e">
            <a:extLst>
              <a:ext uri="{FF2B5EF4-FFF2-40B4-BE49-F238E27FC236}">
                <a16:creationId xmlns:a16="http://schemas.microsoft.com/office/drawing/2014/main" id="{6C7B3F3C-B957-96CB-C4A8-2E816DA25EB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035" y="834321"/>
            <a:ext cx="3767774" cy="48251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3288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2ADF6-643B-423B-BFFA-CEBACE66A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4B1CF-B9D3-4962-AD19-D9C1AB188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690692"/>
            <a:ext cx="1124191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By the end of this chapter, you should be able to: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Describe the advanced features and operation of network switches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Describe routing table properties and discuss routing protocols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Use the Cisco command line interface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Explain basic and advanced wireless access point features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Select the most suitable NIC bus and features for a computer</a:t>
            </a:r>
          </a:p>
        </p:txBody>
      </p:sp>
    </p:spTree>
    <p:extLst>
      <p:ext uri="{BB962C8B-B14F-4D97-AF65-F5344CB8AC3E}">
        <p14:creationId xmlns:p14="http://schemas.microsoft.com/office/powerpoint/2010/main" val="3724899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65354-E66A-A5C4-2AE6-39A59621F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Switches in Depth (1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24CFB-7780-58C4-F16E-8FBD9FFA8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718339"/>
            <a:ext cx="11241915" cy="4351338"/>
          </a:xfrm>
        </p:spPr>
        <p:txBody>
          <a:bodyPr/>
          <a:lstStyle/>
          <a:p>
            <a:r>
              <a:rPr lang="en-US" dirty="0"/>
              <a:t>Switches work at the Data Link layer (Layer 2) of the OSI model</a:t>
            </a:r>
          </a:p>
          <a:p>
            <a:pPr lvl="1"/>
            <a:r>
              <a:rPr lang="en-US" sz="2200" dirty="0"/>
              <a:t>Switches receive frames on one port and forward them out the port where the destination device can be found</a:t>
            </a:r>
          </a:p>
          <a:p>
            <a:r>
              <a:rPr lang="en-US" dirty="0"/>
              <a:t>Switches </a:t>
            </a:r>
            <a:r>
              <a:rPr lang="en-US" b="1" dirty="0"/>
              <a:t>flood</a:t>
            </a:r>
            <a:r>
              <a:rPr lang="en-US" dirty="0"/>
              <a:t> broadcast frames out all ports</a:t>
            </a:r>
          </a:p>
          <a:p>
            <a:r>
              <a:rPr lang="en-US" dirty="0"/>
              <a:t>Each switch port is considered a </a:t>
            </a:r>
            <a:r>
              <a:rPr lang="en-US" b="1" dirty="0"/>
              <a:t>collision domain </a:t>
            </a:r>
          </a:p>
          <a:p>
            <a:pPr lvl="1"/>
            <a:r>
              <a:rPr lang="en-US" sz="2200" dirty="0"/>
              <a:t>Switches do not forward collision information to any other ports</a:t>
            </a:r>
          </a:p>
          <a:p>
            <a:r>
              <a:rPr lang="en-US" dirty="0"/>
              <a:t>Switch ports can operate in </a:t>
            </a:r>
            <a:r>
              <a:rPr lang="en-US" b="1" dirty="0"/>
              <a:t>full-duplex</a:t>
            </a:r>
            <a:r>
              <a:rPr lang="en-US" dirty="0"/>
              <a:t> mode</a:t>
            </a:r>
          </a:p>
          <a:p>
            <a:pPr lvl="1"/>
            <a:r>
              <a:rPr lang="en-US" sz="2200" dirty="0"/>
              <a:t>Allows connected devices to transmit and receive simultaneously, eliminating the possibility of a collision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700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5928A-C07D-49A3-93FF-EE908E02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Switches in Depth (2 of 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0BE92-E73F-42E9-B249-3B271B6E8AA4}"/>
              </a:ext>
            </a:extLst>
          </p:cNvPr>
          <p:cNvSpPr txBox="1"/>
          <p:nvPr/>
        </p:nvSpPr>
        <p:spPr>
          <a:xfrm>
            <a:off x="7315200" y="2755013"/>
            <a:ext cx="4294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8-1  </a:t>
            </a:r>
            <a:r>
              <a:rPr lang="en-US" sz="2400" dirty="0">
                <a:latin typeface="Work Sans" pitchFamily="2" charset="0"/>
              </a:rPr>
              <a:t>Each switch connection is a collision domain</a:t>
            </a:r>
          </a:p>
        </p:txBody>
      </p:sp>
      <p:pic>
        <p:nvPicPr>
          <p:cNvPr id="4" name="Picture 3" descr="A diagram that features two interconnected switches. The switches are connected to computers and a hub. The hub is in turn connected to a computer. In the case of a switch, each connection creates a collision domain.&#10;">
            <a:extLst>
              <a:ext uri="{FF2B5EF4-FFF2-40B4-BE49-F238E27FC236}">
                <a16:creationId xmlns:a16="http://schemas.microsoft.com/office/drawing/2014/main" id="{059FFA0D-F355-3342-7985-DD155B212EC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56880" y="2178864"/>
            <a:ext cx="4736387" cy="355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74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F729-79C2-3C64-780A-9ECA6D53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Port Modes of Operation (1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6D5F3-3F8F-4647-EFA8-E14B18D5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Ports on a typical 10/100 Mbps switch can usually operate in these modes:</a:t>
            </a:r>
          </a:p>
          <a:p>
            <a:pPr lvl="1"/>
            <a:r>
              <a:rPr lang="en-US" dirty="0"/>
              <a:t>10 Mbps half-duplex</a:t>
            </a:r>
          </a:p>
          <a:p>
            <a:pPr lvl="1"/>
            <a:r>
              <a:rPr lang="en-US" dirty="0"/>
              <a:t>100 Mbps half-duplex</a:t>
            </a:r>
          </a:p>
          <a:p>
            <a:pPr lvl="1"/>
            <a:r>
              <a:rPr lang="en-US" dirty="0"/>
              <a:t>10 Mbps full-duplex</a:t>
            </a:r>
          </a:p>
          <a:p>
            <a:pPr lvl="1"/>
            <a:r>
              <a:rPr lang="en-US" dirty="0"/>
              <a:t>100 Mbps full-duplex</a:t>
            </a:r>
          </a:p>
          <a:p>
            <a:pPr lvl="1"/>
            <a:r>
              <a:rPr lang="en-US" dirty="0"/>
              <a:t>1000 Mbps full-duplex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452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1F20A-B45B-4B58-C907-CB2259D83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7F39A-CBE7-FD59-C29C-4D88ADB0D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Port Modes of Operation (2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9D8EA-89C6-1752-B569-CEE68ED5A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switches run in </a:t>
            </a:r>
            <a:r>
              <a:rPr lang="en-US" b="1" dirty="0"/>
              <a:t>auto-negotiate mode</a:t>
            </a:r>
          </a:p>
          <a:p>
            <a:pPr lvl="1"/>
            <a:r>
              <a:rPr lang="en-US" sz="2200" dirty="0"/>
              <a:t>This means the switch exchanges information with a device connected to a port and attempts to set the port’s operating mode to the highest performance setting supported</a:t>
            </a:r>
          </a:p>
          <a:p>
            <a:r>
              <a:rPr lang="en-US" b="1" dirty="0"/>
              <a:t>Auto-MDIX</a:t>
            </a:r>
            <a:r>
              <a:rPr lang="en-US" dirty="0"/>
              <a:t> (media-dependent interface crossed) is an option in which the switch port detects the type of device/cable it is connected to</a:t>
            </a:r>
          </a:p>
          <a:p>
            <a:pPr lvl="1"/>
            <a:r>
              <a:rPr lang="en-US" sz="2200" dirty="0"/>
              <a:t>Enables you to use a straight-through or crossover cable</a:t>
            </a:r>
          </a:p>
          <a:p>
            <a:r>
              <a:rPr lang="en-US" dirty="0"/>
              <a:t>A </a:t>
            </a:r>
            <a:r>
              <a:rPr lang="en-US" b="1" dirty="0"/>
              <a:t>managed switch </a:t>
            </a:r>
            <a:r>
              <a:rPr lang="en-US" dirty="0"/>
              <a:t>allows an administrator to configure a variety of operating and security options on the switch</a:t>
            </a:r>
          </a:p>
        </p:txBody>
      </p:sp>
    </p:spTree>
    <p:extLst>
      <p:ext uri="{BB962C8B-B14F-4D97-AF65-F5344CB8AC3E}">
        <p14:creationId xmlns:p14="http://schemas.microsoft.com/office/powerpoint/2010/main" val="2287895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F2CFC-6375-A53B-DD48-8A53DDB7B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the Switching Table (1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143C5-96D0-8B74-EB1A-D5E267851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07936"/>
            <a:ext cx="11241915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switching table </a:t>
            </a:r>
            <a:r>
              <a:rPr lang="en-US" dirty="0"/>
              <a:t>holds </a:t>
            </a:r>
            <a:r>
              <a:rPr lang="en-US" b="1" dirty="0"/>
              <a:t>MAC address/port pairs </a:t>
            </a:r>
            <a:r>
              <a:rPr lang="en-US" dirty="0"/>
              <a:t>that tell the switch where to forward a frame, based on the destination MAC address</a:t>
            </a:r>
          </a:p>
          <a:p>
            <a:r>
              <a:rPr lang="en-US" dirty="0"/>
              <a:t>When a switch is first powered on, its table is empty</a:t>
            </a:r>
          </a:p>
          <a:p>
            <a:r>
              <a:rPr lang="en-US" dirty="0"/>
              <a:t>As network devices </a:t>
            </a:r>
            <a:r>
              <a:rPr lang="en-US" b="1" dirty="0"/>
              <a:t>send frames</a:t>
            </a:r>
            <a:r>
              <a:rPr lang="en-US" dirty="0"/>
              <a:t>, the switch reads each frame’s source address and adds it to the table along with the port it was received from</a:t>
            </a:r>
          </a:p>
          <a:p>
            <a:r>
              <a:rPr lang="en-US" dirty="0"/>
              <a:t>If a frame’s destination address isn’t found in the switching table the switch forwards the frame out all ports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340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1BB0-E40C-8AFA-4BE5-DCAB5455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AFE2-5183-E39C-6A38-66F3A0B9F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the Switching Table (2 of 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F29E93-1DBB-F25F-2A14-40F514F0EA90}"/>
              </a:ext>
            </a:extLst>
          </p:cNvPr>
          <p:cNvSpPr txBox="1"/>
          <p:nvPr/>
        </p:nvSpPr>
        <p:spPr>
          <a:xfrm>
            <a:off x="7315200" y="2755013"/>
            <a:ext cx="42945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8-2  </a:t>
            </a:r>
            <a:r>
              <a:rPr lang="en-US" sz="2400" dirty="0">
                <a:latin typeface="Work Sans" pitchFamily="2" charset="0"/>
              </a:rPr>
              <a:t>Switching tables can contain multiple MAC addresses per port</a:t>
            </a:r>
          </a:p>
        </p:txBody>
      </p:sp>
      <p:pic>
        <p:nvPicPr>
          <p:cNvPr id="4" name="Picture 3" descr="Switching tables on a switch can contain multiple MAC addresses per port. A network diagram shows switch 1 connected to switch 2. Switch 1 is connected to a workstation. Switch 2 is connected to 3 workstations. Switch 1 has the following switching table. Row 1: MAC Address, 0 0 dash 50 dash 56 dash C 0 dash 0 0 dash 0 1; Port number, 1. following switching table. Row 2: MAC Address, 0 0 dash 50 dash 56 dash C 0 dash 3 C dash 21; Port number, 1. Row 3: MAC Address, 0 0 dash 50 dash 56 dash C 0 dash 2 F dash 15; Port number, 1. Row 4: MAC Address, 0 0 dash 50 dash 56 dash C 0 dash 4 B dash 1 A; Port number, 5.&#10;">
            <a:extLst>
              <a:ext uri="{FF2B5EF4-FFF2-40B4-BE49-F238E27FC236}">
                <a16:creationId xmlns:a16="http://schemas.microsoft.com/office/drawing/2014/main" id="{2C51A8A9-E4BC-29C7-2C0A-A9DD0284C8F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0994" y="1743013"/>
            <a:ext cx="4749246" cy="359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013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258AB-2101-9682-56FE-9C053F45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the Switching Table (3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A1A24-D446-A68E-50AB-A08AB7B3C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30514"/>
            <a:ext cx="11241915" cy="4351338"/>
          </a:xfrm>
        </p:spPr>
        <p:txBody>
          <a:bodyPr/>
          <a:lstStyle/>
          <a:p>
            <a:r>
              <a:rPr lang="en-US" dirty="0"/>
              <a:t>Most switches include a number that indicates the </a:t>
            </a:r>
            <a:r>
              <a:rPr lang="en-US" b="1" dirty="0"/>
              <a:t>number of MAC </a:t>
            </a:r>
            <a:r>
              <a:rPr lang="en-US" dirty="0"/>
              <a:t>addresses the </a:t>
            </a:r>
            <a:r>
              <a:rPr lang="en-US" b="1" dirty="0"/>
              <a:t>switch can hold </a:t>
            </a:r>
          </a:p>
          <a:p>
            <a:r>
              <a:rPr lang="en-US" dirty="0"/>
              <a:t>Switching tables prevent stale entries by including a timestamp when an entry is created</a:t>
            </a:r>
          </a:p>
          <a:p>
            <a:r>
              <a:rPr lang="en-US" dirty="0"/>
              <a:t>When a switch receives a frame from a device already in its table, it updates the entry with a new timestamp</a:t>
            </a:r>
          </a:p>
          <a:p>
            <a:pPr lvl="1"/>
            <a:r>
              <a:rPr lang="en-US" sz="2200" dirty="0"/>
              <a:t>The period of time a table keeps a MAC address is called the </a:t>
            </a:r>
            <a:r>
              <a:rPr lang="en-US" sz="2200" b="1" dirty="0"/>
              <a:t>aging time</a:t>
            </a:r>
          </a:p>
          <a:p>
            <a:r>
              <a:rPr lang="en-US" dirty="0"/>
              <a:t>If the timestamp isn’t updated within the aging time, the entry expires and is removed from the 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625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B9D86-9395-507C-2755-7A48040AF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 Forwarding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6A419-08D3-4CD9-C682-11EF868EA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253331"/>
            <a:ext cx="11241915" cy="4351338"/>
          </a:xfrm>
        </p:spPr>
        <p:txBody>
          <a:bodyPr/>
          <a:lstStyle/>
          <a:p>
            <a:r>
              <a:rPr lang="en-US" b="1" dirty="0"/>
              <a:t>Cut-through switching </a:t>
            </a:r>
            <a:r>
              <a:rPr lang="en-US" dirty="0"/>
              <a:t>is the fastest method in which the switch reads only enough of the incoming frame to determine the frame’s source and destination addresses </a:t>
            </a:r>
          </a:p>
          <a:p>
            <a:pPr lvl="1"/>
            <a:r>
              <a:rPr lang="en-US" sz="2200" dirty="0"/>
              <a:t>Disadvantage: the switch might forward frames containing errors</a:t>
            </a:r>
          </a:p>
          <a:p>
            <a:r>
              <a:rPr lang="en-US" b="1" dirty="0"/>
              <a:t>Store-and-forward switching </a:t>
            </a:r>
            <a:r>
              <a:rPr lang="en-US" dirty="0"/>
              <a:t>requires that the switch read the entire frame into its buffers before forwarding it</a:t>
            </a:r>
          </a:p>
          <a:p>
            <a:pPr lvl="1"/>
            <a:r>
              <a:rPr lang="en-US" sz="2200" dirty="0"/>
              <a:t>Disadvantage: this process takes time and slows the network slightly</a:t>
            </a:r>
          </a:p>
          <a:p>
            <a:r>
              <a:rPr lang="en-US" b="1" dirty="0"/>
              <a:t>Fragment-free switching </a:t>
            </a:r>
            <a:r>
              <a:rPr lang="en-US" dirty="0"/>
              <a:t>is a method in which the switch reads enough of the frame to guarantee that it’s at least the minimum size for the network type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12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7FC27-045C-8D8A-4531-628D683AF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Switch Features (1 of 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20321-E619-41C8-636B-C80A4C6C2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41803"/>
            <a:ext cx="11241915" cy="4351338"/>
          </a:xfrm>
        </p:spPr>
        <p:txBody>
          <a:bodyPr/>
          <a:lstStyle/>
          <a:p>
            <a:r>
              <a:rPr lang="en-US" dirty="0"/>
              <a:t>High-end switches (referred to as “</a:t>
            </a:r>
            <a:r>
              <a:rPr lang="en-US" b="1" dirty="0"/>
              <a:t>smart switches</a:t>
            </a:r>
            <a:r>
              <a:rPr lang="en-US" dirty="0"/>
              <a:t>” or “managed switches) can help make a network more efficient and reliable</a:t>
            </a:r>
          </a:p>
          <a:p>
            <a:r>
              <a:rPr lang="en-US" dirty="0"/>
              <a:t>The following are the most common features found in managed switches:</a:t>
            </a:r>
          </a:p>
          <a:p>
            <a:pPr lvl="1"/>
            <a:r>
              <a:rPr lang="en-US" sz="2200" dirty="0"/>
              <a:t>Multicast processing</a:t>
            </a:r>
          </a:p>
          <a:p>
            <a:pPr lvl="1"/>
            <a:r>
              <a:rPr lang="en-US" sz="2200" dirty="0"/>
              <a:t>Spanning Tree Protocol</a:t>
            </a:r>
          </a:p>
          <a:p>
            <a:pPr lvl="1"/>
            <a:r>
              <a:rPr lang="en-US" sz="2200" dirty="0"/>
              <a:t>Virtual local area networks</a:t>
            </a:r>
          </a:p>
          <a:p>
            <a:pPr lvl="1"/>
            <a:r>
              <a:rPr lang="en-US" sz="2200" dirty="0"/>
              <a:t>Port security</a:t>
            </a:r>
          </a:p>
          <a:p>
            <a:pPr lvl="1"/>
            <a:r>
              <a:rPr lang="en-US" sz="2200" dirty="0"/>
              <a:t>Port Aggregation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285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33C63-67FA-E0BC-D51E-905E0A66E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D636F-E591-B02F-59AE-E0BB38FD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Switch Features (2 of 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865AE-77B8-7352-A5F2-104868CBB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74070"/>
            <a:ext cx="11241915" cy="4351338"/>
          </a:xfrm>
        </p:spPr>
        <p:txBody>
          <a:bodyPr/>
          <a:lstStyle/>
          <a:p>
            <a:r>
              <a:rPr lang="en-US" b="1" dirty="0"/>
              <a:t>Multicast Processing </a:t>
            </a:r>
          </a:p>
          <a:p>
            <a:pPr lvl="1"/>
            <a:r>
              <a:rPr lang="en-US" sz="2200" dirty="0"/>
              <a:t>Switches process multicast frames in one of two ways:</a:t>
            </a:r>
          </a:p>
          <a:p>
            <a:pPr lvl="2"/>
            <a:r>
              <a:rPr lang="en-US" sz="2200" dirty="0"/>
              <a:t>As broadcasts and sends them out all ports</a:t>
            </a:r>
          </a:p>
          <a:p>
            <a:pPr lvl="2"/>
            <a:r>
              <a:rPr lang="en-US" sz="2200" dirty="0"/>
              <a:t>By forwarding the frames only to ports that have registered the multicast address</a:t>
            </a:r>
          </a:p>
          <a:p>
            <a:pPr lvl="3"/>
            <a:r>
              <a:rPr lang="en-US" sz="2200" dirty="0"/>
              <a:t>Used by switches that support </a:t>
            </a:r>
            <a:r>
              <a:rPr lang="en-US" sz="2200" b="1" dirty="0"/>
              <a:t>Internet Group Management Protocol (IGMP)</a:t>
            </a:r>
          </a:p>
          <a:p>
            <a:pPr lvl="1"/>
            <a:r>
              <a:rPr lang="en-US" sz="2200" dirty="0"/>
              <a:t>Multicast MAC addresses always begin with 01:00:5E </a:t>
            </a:r>
          </a:p>
          <a:p>
            <a:pPr lvl="1"/>
            <a:r>
              <a:rPr lang="en-US" sz="2200" dirty="0"/>
              <a:t>The rest of the address identifies a particular multicast application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400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51606-A733-9D6A-24D2-6D88F081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6B29A-9442-0F1D-8374-9315EE3C7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Switch Features (3 of 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A5300-D256-6AFC-59A6-06EC9237A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85358"/>
            <a:ext cx="11241915" cy="4351338"/>
          </a:xfrm>
        </p:spPr>
        <p:txBody>
          <a:bodyPr/>
          <a:lstStyle/>
          <a:p>
            <a:r>
              <a:rPr lang="en-US" dirty="0"/>
              <a:t>Spanning Tree Protocol</a:t>
            </a:r>
          </a:p>
          <a:p>
            <a:pPr lvl="1"/>
            <a:r>
              <a:rPr lang="en-US" sz="2200" dirty="0"/>
              <a:t>A </a:t>
            </a:r>
            <a:r>
              <a:rPr lang="en-US" sz="2200" b="1" dirty="0"/>
              <a:t>switching loop </a:t>
            </a:r>
            <a:r>
              <a:rPr lang="en-US" sz="2200" dirty="0"/>
              <a:t>occurs when switches are connected in such a way that it’s possible for frames to be forwarded endlessly from switch to switch in an infinite loop</a:t>
            </a:r>
          </a:p>
          <a:p>
            <a:pPr lvl="2"/>
            <a:r>
              <a:rPr lang="en-US" sz="2200" dirty="0"/>
              <a:t>If this type of loop occurs with a broadcast frame, it’s referred to as a </a:t>
            </a:r>
            <a:r>
              <a:rPr lang="en-US" sz="2200" b="1" dirty="0"/>
              <a:t>broadcast storm</a:t>
            </a:r>
          </a:p>
          <a:p>
            <a:pPr lvl="1"/>
            <a:r>
              <a:rPr lang="en-US" sz="2200" b="1" dirty="0"/>
              <a:t>Spanning Tree Protocol (STP) </a:t>
            </a:r>
            <a:r>
              <a:rPr lang="en-US" sz="2200" dirty="0"/>
              <a:t>enables switches to detect when there is a potential for a switching loop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778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1F064-E6BC-629E-4AD4-08A09843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C0F7B-1DF8-D2E0-509D-1720B098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Switch Features (4 of 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14C44-C0F7-606F-3260-4B6FDE9C9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40203"/>
            <a:ext cx="11241915" cy="4351338"/>
          </a:xfrm>
        </p:spPr>
        <p:txBody>
          <a:bodyPr/>
          <a:lstStyle/>
          <a:p>
            <a:r>
              <a:rPr lang="en-US" dirty="0"/>
              <a:t>Spanning Tree Protocol (continued)</a:t>
            </a:r>
          </a:p>
          <a:p>
            <a:pPr lvl="1"/>
            <a:r>
              <a:rPr lang="en-US" sz="2200" dirty="0"/>
              <a:t>When a possible loop is detected:</a:t>
            </a:r>
          </a:p>
          <a:p>
            <a:pPr lvl="2"/>
            <a:r>
              <a:rPr lang="en-US" sz="2000" dirty="0"/>
              <a:t>One of the switch ports goes into blocking mode, preventing it from forwarding frames that would create a loop</a:t>
            </a:r>
          </a:p>
          <a:p>
            <a:pPr lvl="2"/>
            <a:r>
              <a:rPr lang="en-US" sz="2000" dirty="0"/>
              <a:t>If the loop configuration is broken, the switch that was in blocking mode resumes forwarding frames</a:t>
            </a:r>
          </a:p>
          <a:p>
            <a:pPr lvl="1"/>
            <a:r>
              <a:rPr lang="en-US" sz="2200" b="1" dirty="0"/>
              <a:t>Rapid Spanning Tree Protocol (RSTP) </a:t>
            </a:r>
            <a:r>
              <a:rPr lang="en-US" sz="2200" dirty="0"/>
              <a:t>is an enhancement to STP that provides faster convergence when the topology changes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089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20302-7574-607C-1CBC-0ACB53FDA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E8841-AF26-92EC-4BEB-9CB08301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Switch Features (5 of 11)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98A24-65F0-6300-0093-8E9C07E954F0}"/>
              </a:ext>
            </a:extLst>
          </p:cNvPr>
          <p:cNvSpPr txBox="1"/>
          <p:nvPr/>
        </p:nvSpPr>
        <p:spPr>
          <a:xfrm>
            <a:off x="7315200" y="2755013"/>
            <a:ext cx="4294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8-3  </a:t>
            </a:r>
            <a:r>
              <a:rPr lang="en-US" sz="2400" dirty="0">
                <a:latin typeface="Work Sans" pitchFamily="2" charset="0"/>
              </a:rPr>
              <a:t>Switches with redundant paths can create a switching loop</a:t>
            </a:r>
          </a:p>
        </p:txBody>
      </p:sp>
      <p:pic>
        <p:nvPicPr>
          <p:cNvPr id="4" name="Picture 3" descr="Switching loop caused in a network. A network diagram shows switch A connected to a workstation. Switch A is connected to switch B and switch C. Switch C is connected to switch D. Switch D is connected to switch B. A broadcast frame from the workstation ends up in a switching loop in switches A to D.&#10;">
            <a:extLst>
              <a:ext uri="{FF2B5EF4-FFF2-40B4-BE49-F238E27FC236}">
                <a16:creationId xmlns:a16="http://schemas.microsoft.com/office/drawing/2014/main" id="{B52B2F2B-3ECD-616C-1595-81C33DCB35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1032" y="1732062"/>
            <a:ext cx="4510816" cy="339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35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4E905-2A31-0444-8780-529B5C402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Switch Features (6 of 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D8FAE-6BCC-BE00-4989-175F25ED0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74070"/>
            <a:ext cx="11241915" cy="4351338"/>
          </a:xfrm>
        </p:spPr>
        <p:txBody>
          <a:bodyPr/>
          <a:lstStyle/>
          <a:p>
            <a:r>
              <a:rPr lang="en-US" dirty="0"/>
              <a:t>Virtual Local Area Networks</a:t>
            </a:r>
          </a:p>
          <a:p>
            <a:pPr lvl="1"/>
            <a:r>
              <a:rPr lang="en-US" sz="2200" b="1" dirty="0"/>
              <a:t>Virtual local area networks (VLANS) </a:t>
            </a:r>
            <a:r>
              <a:rPr lang="en-US" sz="2200" dirty="0"/>
              <a:t>enable you to configure one or more switch ports into separate broadcast domains</a:t>
            </a:r>
          </a:p>
          <a:p>
            <a:pPr lvl="2"/>
            <a:r>
              <a:rPr lang="en-US" sz="2200" dirty="0"/>
              <a:t>It’s like separating a switch into two or more switches that aren’t connected to one another</a:t>
            </a:r>
          </a:p>
          <a:p>
            <a:pPr lvl="1"/>
            <a:r>
              <a:rPr lang="en-US" sz="2200" dirty="0"/>
              <a:t>A </a:t>
            </a:r>
            <a:r>
              <a:rPr lang="en-US" sz="2200" b="1" dirty="0"/>
              <a:t>router</a:t>
            </a:r>
            <a:r>
              <a:rPr lang="en-US" sz="2200" dirty="0"/>
              <a:t> is needed to communicate between VLANs</a:t>
            </a:r>
          </a:p>
          <a:p>
            <a:pPr lvl="1"/>
            <a:r>
              <a:rPr lang="en-US" sz="2200" dirty="0"/>
              <a:t>A switch with VLAN capability improves management and security of the network and gives more control of broadcast frames</a:t>
            </a:r>
          </a:p>
          <a:p>
            <a:pPr lvl="1"/>
            <a:r>
              <a:rPr lang="en-US" sz="2200" b="1" dirty="0"/>
              <a:t>VLANs</a:t>
            </a:r>
            <a:r>
              <a:rPr lang="en-US" sz="2200" dirty="0"/>
              <a:t> allow administrators to group users and resources logically instead of by physical location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154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7C8A-1BDE-32AC-2EB7-28CA622E2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D3480-C9DB-84C3-6FCB-BA6A48A4A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Switch Features (7 of 11)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6238E-6AA8-0481-F56C-D5187BBE1A63}"/>
              </a:ext>
            </a:extLst>
          </p:cNvPr>
          <p:cNvSpPr txBox="1"/>
          <p:nvPr/>
        </p:nvSpPr>
        <p:spPr>
          <a:xfrm>
            <a:off x="7315200" y="2755013"/>
            <a:ext cx="42945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8-5  </a:t>
            </a:r>
            <a:r>
              <a:rPr lang="en-US" sz="2400" dirty="0">
                <a:latin typeface="Work Sans" pitchFamily="2" charset="0"/>
              </a:rPr>
              <a:t>VLANs logically group users and resources from different physical locations </a:t>
            </a:r>
          </a:p>
        </p:txBody>
      </p:sp>
      <p:pic>
        <p:nvPicPr>
          <p:cNvPr id="4" name="Picture 3" descr="A network that shows a router connected to buildings 1 to 4. Each of the buildings has V LANs 1 and 2. A V LAN logically groups users and resources in different physical locations.">
            <a:extLst>
              <a:ext uri="{FF2B5EF4-FFF2-40B4-BE49-F238E27FC236}">
                <a16:creationId xmlns:a16="http://schemas.microsoft.com/office/drawing/2014/main" id="{E88AC9EC-22DB-7802-3A8F-4AC51C5354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5510" y="1736731"/>
            <a:ext cx="4793048" cy="360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877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B23B-F8B5-89C8-E2F2-6BF6326EA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Switch Features (8 of 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2E50B-ED68-76E2-BEA6-15F50AB96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64381"/>
            <a:ext cx="11241915" cy="4351338"/>
          </a:xfrm>
        </p:spPr>
        <p:txBody>
          <a:bodyPr/>
          <a:lstStyle/>
          <a:p>
            <a:r>
              <a:rPr lang="en-US" b="1" dirty="0"/>
              <a:t>VLAN</a:t>
            </a:r>
            <a:r>
              <a:rPr lang="en-US" dirty="0"/>
              <a:t> Trunks</a:t>
            </a:r>
          </a:p>
          <a:p>
            <a:pPr lvl="1"/>
            <a:r>
              <a:rPr lang="en-US" sz="2200" dirty="0"/>
              <a:t>A </a:t>
            </a:r>
            <a:r>
              <a:rPr lang="en-US" sz="2200" b="1" dirty="0"/>
              <a:t>trunk port </a:t>
            </a:r>
            <a:r>
              <a:rPr lang="en-US" sz="2200" dirty="0"/>
              <a:t>is a switch port configured to carry traffic from all VLANs to another switch or router</a:t>
            </a:r>
          </a:p>
          <a:p>
            <a:pPr lvl="1"/>
            <a:r>
              <a:rPr lang="en-US" sz="2200" dirty="0"/>
              <a:t>The switch or router port must also be configured as a trunk port</a:t>
            </a:r>
          </a:p>
          <a:p>
            <a:pPr lvl="1"/>
            <a:r>
              <a:rPr lang="en-US" sz="2200" b="1" dirty="0"/>
              <a:t>IEEE 802.1Q </a:t>
            </a:r>
            <a:r>
              <a:rPr lang="en-US" sz="2200" dirty="0"/>
              <a:t>defines how to configure a trunk port, which involves the switch adding a tag to each frame that must traverse the trunk port</a:t>
            </a:r>
          </a:p>
          <a:p>
            <a:pPr lvl="1"/>
            <a:r>
              <a:rPr lang="en-US" sz="2200" dirty="0"/>
              <a:t>The VLAN tag identifies which VLAN the traffic originated from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396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EA6AF-AF10-629B-A3E9-2988E78C8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4EB4-8072-14B2-0D16-F40A6C6E5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Switch Features (9 of 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E358F-C896-BC75-CC2A-52EB8E413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74070"/>
            <a:ext cx="11241915" cy="4351338"/>
          </a:xfrm>
        </p:spPr>
        <p:txBody>
          <a:bodyPr/>
          <a:lstStyle/>
          <a:p>
            <a:r>
              <a:rPr lang="en-US" b="1" dirty="0"/>
              <a:t>Factors</a:t>
            </a:r>
            <a:r>
              <a:rPr lang="en-US" dirty="0"/>
              <a:t> to Consider </a:t>
            </a:r>
            <a:r>
              <a:rPr lang="en-US" b="1" dirty="0"/>
              <a:t>Before Using VLANs</a:t>
            </a:r>
            <a:r>
              <a:rPr lang="en-US" dirty="0"/>
              <a:t>:</a:t>
            </a:r>
          </a:p>
          <a:p>
            <a:pPr lvl="1"/>
            <a:r>
              <a:rPr lang="en-US" sz="2200" dirty="0"/>
              <a:t>Overuse of VLANs </a:t>
            </a:r>
            <a:r>
              <a:rPr lang="en-US" sz="2200" b="1" dirty="0"/>
              <a:t>can cost more </a:t>
            </a:r>
            <a:r>
              <a:rPr lang="en-US" sz="2200" dirty="0"/>
              <a:t>than it benefits you</a:t>
            </a:r>
          </a:p>
          <a:p>
            <a:pPr lvl="1"/>
            <a:r>
              <a:rPr lang="en-US" sz="2200" dirty="0"/>
              <a:t>More VLANs mean </a:t>
            </a:r>
            <a:r>
              <a:rPr lang="en-US" sz="2200" b="1" dirty="0"/>
              <a:t>more logical networks </a:t>
            </a:r>
            <a:r>
              <a:rPr lang="en-US" sz="2200" dirty="0"/>
              <a:t>so your network will be more complicated</a:t>
            </a:r>
          </a:p>
          <a:p>
            <a:pPr lvl="1"/>
            <a:r>
              <a:rPr lang="en-US" sz="2200" dirty="0"/>
              <a:t>Every VLAN you create </a:t>
            </a:r>
            <a:r>
              <a:rPr lang="en-US" sz="2200" b="1" dirty="0"/>
              <a:t>requires a corresponding router interface</a:t>
            </a:r>
          </a:p>
          <a:p>
            <a:pPr lvl="1"/>
            <a:r>
              <a:rPr lang="en-US" sz="2200" dirty="0"/>
              <a:t>Routers are slower devices, so performance can decrease with the addition of more VLANs</a:t>
            </a:r>
          </a:p>
          <a:p>
            <a:pPr lvl="1"/>
            <a:r>
              <a:rPr lang="en-US" sz="2200" dirty="0"/>
              <a:t>More router interfaces mean additional IP networks, which is likely to require subnetting your existing network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774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4316E-05D5-2A45-D156-AE081A398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14C9B-AEB4-D4B0-2751-92679AF20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Switch Features (10 of 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94FFD-089A-3E7A-B851-36F05BE4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75669"/>
            <a:ext cx="11241915" cy="4586463"/>
          </a:xfrm>
        </p:spPr>
        <p:txBody>
          <a:bodyPr/>
          <a:lstStyle/>
          <a:p>
            <a:r>
              <a:rPr lang="en-US" b="1" dirty="0"/>
              <a:t>Switch Port Security</a:t>
            </a:r>
          </a:p>
          <a:p>
            <a:pPr lvl="1"/>
            <a:r>
              <a:rPr lang="en-US" sz="2200" dirty="0"/>
              <a:t>In some public buildings, connections are often available to public users, who can use </a:t>
            </a:r>
            <a:r>
              <a:rPr lang="en-US" sz="2200" b="1" dirty="0"/>
              <a:t>devices that contain viruses, hacker tools</a:t>
            </a:r>
            <a:r>
              <a:rPr lang="en-US" sz="2200" dirty="0"/>
              <a:t>, and other malware</a:t>
            </a:r>
          </a:p>
          <a:p>
            <a:pPr lvl="1"/>
            <a:r>
              <a:rPr lang="en-US" sz="2200" dirty="0"/>
              <a:t>A switch with port security features can help prevent this type of connection</a:t>
            </a:r>
          </a:p>
          <a:p>
            <a:pPr lvl="1"/>
            <a:r>
              <a:rPr lang="en-US" sz="2200" dirty="0"/>
              <a:t>Port security on most switches enables an administrator to limit how many and which MAC addresses can connect to a port</a:t>
            </a:r>
          </a:p>
          <a:p>
            <a:pPr lvl="1"/>
            <a:r>
              <a:rPr lang="en-US" sz="2200" dirty="0"/>
              <a:t>If an unauthorized computer attempts to connect, the port can be disabled and a message can be sent to the administrator to alert them of the intrusion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430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07DF9-47E4-0F4A-C736-23A25F6BD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237B2-421F-CE6F-BA6A-E0213FE11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Switch Features (11 of 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35CBC-0644-69F8-24D5-7A01E8742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07936"/>
            <a:ext cx="11241915" cy="4351338"/>
          </a:xfrm>
        </p:spPr>
        <p:txBody>
          <a:bodyPr/>
          <a:lstStyle/>
          <a:p>
            <a:r>
              <a:rPr lang="en-US" b="1" dirty="0"/>
              <a:t>Port aggregation </a:t>
            </a:r>
            <a:r>
              <a:rPr lang="en-US" dirty="0"/>
              <a:t>is a feature available on some switches that allows you to bind multiple switch ports together to act as a single switch port</a:t>
            </a:r>
          </a:p>
          <a:p>
            <a:pPr lvl="1"/>
            <a:r>
              <a:rPr lang="en-US" sz="2200" dirty="0"/>
              <a:t>It </a:t>
            </a:r>
            <a:r>
              <a:rPr lang="en-US" sz="2200" b="1" dirty="0"/>
              <a:t>increases the bandwidth </a:t>
            </a:r>
            <a:r>
              <a:rPr lang="en-US" sz="2200" dirty="0"/>
              <a:t>of the link between two devices</a:t>
            </a:r>
          </a:p>
          <a:p>
            <a:pPr lvl="1"/>
            <a:r>
              <a:rPr lang="en-US" sz="2200" dirty="0"/>
              <a:t>Devices on </a:t>
            </a:r>
            <a:r>
              <a:rPr lang="en-US" sz="2200" b="1" dirty="0"/>
              <a:t>both sides of the link </a:t>
            </a:r>
            <a:r>
              <a:rPr lang="en-US" sz="2200" dirty="0"/>
              <a:t>must support port aggregation</a:t>
            </a:r>
          </a:p>
          <a:p>
            <a:pPr lvl="1"/>
            <a:r>
              <a:rPr lang="en-US" sz="2200" dirty="0"/>
              <a:t>On Windows, this feature is called </a:t>
            </a:r>
            <a:r>
              <a:rPr lang="en-US" sz="2200" b="1" dirty="0"/>
              <a:t>NIC teaming</a:t>
            </a:r>
          </a:p>
          <a:p>
            <a:pPr lvl="1"/>
            <a:r>
              <a:rPr lang="en-US" sz="2200" dirty="0"/>
              <a:t>The most common protocol is link aggregation control protocol (LACP)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162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4DF8-3FF5-C1BB-C5C6-7928F2A20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112" y="473246"/>
            <a:ext cx="8071556" cy="779822"/>
          </a:xfrm>
        </p:spPr>
        <p:txBody>
          <a:bodyPr/>
          <a:lstStyle/>
          <a:p>
            <a:r>
              <a:rPr lang="en-US"/>
              <a:t>Types of Switch Ports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81BD3-B264-FEA1-96B5-59890DFFB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40203"/>
            <a:ext cx="11241915" cy="4351338"/>
          </a:xfrm>
        </p:spPr>
        <p:txBody>
          <a:bodyPr/>
          <a:lstStyle/>
          <a:p>
            <a:r>
              <a:rPr lang="en-US" dirty="0"/>
              <a:t>Enterprise level switches can have the following types of ports:</a:t>
            </a:r>
          </a:p>
          <a:p>
            <a:pPr lvl="1"/>
            <a:r>
              <a:rPr lang="en-US" sz="2200" dirty="0"/>
              <a:t>RJ-45 Ethernet port</a:t>
            </a:r>
          </a:p>
          <a:p>
            <a:pPr lvl="1"/>
            <a:r>
              <a:rPr lang="en-US" sz="2200" dirty="0"/>
              <a:t>RJ-45 Ethernet port with </a:t>
            </a:r>
            <a:r>
              <a:rPr lang="en-US" sz="2200" b="1" dirty="0"/>
              <a:t>Power over Ethernet (PoE)</a:t>
            </a:r>
            <a:r>
              <a:rPr lang="en-US" sz="2200" dirty="0"/>
              <a:t>—supplies power to a variety of devices</a:t>
            </a:r>
          </a:p>
          <a:p>
            <a:pPr lvl="1"/>
            <a:r>
              <a:rPr lang="en-US" sz="2200" dirty="0"/>
              <a:t>Fiber optic Ethernet port</a:t>
            </a:r>
          </a:p>
          <a:p>
            <a:pPr lvl="1"/>
            <a:r>
              <a:rPr lang="en-US" sz="2200" b="1" dirty="0"/>
              <a:t>Small Form-Factor Pluggable (SFP) </a:t>
            </a:r>
            <a:r>
              <a:rPr lang="en-US" sz="2200" dirty="0"/>
              <a:t>slots—a small pluggable network interface module </a:t>
            </a:r>
          </a:p>
          <a:p>
            <a:r>
              <a:rPr lang="en-US" dirty="0"/>
              <a:t>Cisco devices have a </a:t>
            </a:r>
            <a:r>
              <a:rPr lang="en-US" b="1" dirty="0"/>
              <a:t>console port</a:t>
            </a:r>
            <a:r>
              <a:rPr lang="en-US" dirty="0"/>
              <a:t>, which is used for configuration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F37676-35FF-5A69-9A79-5F82CE05F3B2}"/>
              </a:ext>
            </a:extLst>
          </p:cNvPr>
          <p:cNvSpPr txBox="1"/>
          <p:nvPr/>
        </p:nvSpPr>
        <p:spPr>
          <a:xfrm>
            <a:off x="191911" y="20823"/>
            <a:ext cx="13998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/>
              <a:t>Part 2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786536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AE486-29A1-709D-9B3B-5382D71BE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Multilayer Switches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8A486-822B-A5DD-68D8-28F703186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advanced devices have all the functions of a managed switch (Layer 2) but add Layer 3 capabilities</a:t>
            </a:r>
          </a:p>
          <a:p>
            <a:r>
              <a:rPr lang="en-US" dirty="0"/>
              <a:t>Multilayer switches are typically used in the interior of networks to route between VLANs instead of being placed on the network perimeter</a:t>
            </a:r>
          </a:p>
          <a:p>
            <a:r>
              <a:rPr lang="en-US" dirty="0"/>
              <a:t>These switches offer a performance advantage over traditional routers</a:t>
            </a:r>
          </a:p>
          <a:p>
            <a:r>
              <a:rPr lang="en-US" dirty="0"/>
              <a:t>Packet routing between VLANs is done within the switch instead of having to exit the switch to a router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57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0716-F2B5-38A1-49B5-C83BD09B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Routers in Depth (1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92B00-3FBD-CEE4-30F0-0F0B9C6B8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85358"/>
            <a:ext cx="11241915" cy="4351338"/>
          </a:xfrm>
        </p:spPr>
        <p:txBody>
          <a:bodyPr/>
          <a:lstStyle/>
          <a:p>
            <a:r>
              <a:rPr lang="en-US" dirty="0"/>
              <a:t>Routers operate at the </a:t>
            </a:r>
            <a:r>
              <a:rPr lang="en-US" b="1" dirty="0"/>
              <a:t>Network layer </a:t>
            </a:r>
            <a:r>
              <a:rPr lang="en-US" dirty="0"/>
              <a:t>(</a:t>
            </a:r>
            <a:r>
              <a:rPr lang="en-US" b="1" dirty="0"/>
              <a:t>Layer 3</a:t>
            </a:r>
            <a:r>
              <a:rPr lang="en-US" dirty="0"/>
              <a:t>) and work with packets </a:t>
            </a:r>
          </a:p>
          <a:p>
            <a:r>
              <a:rPr lang="en-US" dirty="0"/>
              <a:t>Broadcast frames are not forwarded to other router ports</a:t>
            </a:r>
          </a:p>
          <a:p>
            <a:r>
              <a:rPr lang="en-US" b="1" dirty="0"/>
              <a:t>Routers</a:t>
            </a:r>
            <a:r>
              <a:rPr lang="en-US" dirty="0"/>
              <a:t> can be used to create complex internetworks with multiple paths creating fault tolerance and load sharing</a:t>
            </a:r>
          </a:p>
          <a:p>
            <a:r>
              <a:rPr lang="en-US" dirty="0"/>
              <a:t>The processing done by routers depends on the </a:t>
            </a:r>
            <a:r>
              <a:rPr lang="en-US" b="1" dirty="0"/>
              <a:t>following features </a:t>
            </a:r>
            <a:r>
              <a:rPr lang="en-US" dirty="0"/>
              <a:t>found on most routers:</a:t>
            </a:r>
          </a:p>
          <a:p>
            <a:pPr lvl="1"/>
            <a:r>
              <a:rPr lang="en-US" sz="2200" dirty="0"/>
              <a:t>Router interfaces, </a:t>
            </a:r>
            <a:r>
              <a:rPr lang="en-US" sz="2200" b="1" dirty="0"/>
              <a:t>routing tables</a:t>
            </a:r>
            <a:r>
              <a:rPr lang="en-US" sz="2200" dirty="0"/>
              <a:t>, routing </a:t>
            </a:r>
            <a:r>
              <a:rPr lang="en-US" sz="2200" b="1" dirty="0"/>
              <a:t>protocols</a:t>
            </a:r>
            <a:r>
              <a:rPr lang="en-US" sz="2200" dirty="0"/>
              <a:t>, and access </a:t>
            </a:r>
            <a:r>
              <a:rPr lang="en-US" sz="2200"/>
              <a:t>control lists (</a:t>
            </a:r>
            <a:r>
              <a:rPr lang="en-US" sz="2200" b="1"/>
              <a:t>ACL</a:t>
            </a:r>
            <a:r>
              <a:rPr lang="en-US" sz="2200"/>
              <a:t>s)</a:t>
            </a:r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401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D213A-CBAE-0501-6BD3-011140376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89FA0-BA8B-B89F-5646-97971A0F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Routers in Depth (2 of 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91D8A-E97D-AE43-0C97-EF55DE77B0CD}"/>
              </a:ext>
            </a:extLst>
          </p:cNvPr>
          <p:cNvSpPr txBox="1"/>
          <p:nvPr/>
        </p:nvSpPr>
        <p:spPr>
          <a:xfrm>
            <a:off x="7315200" y="2755013"/>
            <a:ext cx="42945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8-8  </a:t>
            </a:r>
            <a:r>
              <a:rPr lang="en-US" sz="2400" dirty="0">
                <a:latin typeface="Work Sans" pitchFamily="2" charset="0"/>
              </a:rPr>
              <a:t>Routers can connect networks with many different paths between them</a:t>
            </a:r>
          </a:p>
        </p:txBody>
      </p:sp>
      <p:pic>
        <p:nvPicPr>
          <p:cNvPr id="4" name="Picture 3" descr="Multiple routers are used to connect several networks with many different paths. Router A, router B and Router C are connected to network 1. Router A and router D are connected to network 2. Router D and router E are connected to network 3. Router C, router F, router G are connected to network 4. Router G is connected to network 5. Router F is connected to network 6. Router D, router E, router H, and router I are connected to network 7. Router H is connected to network 8. Router I is connected to network 9.&#10;">
            <a:extLst>
              <a:ext uri="{FF2B5EF4-FFF2-40B4-BE49-F238E27FC236}">
                <a16:creationId xmlns:a16="http://schemas.microsoft.com/office/drawing/2014/main" id="{7B9F3800-67DB-1E01-B7A3-F2A293CC769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1222" y="1577656"/>
            <a:ext cx="4948240" cy="370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412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42349-C974-5F3B-39A4-780FB7EE4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 Interfaces (1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6086D-C56F-2C75-FF4C-AB506A7C3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31046"/>
            <a:ext cx="11241915" cy="4506909"/>
          </a:xfrm>
        </p:spPr>
        <p:txBody>
          <a:bodyPr/>
          <a:lstStyle/>
          <a:p>
            <a:r>
              <a:rPr lang="en-US" b="1" dirty="0"/>
              <a:t>Routers</a:t>
            </a:r>
            <a:r>
              <a:rPr lang="en-US" dirty="0"/>
              <a:t> must have </a:t>
            </a:r>
            <a:r>
              <a:rPr lang="en-US" b="1" dirty="0"/>
              <a:t>two or more interfaces </a:t>
            </a:r>
            <a:r>
              <a:rPr lang="en-US" dirty="0"/>
              <a:t>(</a:t>
            </a:r>
            <a:r>
              <a:rPr lang="en-US" b="1" dirty="0"/>
              <a:t>ports</a:t>
            </a:r>
            <a:r>
              <a:rPr lang="en-US" dirty="0"/>
              <a:t>) in order to forward packets to other networks</a:t>
            </a:r>
          </a:p>
          <a:p>
            <a:pPr lvl="1"/>
            <a:r>
              <a:rPr lang="en-US" sz="2200" dirty="0"/>
              <a:t>When a router interface receives a frame, it </a:t>
            </a:r>
            <a:r>
              <a:rPr lang="en-US" sz="2200" b="1" dirty="0"/>
              <a:t>compares</a:t>
            </a:r>
            <a:r>
              <a:rPr lang="en-US" sz="2200" dirty="0"/>
              <a:t> the destination </a:t>
            </a:r>
            <a:r>
              <a:rPr lang="en-US" sz="2200" b="1" dirty="0"/>
              <a:t>MAC address </a:t>
            </a:r>
            <a:r>
              <a:rPr lang="en-US" sz="2200" dirty="0"/>
              <a:t>with the interface’s MAC address</a:t>
            </a:r>
          </a:p>
          <a:p>
            <a:pPr lvl="1"/>
            <a:r>
              <a:rPr lang="en-US" sz="2200" dirty="0"/>
              <a:t>If they match, the router strips the frame header and trailer and reads the packet’s destination IP address </a:t>
            </a:r>
          </a:p>
          <a:p>
            <a:pPr lvl="1"/>
            <a:r>
              <a:rPr lang="en-US" sz="2200" dirty="0"/>
              <a:t>If the IP address matches it processes the packet</a:t>
            </a:r>
          </a:p>
          <a:p>
            <a:pPr lvl="1"/>
            <a:r>
              <a:rPr lang="en-US" sz="2200" dirty="0"/>
              <a:t>If the IP address does not match, the router consults its routing table to determine how to get the packet to its destination</a:t>
            </a:r>
          </a:p>
          <a:p>
            <a:r>
              <a:rPr lang="en-US" dirty="0"/>
              <a:t>This process is called </a:t>
            </a:r>
            <a:r>
              <a:rPr lang="en-US" b="1" dirty="0"/>
              <a:t>packet forwarding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8172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B66AE-F9A5-DA6D-BCE8-C37961F98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92CB-72ED-3692-7911-192F4B467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 Interfaces (2 of 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6E224-7621-87E0-9DA0-F1BA9840B27D}"/>
              </a:ext>
            </a:extLst>
          </p:cNvPr>
          <p:cNvSpPr txBox="1"/>
          <p:nvPr/>
        </p:nvSpPr>
        <p:spPr>
          <a:xfrm>
            <a:off x="7315200" y="2828835"/>
            <a:ext cx="4294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8-9  </a:t>
            </a:r>
            <a:r>
              <a:rPr lang="en-US" sz="2400" dirty="0">
                <a:latin typeface="Work Sans" pitchFamily="2" charset="0"/>
              </a:rPr>
              <a:t>Packets are forwarded from one network to another</a:t>
            </a:r>
          </a:p>
        </p:txBody>
      </p:sp>
      <p:pic>
        <p:nvPicPr>
          <p:cNvPr id="4" name="Picture 3" descr="Packet forwarding in which packets are sent from one network to another. Computer 1 is connected to router 1 on the router interface E t h A. Computer 2 is connected to router 1 on the router interface E t h B. Computer 1 has the I P 192 dot 168 dot 1 dot 10 and MAC 0 0 colon 1 D colon D 8 colon B 7 colon 1 C colon 0 1. Computer 2 has the I P 192 dot 168 dot 2 dot 21 and MAC 0 0 colon 1 D colon D 8 colon A 4 colon B 9 colon 41. Router interface E t h A has the I P 192 dot 168 dot 1 dot 250 and MAC 0 0 colon 0 C colon 85 colon 15 colon 31 colon 5 B. E t h  B has the I P 192 dot 168 dot 2 dot 250 and MAC 0 0 colon 0 C colon 85 colon 47 colon 2 A colon 6 F. The incoming frame on router interface E t h A has the following information. Destination MAC: 0 0 colon 0 C colon 85 colon 15 colon 31 colon 5 B. Source MAC: 0 0 colon 1 D colon D 8 colon B 7 colon 1 C colon 0 1. Destination I P: 192 dot 168 dot 2 dot 21. Source I P: 192 dot 168 dot 1 dot 10. Data: Data. Error Check: C R C. The outgoing frame on router interface E t h B has the following information. Destination MAC: 0 0 colon 1 D colon D 8 colon A 4 colon B 9 colon 41. Source MAC: 0 0 colon 0 C colon 85 colon 47 colon 2 A colon 6 F. Destination I P: 192 dot 168 dot 2 dot 21. Source I P: 192 dot 168 dot 1 dot 10. Data: Data. Error Check: C R C.&#10;">
            <a:extLst>
              <a:ext uri="{FF2B5EF4-FFF2-40B4-BE49-F238E27FC236}">
                <a16:creationId xmlns:a16="http://schemas.microsoft.com/office/drawing/2014/main" id="{EB0D5D49-CCEB-7B5D-CAD6-0F698E909BD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7245" y="1276732"/>
            <a:ext cx="5437693" cy="409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1963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B049-4EB4-E7E6-3954-C1D4EAD7C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Tables (1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065CB-3293-1458-7EC4-16172C3FD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41803"/>
            <a:ext cx="11241915" cy="4351338"/>
          </a:xfrm>
        </p:spPr>
        <p:txBody>
          <a:bodyPr/>
          <a:lstStyle/>
          <a:p>
            <a:r>
              <a:rPr lang="en-US" b="1" dirty="0"/>
              <a:t>Routing tables </a:t>
            </a:r>
            <a:r>
              <a:rPr lang="en-US" dirty="0"/>
              <a:t>are composed of network address and interface pairs that tell the router which interface a packet should be forwarded to </a:t>
            </a:r>
          </a:p>
          <a:p>
            <a:r>
              <a:rPr lang="en-US" dirty="0"/>
              <a:t>Most routing tables contain the following </a:t>
            </a:r>
            <a:r>
              <a:rPr lang="en-US" b="1" dirty="0"/>
              <a:t>for each entry</a:t>
            </a:r>
            <a:r>
              <a:rPr lang="en-US" dirty="0"/>
              <a:t>:</a:t>
            </a:r>
          </a:p>
          <a:p>
            <a:pPr lvl="1"/>
            <a:r>
              <a:rPr lang="en-US" sz="2200" dirty="0"/>
              <a:t>Destination network</a:t>
            </a:r>
          </a:p>
          <a:p>
            <a:pPr lvl="1"/>
            <a:r>
              <a:rPr lang="en-US" sz="2200" b="1" dirty="0"/>
              <a:t>Next hop</a:t>
            </a:r>
            <a:r>
              <a:rPr lang="en-US" sz="2200" dirty="0"/>
              <a:t>—indicates an interface name or the address of the next router in the path to the destination (total number of routers a packet must travel through is called the </a:t>
            </a:r>
            <a:r>
              <a:rPr lang="en-US" sz="2200" b="1" dirty="0"/>
              <a:t>hop count</a:t>
            </a:r>
            <a:r>
              <a:rPr lang="en-US" sz="2200" dirty="0"/>
              <a:t>)</a:t>
            </a:r>
          </a:p>
          <a:p>
            <a:pPr lvl="1"/>
            <a:r>
              <a:rPr lang="en-US" sz="2200" b="1" dirty="0"/>
              <a:t>Metric</a:t>
            </a:r>
            <a:r>
              <a:rPr lang="en-US" sz="2200" dirty="0"/>
              <a:t>—a numeric value that tells the router how “far away” the destination network is (also called cost or distance)</a:t>
            </a:r>
          </a:p>
          <a:p>
            <a:pPr lvl="1"/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4375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5D4A9-4A2A-4008-EEFE-AD8BF25D4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AB843-2A10-E582-A950-EE2387CD1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Tables (2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84F20-2A10-73C5-86B8-8FFF2467D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85358"/>
            <a:ext cx="11241915" cy="4351338"/>
          </a:xfrm>
        </p:spPr>
        <p:txBody>
          <a:bodyPr/>
          <a:lstStyle/>
          <a:p>
            <a:r>
              <a:rPr lang="en-US" dirty="0"/>
              <a:t>Most </a:t>
            </a:r>
            <a:r>
              <a:rPr lang="en-US" b="1" dirty="0"/>
              <a:t>routing tables </a:t>
            </a:r>
            <a:r>
              <a:rPr lang="en-US" dirty="0"/>
              <a:t>contain the following for each entry (continued):</a:t>
            </a:r>
          </a:p>
          <a:p>
            <a:pPr lvl="1"/>
            <a:r>
              <a:rPr lang="en-US" sz="2200" dirty="0"/>
              <a:t>How the route is derived—this field tells you how the route gets into the routing table (one of 3 ways):</a:t>
            </a:r>
          </a:p>
          <a:p>
            <a:pPr lvl="2"/>
            <a:r>
              <a:rPr lang="en-US" sz="2200" dirty="0"/>
              <a:t>The destination network is connected directly to one of the router’s network interfaces (referred to as a </a:t>
            </a:r>
            <a:r>
              <a:rPr lang="en-US" sz="2200" b="1" dirty="0"/>
              <a:t>directly connected route</a:t>
            </a:r>
            <a:r>
              <a:rPr lang="en-US" sz="2200" dirty="0"/>
              <a:t>)</a:t>
            </a:r>
          </a:p>
          <a:p>
            <a:pPr lvl="2"/>
            <a:r>
              <a:rPr lang="en-US" sz="2200" dirty="0"/>
              <a:t>An administrator enters the route information manually (called a </a:t>
            </a:r>
            <a:r>
              <a:rPr lang="en-US" sz="2200" b="1" dirty="0"/>
              <a:t>static route</a:t>
            </a:r>
            <a:r>
              <a:rPr lang="en-US" sz="2200" dirty="0"/>
              <a:t>)</a:t>
            </a:r>
          </a:p>
          <a:p>
            <a:pPr lvl="2"/>
            <a:r>
              <a:rPr lang="en-US" sz="2200" dirty="0"/>
              <a:t>Route information is entered dynamically, via a </a:t>
            </a:r>
            <a:r>
              <a:rPr lang="en-US" sz="2200" b="1" dirty="0"/>
              <a:t>routing protocol</a:t>
            </a:r>
          </a:p>
          <a:p>
            <a:pPr lvl="1"/>
            <a:r>
              <a:rPr lang="en-US" sz="2200" b="1" dirty="0"/>
              <a:t>Timestamp</a:t>
            </a:r>
            <a:r>
              <a:rPr lang="en-US" sz="2200" dirty="0"/>
              <a:t>—tells the router how long it has been since the routing protocol updated the dynamic route</a:t>
            </a:r>
          </a:p>
          <a:p>
            <a:pPr lvl="1"/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90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CA242-1F8A-17AD-A2B1-549882111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9FD8-985E-A815-040C-26EF6BF1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Tables (3 of 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1813F2-C92F-BDD8-8FFD-E87C3BE78E27}"/>
              </a:ext>
            </a:extLst>
          </p:cNvPr>
          <p:cNvSpPr txBox="1"/>
          <p:nvPr/>
        </p:nvSpPr>
        <p:spPr>
          <a:xfrm>
            <a:off x="7315200" y="2828835"/>
            <a:ext cx="4294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8-10  </a:t>
            </a:r>
            <a:r>
              <a:rPr lang="en-US" sz="2400" dirty="0">
                <a:latin typeface="Work Sans" pitchFamily="2" charset="0"/>
              </a:rPr>
              <a:t>An internetwork and a router’s routing table</a:t>
            </a:r>
          </a:p>
        </p:txBody>
      </p:sp>
      <p:pic>
        <p:nvPicPr>
          <p:cNvPr id="4" name="Picture 3" descr="Devices in an internetwork are indicated along with a router's routing table. Router A is connected to 2 switches belonging to the following networks. 192 dot 168 dot 1 dot 0 forward slash 24 and 192 dot 168 dot 2 dot 0 forward slash 24. Router A is linked by WAN to router B and they are on the 192 dot 168 dot 3 dot 0 forward slash 24 network. Router A is linked to the WAN by I P address 192 dot 168 dot 3 dot 1. Router B is linked on the serial 1 interface to the WAN by I P address 192 dot 168 dot 3 dot 2. Router B is connected by ethernet 0 to a switch that is on the 192 dot 168 dot 4 dot 0 forward slash 24 network. Router B is linked by WAN to router C and they are on the 192 dot 168 dot 5 dot 0 forward slash 24 network. Router B is linked by the serial 0 interface to the WAN by I P address 192 dot 168 dot 5 dot 1. Router C is linked to the WAN by I P address 192 dot 168 dot 5 dot 2. Router C is connected to a switch that is on the 192 dot 168 dot 6 dot 0 forward slash 24 network. Router C is connected by WAN link to router D. Routers C and D are on the 192 dot 168 dot 7 dot 0 forward slash 24 network. Router D is connected to a switch on the 192 dot 168 dot 8 dot 0 forward slash 24 network. In the router terminal, the following command has been executed. show i p route. The output displays the router table that has several routes.&#10;">
            <a:extLst>
              <a:ext uri="{FF2B5EF4-FFF2-40B4-BE49-F238E27FC236}">
                <a16:creationId xmlns:a16="http://schemas.microsoft.com/office/drawing/2014/main" id="{FCB980D8-1F52-6AFF-EECB-29DF1C2F677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917" y="1301749"/>
            <a:ext cx="5974994" cy="427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36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D625E-349E-39C1-0A07-990487EB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Protocols (1 of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7347E-7C90-88F0-AF42-97DFC4C9D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42" y="1253331"/>
            <a:ext cx="11241915" cy="4351338"/>
          </a:xfrm>
        </p:spPr>
        <p:txBody>
          <a:bodyPr/>
          <a:lstStyle/>
          <a:p>
            <a:r>
              <a:rPr lang="en-US" sz="2300" dirty="0"/>
              <a:t>A </a:t>
            </a:r>
            <a:r>
              <a:rPr lang="en-US" sz="2300" b="1" dirty="0"/>
              <a:t>routing protocol </a:t>
            </a:r>
            <a:r>
              <a:rPr lang="en-US" sz="2300" dirty="0"/>
              <a:t>is a set of </a:t>
            </a:r>
            <a:r>
              <a:rPr lang="en-US" sz="2300" b="1" dirty="0"/>
              <a:t>rules</a:t>
            </a:r>
            <a:r>
              <a:rPr lang="en-US" sz="2300" dirty="0"/>
              <a:t> that routers use to exchange information so that all routers have accurate information to populate their routing tables</a:t>
            </a:r>
          </a:p>
          <a:p>
            <a:r>
              <a:rPr lang="en-US" sz="2300" dirty="0"/>
              <a:t>There are </a:t>
            </a:r>
            <a:r>
              <a:rPr lang="en-US" sz="2300" b="1" dirty="0"/>
              <a:t>two main types </a:t>
            </a:r>
            <a:r>
              <a:rPr lang="en-US" sz="2300" dirty="0"/>
              <a:t>of routing protocols:</a:t>
            </a:r>
          </a:p>
          <a:p>
            <a:pPr lvl="1"/>
            <a:r>
              <a:rPr lang="en-US" sz="2200" b="1" dirty="0"/>
              <a:t>Distance-vector protocols </a:t>
            </a:r>
            <a:r>
              <a:rPr lang="en-US" sz="2200" dirty="0"/>
              <a:t>share information about an internetwork’s status by copying a router’s routing table to other routers (</a:t>
            </a:r>
            <a:r>
              <a:rPr lang="en-US" sz="2200" b="1" dirty="0"/>
              <a:t>neighbors</a:t>
            </a:r>
            <a:r>
              <a:rPr lang="en-US" sz="2200" dirty="0"/>
              <a:t>)</a:t>
            </a:r>
          </a:p>
          <a:p>
            <a:pPr lvl="2"/>
            <a:r>
              <a:rPr lang="en-US" sz="2200" dirty="0"/>
              <a:t>Routing Information Protocol (RIP) and RIPv2 are most common</a:t>
            </a:r>
          </a:p>
          <a:p>
            <a:pPr lvl="1"/>
            <a:r>
              <a:rPr lang="en-US" sz="2200" b="1" dirty="0"/>
              <a:t>Link-state protocols </a:t>
            </a:r>
            <a:r>
              <a:rPr lang="en-US" sz="2200" dirty="0"/>
              <a:t>share information with other routers by sending the status of all their interface links to other routers</a:t>
            </a:r>
          </a:p>
          <a:p>
            <a:pPr lvl="2"/>
            <a:r>
              <a:rPr lang="en-US" sz="2200" dirty="0"/>
              <a:t>Open Shortest Path First (OSPF) is most common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2155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DB3A4-526F-5E33-A01C-D6386BE2B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D0015-CBA4-BBC0-C153-21A5EE45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Protocols (2 of 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7013DF-F236-519E-7ED3-E31811E8154A}"/>
              </a:ext>
            </a:extLst>
          </p:cNvPr>
          <p:cNvSpPr txBox="1"/>
          <p:nvPr/>
        </p:nvSpPr>
        <p:spPr>
          <a:xfrm>
            <a:off x="7315200" y="2828835"/>
            <a:ext cx="42945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8-11  </a:t>
            </a:r>
            <a:r>
              <a:rPr lang="en-US" sz="2400" dirty="0">
                <a:latin typeface="Work Sans" pitchFamily="2" charset="0"/>
              </a:rPr>
              <a:t>When using RIP, a router always chooses the path with the lower hop count</a:t>
            </a:r>
          </a:p>
        </p:txBody>
      </p:sp>
      <p:pic>
        <p:nvPicPr>
          <p:cNvPr id="4" name="Picture 3" descr="Routing Information Protocol or RIP which chooses a route with lower hop count. Devices in an internetwork are indicated. Router A is connected to router B on the 192 dot 168 dot 3 dot 0 forward slash 24 network. Router A is connected to 2 switches that are on the 192 dot 168 dot 1 dot 0 forward slash 24 and 192 dot 168 dot 2 dot 0 forward slash 24 networks. Router B is connected by ethernet 0 to a switch that is on the 192 dot 168 dot 4 dot 0 forward slash 24 network. Router B is connected to router C on the 192 dot 168 dot 5 dot 0 forward slash 24 network that has a speed of 45 M b p s. Router C is connected to a switch that is on the 192 dot 168 dot 6 dot 0 forward slash 24 network. Router B is also connected to router D on the 192 dot 168 dot 7 dot 0 forward slash 24 network that has a speed of 1.5  M b p s. Router D is connected to a switch that is on the 192 dot 168 dot 9 dot 0 forward slash 24 network. Router C is connected to router D on the 192 dot 168 dot 8 dot 0 forward slash 24 network that has a speed of 45 M b p s. The network has two paths to router D. One goes directly from router B to router D and the other is from router B to router C and to router D. Router B to router D has a speed of only 1.5 M b p s. Router B to router C and to router D has a better network speed of 45 M b p s and this path may be the faster and best choice. But RIP and RIP v 2 chooses the path from router B to router C because it has a hop count of 1 compared to a hop count of 2 from router B to router C and router D.&#10;">
            <a:extLst>
              <a:ext uri="{FF2B5EF4-FFF2-40B4-BE49-F238E27FC236}">
                <a16:creationId xmlns:a16="http://schemas.microsoft.com/office/drawing/2014/main" id="{CF1DDC1E-7A84-5997-6064-0FD110274A0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928" y="1265547"/>
            <a:ext cx="5921716" cy="408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22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3C3B9-B2CE-17CC-F2C8-9BF13430F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A801-F550-E7CB-9FFF-BEFAAC626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Protocols (3 of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1CC24-8298-32DC-0393-084FBF9D7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42" y="1362781"/>
            <a:ext cx="11241915" cy="4351338"/>
          </a:xfrm>
        </p:spPr>
        <p:txBody>
          <a:bodyPr/>
          <a:lstStyle/>
          <a:p>
            <a:r>
              <a:rPr lang="en-US" b="1" dirty="0"/>
              <a:t>Interior gateway protocols (IGP) </a:t>
            </a:r>
            <a:r>
              <a:rPr lang="en-US" dirty="0"/>
              <a:t>are used in an </a:t>
            </a:r>
            <a:r>
              <a:rPr lang="en-US" b="1" dirty="0"/>
              <a:t>autonomous system (AS)</a:t>
            </a:r>
          </a:p>
          <a:p>
            <a:pPr lvl="1"/>
            <a:r>
              <a:rPr lang="en-US" sz="2300" dirty="0"/>
              <a:t>An AS is an internetwork managed by a single organization</a:t>
            </a:r>
          </a:p>
          <a:p>
            <a:r>
              <a:rPr lang="en-US" b="1" dirty="0"/>
              <a:t>Exterior gateway protocols (EGP) </a:t>
            </a:r>
            <a:r>
              <a:rPr lang="en-US" dirty="0"/>
              <a:t>are used between autonomous systems</a:t>
            </a:r>
          </a:p>
          <a:p>
            <a:pPr lvl="1"/>
            <a:r>
              <a:rPr lang="en-US" sz="2300" dirty="0"/>
              <a:t>Example of EGP is </a:t>
            </a:r>
            <a:r>
              <a:rPr lang="en-US" sz="2300" b="1" dirty="0"/>
              <a:t>Border Gateway Protocol (BGP)</a:t>
            </a:r>
          </a:p>
          <a:p>
            <a:pPr lvl="1"/>
            <a:r>
              <a:rPr lang="en-US" sz="2300" dirty="0"/>
              <a:t>BGP is a </a:t>
            </a:r>
            <a:r>
              <a:rPr lang="en-US" sz="2300" b="1" dirty="0"/>
              <a:t>path-vector routing protocol</a:t>
            </a:r>
            <a:r>
              <a:rPr lang="en-US" sz="2300" dirty="0"/>
              <a:t>, which analyzes characteristics of all autonomous systems to form a nonlooping routing topology</a:t>
            </a:r>
          </a:p>
          <a:p>
            <a:pPr lvl="1"/>
            <a:r>
              <a:rPr lang="en-US" sz="2300" dirty="0"/>
              <a:t>A </a:t>
            </a:r>
            <a:r>
              <a:rPr lang="en-US" sz="2300" b="1" dirty="0"/>
              <a:t>border router </a:t>
            </a:r>
            <a:r>
              <a:rPr lang="en-US" sz="2300" dirty="0"/>
              <a:t>connects one autonomous system to another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2075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1F51D-99BB-FDAB-41E5-9C858A1C0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19DCC-ADC6-08C6-A5E3-F1F3CE4B5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Protocols (4 of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2EC77-80D6-5949-47A9-73CDA7F66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07936"/>
            <a:ext cx="11241915" cy="4351338"/>
          </a:xfrm>
        </p:spPr>
        <p:txBody>
          <a:bodyPr/>
          <a:lstStyle/>
          <a:p>
            <a:r>
              <a:rPr lang="en-US" b="1" dirty="0"/>
              <a:t>Static routes </a:t>
            </a:r>
            <a:r>
              <a:rPr lang="en-US" dirty="0"/>
              <a:t>can be entered in a routing table manually</a:t>
            </a:r>
          </a:p>
          <a:p>
            <a:r>
              <a:rPr lang="en-US" dirty="0"/>
              <a:t>Consider the following before deciding:</a:t>
            </a:r>
          </a:p>
          <a:p>
            <a:pPr lvl="1"/>
            <a:r>
              <a:rPr lang="en-US" sz="2200" dirty="0"/>
              <a:t>Does the network change often? If so, a routing protocol is probably a good choice</a:t>
            </a:r>
          </a:p>
          <a:p>
            <a:pPr lvl="1"/>
            <a:r>
              <a:rPr lang="en-US" sz="2200" dirty="0"/>
              <a:t>Are there </a:t>
            </a:r>
            <a:r>
              <a:rPr lang="en-US" sz="2200" b="1" dirty="0"/>
              <a:t>several alternate paths </a:t>
            </a:r>
            <a:r>
              <a:rPr lang="en-US" sz="2200" dirty="0"/>
              <a:t>to many of the networks in the internetwork? If so, a </a:t>
            </a:r>
            <a:r>
              <a:rPr lang="en-US" sz="2200" b="1" dirty="0"/>
              <a:t>routing protocol </a:t>
            </a:r>
            <a:r>
              <a:rPr lang="en-US" sz="2200" dirty="0"/>
              <a:t>can </a:t>
            </a:r>
            <a:r>
              <a:rPr lang="en-US" sz="2200" b="1" dirty="0"/>
              <a:t>reroute</a:t>
            </a:r>
            <a:r>
              <a:rPr lang="en-US" sz="2200" dirty="0"/>
              <a:t> around down links or congested routes automatically</a:t>
            </a:r>
          </a:p>
          <a:p>
            <a:pPr lvl="1"/>
            <a:r>
              <a:rPr lang="en-US" sz="2200" dirty="0"/>
              <a:t>Is the internetwork large? A </a:t>
            </a:r>
            <a:r>
              <a:rPr lang="en-US" sz="2200" b="1" dirty="0"/>
              <a:t>routing protocol builds </a:t>
            </a:r>
            <a:r>
              <a:rPr lang="en-US" sz="2200" dirty="0"/>
              <a:t>and maintains routing tables automatically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4452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90EF3-716B-A6C1-5E54-59E3047B9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9D663-7108-F9EB-8320-F5E679916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07936"/>
            <a:ext cx="11241915" cy="4351338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access control list (ACL) </a:t>
            </a:r>
            <a:r>
              <a:rPr lang="en-US" dirty="0"/>
              <a:t>is a </a:t>
            </a:r>
            <a:r>
              <a:rPr lang="en-US" b="1" dirty="0"/>
              <a:t>set of rules configured </a:t>
            </a:r>
            <a:r>
              <a:rPr lang="en-US" dirty="0"/>
              <a:t>on a router’s interface for specifying which addresses and which protocols can pass through an interface and to which destinations</a:t>
            </a:r>
          </a:p>
          <a:p>
            <a:pPr lvl="1"/>
            <a:r>
              <a:rPr lang="en-US" sz="2200" dirty="0"/>
              <a:t>When an ACL blocks a packet it is called </a:t>
            </a:r>
            <a:r>
              <a:rPr lang="en-US" sz="2200" b="1" dirty="0"/>
              <a:t>packet filtering</a:t>
            </a:r>
          </a:p>
          <a:p>
            <a:r>
              <a:rPr lang="en-US" dirty="0"/>
              <a:t>ACLs are usually </a:t>
            </a:r>
            <a:r>
              <a:rPr lang="en-US" b="1" dirty="0"/>
              <a:t>configured to block traffic </a:t>
            </a:r>
            <a:r>
              <a:rPr lang="en-US" dirty="0"/>
              <a:t>based on the following:</a:t>
            </a:r>
          </a:p>
          <a:p>
            <a:pPr lvl="1"/>
            <a:r>
              <a:rPr lang="en-US" sz="2200" dirty="0"/>
              <a:t>Inbound or outbound traffic, source address, destination address, protocol</a:t>
            </a:r>
          </a:p>
          <a:p>
            <a:pPr lvl="1"/>
            <a:r>
              <a:rPr lang="en-US" sz="2200" dirty="0"/>
              <a:t>Addresses can be specific IP addresses or network numbers and filtering can be done on either source or destination address or both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0958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7B54CD94-D75F-6FC7-3B3B-186438BE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843" y="473245"/>
            <a:ext cx="11241915" cy="1217447"/>
          </a:xfrm>
        </p:spPr>
        <p:txBody>
          <a:bodyPr/>
          <a:lstStyle/>
          <a:p>
            <a:r>
              <a:rPr lang="en-US" dirty="0"/>
              <a:t>Knowledge Check Activity 8-1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4F008-21F9-FCFB-BF06-39C357DBA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64380"/>
            <a:ext cx="1124191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Which switching method prevents a switch from forwarding frames that are less than 64 bytes on an Ethernet network but allows the switch to forward frames that contain other errors?</a:t>
            </a:r>
          </a:p>
          <a:p>
            <a:pPr marL="0" indent="0">
              <a:buNone/>
            </a:pPr>
            <a:r>
              <a:rPr lang="en-US" dirty="0"/>
              <a:t>a. Cut-through</a:t>
            </a:r>
          </a:p>
          <a:p>
            <a:pPr marL="0" indent="0">
              <a:buNone/>
            </a:pPr>
            <a:r>
              <a:rPr lang="en-US" dirty="0"/>
              <a:t>b. Fast-forward</a:t>
            </a:r>
          </a:p>
          <a:p>
            <a:pPr marL="0" indent="0">
              <a:buNone/>
            </a:pPr>
            <a:r>
              <a:rPr lang="en-US" dirty="0"/>
              <a:t>c. Fragment-free</a:t>
            </a:r>
          </a:p>
          <a:p>
            <a:pPr marL="0" indent="0">
              <a:buNone/>
            </a:pPr>
            <a:r>
              <a:rPr lang="en-US" dirty="0"/>
              <a:t>d. Store-and-forward</a:t>
            </a:r>
          </a:p>
        </p:txBody>
      </p:sp>
    </p:spTree>
    <p:extLst>
      <p:ext uri="{BB962C8B-B14F-4D97-AF65-F5344CB8AC3E}">
        <p14:creationId xmlns:p14="http://schemas.microsoft.com/office/powerpoint/2010/main" val="36838000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60B051F-5E4A-17A8-0397-5C5E0136D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843" y="473245"/>
            <a:ext cx="11241915" cy="1217447"/>
          </a:xfrm>
        </p:spPr>
        <p:txBody>
          <a:bodyPr/>
          <a:lstStyle/>
          <a:p>
            <a:r>
              <a:rPr lang="en-US" dirty="0"/>
              <a:t>Knowledge Check Activity 8-1: Answer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45F9FD1-AEB1-00C2-F6D0-11C11AF9B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042" y="1423322"/>
            <a:ext cx="11241915" cy="37131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Which switching method prevents a switch from forwarding frames that are less than 64 bytes on an Ethernet network but allows the switch to forward frames that contain other errors?</a:t>
            </a:r>
          </a:p>
          <a:p>
            <a:pPr marL="0" indent="0">
              <a:buNone/>
            </a:pPr>
            <a:r>
              <a:rPr lang="en-US" b="1" dirty="0"/>
              <a:t>Answer: c</a:t>
            </a:r>
            <a:r>
              <a:rPr lang="en-US" dirty="0"/>
              <a:t>. </a:t>
            </a:r>
            <a:r>
              <a:rPr lang="en-US" sz="2800" b="1" dirty="0"/>
              <a:t>Fragment-free</a:t>
            </a:r>
          </a:p>
          <a:p>
            <a:pPr marL="0" indent="0">
              <a:buNone/>
            </a:pPr>
            <a:r>
              <a:rPr lang="en-US" b="1" dirty="0"/>
              <a:t>Explanation:</a:t>
            </a:r>
            <a:r>
              <a:rPr lang="en-US" dirty="0"/>
              <a:t> One switching method is fragment-free switching, in which the switch reads enough of the frame to guarantee that it’s at least the minimum size for the network type. For Ethernet, it’s </a:t>
            </a:r>
            <a:r>
              <a:rPr lang="en-US" b="1" dirty="0"/>
              <a:t>64 bytes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9104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D1DC0-AB83-A790-4E86-4EC37127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33" y="473245"/>
            <a:ext cx="11650134" cy="903999"/>
          </a:xfrm>
        </p:spPr>
        <p:txBody>
          <a:bodyPr/>
          <a:lstStyle/>
          <a:p>
            <a:r>
              <a:rPr lang="en-US" dirty="0"/>
              <a:t>Using the Cisco Command Line Interface </a:t>
            </a:r>
            <a:r>
              <a:rPr lang="en-US" sz="2400" dirty="0"/>
              <a:t>(1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164B0-2A08-530F-F05C-1DC4E5A18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253330"/>
            <a:ext cx="11241915" cy="4639469"/>
          </a:xfrm>
        </p:spPr>
        <p:txBody>
          <a:bodyPr/>
          <a:lstStyle/>
          <a:p>
            <a:r>
              <a:rPr lang="en-US" dirty="0"/>
              <a:t>You connect to a </a:t>
            </a:r>
            <a:r>
              <a:rPr lang="en-US" b="1" dirty="0"/>
              <a:t>Cisco device </a:t>
            </a:r>
            <a:r>
              <a:rPr lang="en-US" dirty="0"/>
              <a:t>by connecting a serial port on your computer to the console port on the device using a rollover cable</a:t>
            </a:r>
          </a:p>
          <a:p>
            <a:pPr lvl="1"/>
            <a:r>
              <a:rPr lang="en-US" dirty="0"/>
              <a:t>You can use a </a:t>
            </a:r>
            <a:r>
              <a:rPr lang="en-US" b="1" dirty="0"/>
              <a:t>USB to serial adapter</a:t>
            </a:r>
          </a:p>
          <a:p>
            <a:r>
              <a:rPr lang="en-US" b="1" dirty="0"/>
              <a:t>Common commands </a:t>
            </a:r>
            <a:r>
              <a:rPr lang="en-US" dirty="0"/>
              <a:t>include the following:</a:t>
            </a:r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show version</a:t>
            </a:r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show mac address-table</a:t>
            </a:r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show interfaces and show ip interface brief</a:t>
            </a:r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show running-config</a:t>
            </a:r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configure terminal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5172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6B51B-6BC5-2B80-3563-9D9A868A7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437DF-D0BA-616B-4A35-456A0064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843" y="473246"/>
            <a:ext cx="11241915" cy="858844"/>
          </a:xfrm>
        </p:spPr>
        <p:txBody>
          <a:bodyPr/>
          <a:lstStyle/>
          <a:p>
            <a:r>
              <a:rPr lang="en-US" sz="3600" dirty="0"/>
              <a:t>Using the Cisco Command Line Interface (2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B1287-5192-71D3-E54A-AFDCD1802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32090"/>
            <a:ext cx="11241915" cy="4351338"/>
          </a:xfrm>
        </p:spPr>
        <p:txBody>
          <a:bodyPr/>
          <a:lstStyle/>
          <a:p>
            <a:r>
              <a:rPr lang="en-US" dirty="0"/>
              <a:t>If you want to use commands that view the configuration file or alter the operation of the device, you need to be in privileged EXEC mode</a:t>
            </a:r>
          </a:p>
          <a:p>
            <a:pPr lvl="1"/>
            <a:r>
              <a:rPr lang="en-US" sz="2200" dirty="0">
                <a:cs typeface="Courier New" panose="02070309020205020404" pitchFamily="49" charset="0"/>
              </a:rPr>
              <a:t>To do so, you type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enable</a:t>
            </a:r>
            <a:r>
              <a:rPr lang="en-US" sz="2200" dirty="0">
                <a:cs typeface="Courier New" panose="02070309020205020404" pitchFamily="49" charset="0"/>
              </a:rPr>
              <a:t> and press enter</a:t>
            </a:r>
          </a:p>
          <a:p>
            <a:pPr lvl="1"/>
            <a:r>
              <a:rPr lang="en-US" sz="2200" dirty="0">
                <a:cs typeface="Courier New" panose="02070309020205020404" pitchFamily="49" charset="0"/>
              </a:rPr>
              <a:t>The # at the end of the prompt means you are in privileged EXEC mode</a:t>
            </a:r>
          </a:p>
          <a:p>
            <a:r>
              <a:rPr lang="en-US" dirty="0"/>
              <a:t>After you enter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configure terminal</a:t>
            </a:r>
            <a:r>
              <a:rPr lang="en-US" dirty="0"/>
              <a:t>, you are in global configuration mode, where you can enter commands that affect the device </a:t>
            </a:r>
          </a:p>
          <a:p>
            <a:pPr lvl="1"/>
            <a:r>
              <a:rPr lang="en-US" dirty="0"/>
              <a:t>The prompt will include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(config)#</a:t>
            </a:r>
          </a:p>
        </p:txBody>
      </p:sp>
    </p:spTree>
    <p:extLst>
      <p:ext uri="{BB962C8B-B14F-4D97-AF65-F5344CB8AC3E}">
        <p14:creationId xmlns:p14="http://schemas.microsoft.com/office/powerpoint/2010/main" val="13670087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ED42F-DBDB-8FBF-CD88-5267EF0B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Access Points in Depth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2F7F2-D82E-43EC-D939-53CE4DD8C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19225"/>
            <a:ext cx="11241915" cy="4351338"/>
          </a:xfrm>
        </p:spPr>
        <p:txBody>
          <a:bodyPr/>
          <a:lstStyle/>
          <a:p>
            <a:r>
              <a:rPr lang="en-US" dirty="0"/>
              <a:t>This section discusses some configuration options on most wireless APs and wireless routers</a:t>
            </a:r>
          </a:p>
          <a:p>
            <a:r>
              <a:rPr lang="en-US" dirty="0"/>
              <a:t>A wireless router is actually three devices in one:</a:t>
            </a:r>
          </a:p>
          <a:p>
            <a:pPr lvl="1"/>
            <a:r>
              <a:rPr lang="en-US" dirty="0"/>
              <a:t>A wireless AP</a:t>
            </a:r>
          </a:p>
          <a:p>
            <a:pPr lvl="1"/>
            <a:r>
              <a:rPr lang="en-US" dirty="0"/>
              <a:t>A router</a:t>
            </a:r>
          </a:p>
          <a:p>
            <a:pPr lvl="1"/>
            <a:r>
              <a:rPr lang="en-US" dirty="0"/>
              <a:t>A switch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4298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7AB17-8FAD-F9E8-1902-ACCBDFA22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Wireless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26C9-535B-5A9C-1552-7CAAEABEF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253331"/>
            <a:ext cx="11241915" cy="4351338"/>
          </a:xfrm>
        </p:spPr>
        <p:txBody>
          <a:bodyPr/>
          <a:lstStyle/>
          <a:p>
            <a:r>
              <a:rPr lang="en-US" dirty="0"/>
              <a:t>Basic </a:t>
            </a:r>
            <a:r>
              <a:rPr lang="en-US" b="1" dirty="0"/>
              <a:t>wireless settings </a:t>
            </a:r>
            <a:r>
              <a:rPr lang="en-US" dirty="0"/>
              <a:t>on most APs:</a:t>
            </a:r>
          </a:p>
          <a:p>
            <a:pPr lvl="1"/>
            <a:r>
              <a:rPr lang="en-US" sz="2200" dirty="0"/>
              <a:t>Wireless network mode allows you to choose which </a:t>
            </a:r>
            <a:r>
              <a:rPr lang="en-US" sz="2200" b="1" dirty="0"/>
              <a:t>802.11 standard </a:t>
            </a:r>
            <a:r>
              <a:rPr lang="en-US" sz="2200" dirty="0"/>
              <a:t>the AP should operate under</a:t>
            </a:r>
          </a:p>
          <a:p>
            <a:pPr lvl="1"/>
            <a:r>
              <a:rPr lang="en-US" sz="2200" dirty="0"/>
              <a:t>Wireless network name (</a:t>
            </a:r>
            <a:r>
              <a:rPr lang="en-US" sz="2200" b="1" dirty="0"/>
              <a:t>SSID</a:t>
            </a:r>
            <a:r>
              <a:rPr lang="en-US" sz="2200" dirty="0"/>
              <a:t>)—when an AP is shipped the SSID is set to a default value,, and it is recommended that you change it upon setup</a:t>
            </a:r>
          </a:p>
          <a:p>
            <a:pPr lvl="1"/>
            <a:r>
              <a:rPr lang="en-US" sz="2200" b="1" dirty="0"/>
              <a:t>Wireless channel</a:t>
            </a:r>
            <a:r>
              <a:rPr lang="en-US" sz="2200" dirty="0"/>
              <a:t>—it is recommended that you set your channels five channels apart, such as 1, 6, and 11</a:t>
            </a:r>
          </a:p>
          <a:p>
            <a:pPr lvl="1"/>
            <a:r>
              <a:rPr lang="en-US" sz="2200" dirty="0"/>
              <a:t>SSID broadcast status—by default, APs are configured to transmit the SSID so that any wireless device in range can see the network</a:t>
            </a:r>
          </a:p>
          <a:p>
            <a:pPr lvl="2"/>
            <a:r>
              <a:rPr lang="en-US" sz="2200" dirty="0"/>
              <a:t>To enable/disable the SSID broadcast is a low-end security option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387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D3DD9-CDDC-D467-6BD0-5352E56E0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Security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5263D-6077-9AC8-7184-31469AB0E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62781"/>
            <a:ext cx="11241915" cy="4351338"/>
          </a:xfrm>
        </p:spPr>
        <p:txBody>
          <a:bodyPr/>
          <a:lstStyle/>
          <a:p>
            <a:r>
              <a:rPr lang="en-US" dirty="0"/>
              <a:t>Most APs offer the following </a:t>
            </a:r>
            <a:r>
              <a:rPr lang="en-US" b="1" dirty="0"/>
              <a:t>security options</a:t>
            </a:r>
            <a:r>
              <a:rPr lang="en-US" dirty="0"/>
              <a:t>:</a:t>
            </a:r>
          </a:p>
          <a:p>
            <a:pPr lvl="1"/>
            <a:r>
              <a:rPr lang="en-US" sz="2200" b="1" dirty="0"/>
              <a:t>Encryption</a:t>
            </a:r>
          </a:p>
          <a:p>
            <a:pPr lvl="1"/>
            <a:r>
              <a:rPr lang="en-US" sz="2200" b="1" dirty="0"/>
              <a:t>Authentication</a:t>
            </a:r>
          </a:p>
          <a:p>
            <a:pPr lvl="1"/>
            <a:r>
              <a:rPr lang="en-US" sz="2200" b="1" dirty="0"/>
              <a:t>MAC filtering</a:t>
            </a:r>
          </a:p>
          <a:p>
            <a:pPr lvl="1"/>
            <a:r>
              <a:rPr lang="en-US" sz="2200" b="1" dirty="0"/>
              <a:t>AP isolation</a:t>
            </a:r>
          </a:p>
          <a:p>
            <a:r>
              <a:rPr lang="en-US" sz="2300" dirty="0"/>
              <a:t>Use the highest level of security your systems support (all devices must use the same protocol)</a:t>
            </a:r>
          </a:p>
          <a:p>
            <a:r>
              <a:rPr lang="en-US" sz="2300" b="1" dirty="0"/>
              <a:t>MAC address filtering </a:t>
            </a:r>
            <a:r>
              <a:rPr lang="en-US" sz="2300" dirty="0"/>
              <a:t>enables you to restrict which devices connect to your AP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4636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1C9A-778A-313D-6804-FA11EEE1C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Wireless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09B54-FB3F-8A1A-09AE-6BBEF8E7A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253331"/>
            <a:ext cx="11241915" cy="4351338"/>
          </a:xfrm>
        </p:spPr>
        <p:txBody>
          <a:bodyPr/>
          <a:lstStyle/>
          <a:p>
            <a:r>
              <a:rPr lang="en-US" dirty="0"/>
              <a:t>Common </a:t>
            </a:r>
            <a:r>
              <a:rPr lang="en-US" b="1" dirty="0"/>
              <a:t>advanced settings</a:t>
            </a:r>
            <a:r>
              <a:rPr lang="en-US" dirty="0"/>
              <a:t>:</a:t>
            </a:r>
          </a:p>
          <a:p>
            <a:pPr lvl="1"/>
            <a:r>
              <a:rPr lang="en-US" sz="2100" dirty="0"/>
              <a:t>Adjustable transmit power</a:t>
            </a:r>
          </a:p>
          <a:p>
            <a:pPr lvl="1"/>
            <a:r>
              <a:rPr lang="en-US" sz="2100" dirty="0"/>
              <a:t>Multiple SSIDs</a:t>
            </a:r>
          </a:p>
          <a:p>
            <a:pPr lvl="1"/>
            <a:r>
              <a:rPr lang="en-US" sz="2100" dirty="0"/>
              <a:t>VLAN support</a:t>
            </a:r>
          </a:p>
          <a:p>
            <a:pPr lvl="1"/>
            <a:r>
              <a:rPr lang="en-US" sz="2100" dirty="0"/>
              <a:t>Traffic priority</a:t>
            </a:r>
          </a:p>
          <a:p>
            <a:pPr lvl="1"/>
            <a:r>
              <a:rPr lang="en-US" sz="2100" dirty="0"/>
              <a:t>Wi-Fi Multimedia</a:t>
            </a:r>
          </a:p>
          <a:p>
            <a:pPr lvl="1"/>
            <a:r>
              <a:rPr lang="en-US" sz="2100" dirty="0"/>
              <a:t>AP modes</a:t>
            </a:r>
          </a:p>
          <a:p>
            <a:pPr lvl="1"/>
            <a:r>
              <a:rPr lang="en-US" sz="2100" dirty="0"/>
              <a:t>Target Wake Time (TWT)</a:t>
            </a:r>
          </a:p>
          <a:p>
            <a:pPr lvl="1"/>
            <a:r>
              <a:rPr lang="en-US" sz="2100" dirty="0"/>
              <a:t>Orthogonal frequency-division multiple-access (OFDMA)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931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A8290-A2E9-6CE4-9ACB-958865A72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Interface Cards in Depth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6E9BB-46C2-4AA3-38EA-70A4B6AB4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74070"/>
            <a:ext cx="11241915" cy="2260952"/>
          </a:xfrm>
        </p:spPr>
        <p:txBody>
          <a:bodyPr/>
          <a:lstStyle/>
          <a:p>
            <a:r>
              <a:rPr lang="en-US" dirty="0"/>
              <a:t>A NIC makes the connection between a computer and the network medium</a:t>
            </a:r>
          </a:p>
          <a:p>
            <a:r>
              <a:rPr lang="en-US" dirty="0"/>
              <a:t>Performance and reliability of the NIC are crucial to the computer’s network performance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F4D13-76E0-BDB9-17E0-098D7C38E5B3}"/>
              </a:ext>
            </a:extLst>
          </p:cNvPr>
          <p:cNvSpPr txBox="1"/>
          <p:nvPr/>
        </p:nvSpPr>
        <p:spPr>
          <a:xfrm>
            <a:off x="6400800" y="2970334"/>
            <a:ext cx="47413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Yout-ube.com/watch?v=fb69FyW2KLk</a:t>
            </a:r>
          </a:p>
        </p:txBody>
      </p:sp>
      <p:pic>
        <p:nvPicPr>
          <p:cNvPr id="1026" name="Picture 2" descr="InfiniBand vs Ethernet for AI Clusters ...">
            <a:extLst>
              <a:ext uri="{FF2B5EF4-FFF2-40B4-BE49-F238E27FC236}">
                <a16:creationId xmlns:a16="http://schemas.microsoft.com/office/drawing/2014/main" id="{FADFDF5F-BBA8-76DC-B9BA-944402D42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334" y="3401221"/>
            <a:ext cx="5463822" cy="298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6745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C05CC-652B-4991-72E8-D438BDF44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 Bus Options (1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B965B-1521-5DCB-73BC-CDDE32F98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509537"/>
            <a:ext cx="11241915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bus</a:t>
            </a:r>
            <a:r>
              <a:rPr lang="en-US" dirty="0"/>
              <a:t> makes the </a:t>
            </a:r>
            <a:r>
              <a:rPr lang="en-US" b="1" dirty="0"/>
              <a:t>connections between a computer’s </a:t>
            </a:r>
            <a:r>
              <a:rPr lang="en-US" dirty="0"/>
              <a:t>vital components</a:t>
            </a:r>
          </a:p>
          <a:p>
            <a:r>
              <a:rPr lang="en-US" dirty="0"/>
              <a:t>The </a:t>
            </a:r>
            <a:r>
              <a:rPr lang="en-US" b="1" dirty="0"/>
              <a:t>faster the bus</a:t>
            </a:r>
            <a:r>
              <a:rPr lang="en-US" dirty="0"/>
              <a:t>, the faster data can be transferred between these components, which makes for a faster system</a:t>
            </a:r>
          </a:p>
          <a:p>
            <a:r>
              <a:rPr lang="en-US" b="1" dirty="0"/>
              <a:t>NICs are considered I/O devices </a:t>
            </a:r>
            <a:r>
              <a:rPr lang="en-US" dirty="0"/>
              <a:t>and can be built into the motherboard or added as an expansion card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6824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77D74-CC62-F768-8D86-4382C4325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 Bus Options (2 of 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596EDD-2528-E368-9FBB-7858CBDEF0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5460763"/>
              </p:ext>
            </p:extLst>
          </p:nvPr>
        </p:nvGraphicFramePr>
        <p:xfrm>
          <a:off x="474664" y="1930400"/>
          <a:ext cx="11242672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6546">
                  <a:extLst>
                    <a:ext uri="{9D8B030D-6E8A-4147-A177-3AD203B41FA5}">
                      <a16:colId xmlns:a16="http://schemas.microsoft.com/office/drawing/2014/main" val="2630465629"/>
                    </a:ext>
                  </a:extLst>
                </a:gridCol>
                <a:gridCol w="2342507">
                  <a:extLst>
                    <a:ext uri="{9D8B030D-6E8A-4147-A177-3AD203B41FA5}">
                      <a16:colId xmlns:a16="http://schemas.microsoft.com/office/drawing/2014/main" val="1501481710"/>
                    </a:ext>
                  </a:extLst>
                </a:gridCol>
                <a:gridCol w="2280863">
                  <a:extLst>
                    <a:ext uri="{9D8B030D-6E8A-4147-A177-3AD203B41FA5}">
                      <a16:colId xmlns:a16="http://schemas.microsoft.com/office/drawing/2014/main" val="3616950974"/>
                    </a:ext>
                  </a:extLst>
                </a:gridCol>
                <a:gridCol w="3992756">
                  <a:extLst>
                    <a:ext uri="{9D8B030D-6E8A-4147-A177-3AD203B41FA5}">
                      <a16:colId xmlns:a16="http://schemas.microsoft.com/office/drawing/2014/main" val="2329641318"/>
                    </a:ext>
                  </a:extLst>
                </a:gridCol>
              </a:tblGrid>
              <a:tr h="475361">
                <a:tc>
                  <a:txBody>
                    <a:bodyPr/>
                    <a:lstStyle/>
                    <a:p>
                      <a:r>
                        <a:rPr lang="en-US" sz="2000" dirty="0"/>
                        <a:t>Bus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Maximum transfer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Bus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094901"/>
                  </a:ext>
                </a:extLst>
              </a:tr>
              <a:tr h="475361">
                <a:tc>
                  <a:txBody>
                    <a:bodyPr/>
                    <a:lstStyle/>
                    <a:p>
                      <a:r>
                        <a:rPr lang="en-US" sz="2000" dirty="0"/>
                        <a:t>PCI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533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32 and 64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Declining; absent on most 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266345"/>
                  </a:ext>
                </a:extLst>
              </a:tr>
              <a:tr h="664204">
                <a:tc>
                  <a:txBody>
                    <a:bodyPr/>
                    <a:lstStyle/>
                    <a:p>
                      <a:r>
                        <a:rPr lang="en-US" sz="2000" dirty="0"/>
                        <a:t>PCI-X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 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32 and 64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Declining use on servers and high-end workstations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542676"/>
                  </a:ext>
                </a:extLst>
              </a:tr>
              <a:tr h="475361">
                <a:tc>
                  <a:txBody>
                    <a:bodyPr/>
                    <a:lstStyle/>
                    <a:p>
                      <a:r>
                        <a:rPr lang="en-US" sz="2000" dirty="0"/>
                        <a:t>PCI Express (PCIe)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32 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 and 32 serial lanes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Standard on all types of computers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62587"/>
                  </a:ext>
                </a:extLst>
              </a:tr>
              <a:tr h="937699">
                <a:tc>
                  <a:txBody>
                    <a:bodyPr/>
                    <a:lstStyle/>
                    <a:p>
                      <a:r>
                        <a:rPr lang="en-US" sz="2000" dirty="0"/>
                        <a:t>USB 3.0</a:t>
                      </a:r>
                    </a:p>
                    <a:p>
                      <a:r>
                        <a:rPr lang="en-US" sz="2000" dirty="0"/>
                        <a:t>USB 3.1</a:t>
                      </a:r>
                    </a:p>
                    <a:p>
                      <a:r>
                        <a:rPr lang="en-US" sz="2000" dirty="0"/>
                        <a:t>USB 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625 MBps</a:t>
                      </a:r>
                    </a:p>
                    <a:p>
                      <a:r>
                        <a:rPr lang="en-US" sz="2000" dirty="0"/>
                        <a:t>1.25 GBps</a:t>
                      </a:r>
                    </a:p>
                    <a:p>
                      <a:r>
                        <a:rPr lang="en-US" sz="2000" dirty="0"/>
                        <a:t>2.5 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Laptops and easy addition of NICs to desktops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5411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F17E3C4-6D09-C42C-79FF-021519B09716}"/>
              </a:ext>
            </a:extLst>
          </p:cNvPr>
          <p:cNvSpPr txBox="1"/>
          <p:nvPr/>
        </p:nvSpPr>
        <p:spPr>
          <a:xfrm>
            <a:off x="476843" y="1319712"/>
            <a:ext cx="2947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Table 8-3  </a:t>
            </a:r>
            <a:r>
              <a:rPr lang="en-US" dirty="0"/>
              <a:t>Common bus types</a:t>
            </a:r>
          </a:p>
        </p:txBody>
      </p:sp>
    </p:spTree>
    <p:extLst>
      <p:ext uri="{BB962C8B-B14F-4D97-AF65-F5344CB8AC3E}">
        <p14:creationId xmlns:p14="http://schemas.microsoft.com/office/powerpoint/2010/main" val="29840783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4C5B-256B-0BB7-07D0-686B5E470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Features of NICs (1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64CD-0DA2-7792-95EE-E6653FABD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253331"/>
            <a:ext cx="11241915" cy="4351338"/>
          </a:xfrm>
        </p:spPr>
        <p:txBody>
          <a:bodyPr/>
          <a:lstStyle/>
          <a:p>
            <a:r>
              <a:rPr lang="en-US" dirty="0"/>
              <a:t>When selecting a network adapter, first identify the physical characteristics the card must match </a:t>
            </a:r>
          </a:p>
          <a:p>
            <a:pPr lvl="1"/>
            <a:r>
              <a:rPr lang="en-US" sz="2200" b="1" dirty="0"/>
              <a:t>Type of bus</a:t>
            </a:r>
            <a:r>
              <a:rPr lang="en-US" sz="2200" dirty="0"/>
              <a:t>, type of </a:t>
            </a:r>
            <a:r>
              <a:rPr lang="en-US" sz="2200" b="1" dirty="0"/>
              <a:t>network technology</a:t>
            </a:r>
            <a:r>
              <a:rPr lang="en-US" sz="2200" dirty="0"/>
              <a:t>, kind of connector needed to connect to media</a:t>
            </a:r>
          </a:p>
          <a:p>
            <a:r>
              <a:rPr lang="en-US" dirty="0"/>
              <a:t>Hardware-enhancement options include the following:</a:t>
            </a:r>
          </a:p>
          <a:p>
            <a:pPr lvl="1"/>
            <a:r>
              <a:rPr lang="en-US" sz="2200" b="1" dirty="0"/>
              <a:t>Shared adapter memory</a:t>
            </a:r>
            <a:r>
              <a:rPr lang="en-US" sz="2200" dirty="0"/>
              <a:t>—the adapter’s buffers map directly to RAM on the computer</a:t>
            </a:r>
          </a:p>
          <a:p>
            <a:pPr lvl="1"/>
            <a:r>
              <a:rPr lang="en-US" sz="2200" b="1" dirty="0"/>
              <a:t>Shared system memory</a:t>
            </a:r>
            <a:r>
              <a:rPr lang="en-US" sz="2200" dirty="0"/>
              <a:t>—a NIC’s onboard processor selects a region of RAM on the computer and writes to it as though it were buffer space on the adapter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6616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89D3F-F32C-346D-A96F-0EF6C43EE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4A89-E2B2-E96B-5C2B-E2EE6DFE2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Features of NICs (2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AD9DE-33BD-E103-927A-F53BE923D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74069"/>
            <a:ext cx="11241915" cy="3739798"/>
          </a:xfrm>
        </p:spPr>
        <p:txBody>
          <a:bodyPr/>
          <a:lstStyle/>
          <a:p>
            <a:r>
              <a:rPr lang="en-US" b="1" dirty="0"/>
              <a:t>Hardware-enhancement options </a:t>
            </a:r>
            <a:r>
              <a:rPr lang="en-US" dirty="0"/>
              <a:t>include the following (continued):</a:t>
            </a:r>
          </a:p>
          <a:p>
            <a:pPr lvl="1"/>
            <a:r>
              <a:rPr lang="en-US" sz="2200" b="1" dirty="0"/>
              <a:t>Bus mastering</a:t>
            </a:r>
            <a:r>
              <a:rPr lang="en-US" sz="2200" dirty="0"/>
              <a:t>—permits a network adapter to take control of the computer’s bus to initiate and manage data transfers to/from the computer’s memory</a:t>
            </a:r>
          </a:p>
          <a:p>
            <a:pPr lvl="1"/>
            <a:r>
              <a:rPr lang="en-US" sz="2200" b="1" dirty="0"/>
              <a:t>RAM buffering</a:t>
            </a:r>
            <a:r>
              <a:rPr lang="en-US" sz="2200" dirty="0"/>
              <a:t>—a NIC includes additional memory to provide temporary storage for incoming and outgoing network data that arrives at the NIC faster than it can be sent out</a:t>
            </a:r>
          </a:p>
          <a:p>
            <a:pPr lvl="1"/>
            <a:r>
              <a:rPr lang="en-US" sz="2200" b="1" dirty="0"/>
              <a:t>Onboard co-processors</a:t>
            </a:r>
            <a:r>
              <a:rPr lang="en-US" sz="2200" dirty="0"/>
              <a:t>—enable the card to process incoming and outgoing network data without requiring service from the CPU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6CBBF4-BFFD-FCB0-E418-ACEC70AE76CF}"/>
              </a:ext>
            </a:extLst>
          </p:cNvPr>
          <p:cNvSpPr txBox="1"/>
          <p:nvPr/>
        </p:nvSpPr>
        <p:spPr>
          <a:xfrm>
            <a:off x="3951111" y="5253098"/>
            <a:ext cx="7236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https://www.yout-ube.com/watch?v=3-KakmVmEpo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24BEB6-F0B7-4B3F-F622-F3E2E0A3BECA}"/>
              </a:ext>
            </a:extLst>
          </p:cNvPr>
          <p:cNvSpPr txBox="1"/>
          <p:nvPr/>
        </p:nvSpPr>
        <p:spPr>
          <a:xfrm>
            <a:off x="2517422" y="5733297"/>
            <a:ext cx="4018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Basic Network Device Commands</a:t>
            </a:r>
          </a:p>
        </p:txBody>
      </p:sp>
    </p:spTree>
    <p:extLst>
      <p:ext uri="{BB962C8B-B14F-4D97-AF65-F5344CB8AC3E}">
        <p14:creationId xmlns:p14="http://schemas.microsoft.com/office/powerpoint/2010/main" val="35862745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FAAEE-FAAE-A34F-A3D8-6AC739A6D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3E7E-3705-D69D-09DB-AC6AB0CD8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Features </a:t>
            </a:r>
            <a:r>
              <a:rPr lang="en-US"/>
              <a:t>of NICs (3 of 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5F016-3015-8CFC-C306-3296E671F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42" y="1253331"/>
            <a:ext cx="11241915" cy="4351338"/>
          </a:xfrm>
        </p:spPr>
        <p:txBody>
          <a:bodyPr/>
          <a:lstStyle/>
          <a:p>
            <a:r>
              <a:rPr lang="en-US" dirty="0"/>
              <a:t>Hardware-enhancement options include the following (continued):</a:t>
            </a:r>
          </a:p>
          <a:p>
            <a:pPr lvl="1"/>
            <a:r>
              <a:rPr lang="en-US" b="1" dirty="0"/>
              <a:t>Automatic link aggregation </a:t>
            </a:r>
            <a:r>
              <a:rPr lang="en-US" dirty="0"/>
              <a:t>enables you to install multiple NICs in one computer and aggregate the bandwidth</a:t>
            </a:r>
          </a:p>
          <a:p>
            <a:pPr lvl="1"/>
            <a:r>
              <a:rPr lang="en-US" dirty="0"/>
              <a:t>Improved </a:t>
            </a:r>
            <a:r>
              <a:rPr lang="en-US" b="1" dirty="0"/>
              <a:t>fault tolerance </a:t>
            </a:r>
            <a:r>
              <a:rPr lang="en-US" dirty="0"/>
              <a:t>by installing a second NIC </a:t>
            </a:r>
          </a:p>
          <a:p>
            <a:pPr lvl="1"/>
            <a:r>
              <a:rPr lang="en-US" sz="2200" dirty="0"/>
              <a:t>Advanced Configuration Power Management Interface (ACPI) offers </a:t>
            </a:r>
            <a:r>
              <a:rPr lang="en-US" sz="2200" b="1" dirty="0"/>
              <a:t>Wake-on-LAN </a:t>
            </a:r>
            <a:r>
              <a:rPr lang="en-US" sz="2200" dirty="0"/>
              <a:t>(</a:t>
            </a:r>
            <a:r>
              <a:rPr lang="en-US" sz="2200" b="1" dirty="0"/>
              <a:t>WoL</a:t>
            </a:r>
            <a:r>
              <a:rPr lang="en-US" sz="2200" dirty="0"/>
              <a:t>), which allows an administrator to power on a PC remotely by accessing the NIC through the network</a:t>
            </a:r>
          </a:p>
          <a:p>
            <a:pPr lvl="1"/>
            <a:r>
              <a:rPr lang="en-US" sz="2200" b="1" dirty="0"/>
              <a:t>Preboot Execution Environment </a:t>
            </a:r>
            <a:r>
              <a:rPr lang="en-US" sz="2200" dirty="0"/>
              <a:t>(</a:t>
            </a:r>
            <a:r>
              <a:rPr lang="en-US" sz="2200" b="1" dirty="0"/>
              <a:t>PXE</a:t>
            </a:r>
            <a:r>
              <a:rPr lang="en-US" sz="2200" dirty="0"/>
              <a:t>)-compliant adapters allow a computer to download an OS instead of booting it from a local hard drive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1543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7B54CD94-D75F-6FC7-3B3B-186438BE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843" y="473245"/>
            <a:ext cx="11241915" cy="1217447"/>
          </a:xfrm>
        </p:spPr>
        <p:txBody>
          <a:bodyPr/>
          <a:lstStyle/>
          <a:p>
            <a:r>
              <a:rPr lang="en-US" dirty="0"/>
              <a:t>Knowledge Check Activity 8-2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4F008-21F9-FCFB-BF06-39C357DBA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253331"/>
            <a:ext cx="1124191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Which character is found at the end of the </a:t>
            </a:r>
            <a:r>
              <a:rPr lang="en-US" b="1" dirty="0"/>
              <a:t>Cisco IOS prompt </a:t>
            </a:r>
            <a:r>
              <a:rPr lang="en-US" dirty="0"/>
              <a:t>when the user is in privileged EXEC mode?</a:t>
            </a:r>
          </a:p>
          <a:p>
            <a:pPr marL="0" indent="0">
              <a:buNone/>
            </a:pPr>
            <a:r>
              <a:rPr lang="en-US" dirty="0"/>
              <a:t>a. $</a:t>
            </a:r>
          </a:p>
          <a:p>
            <a:pPr marL="0" indent="0">
              <a:buNone/>
            </a:pPr>
            <a:r>
              <a:rPr lang="en-US" dirty="0"/>
              <a:t>b. #</a:t>
            </a:r>
          </a:p>
          <a:p>
            <a:pPr marL="0" indent="0">
              <a:buNone/>
            </a:pPr>
            <a:r>
              <a:rPr lang="en-US" dirty="0"/>
              <a:t>c. &gt;</a:t>
            </a:r>
          </a:p>
          <a:p>
            <a:pPr marL="0" indent="0">
              <a:buNone/>
            </a:pPr>
            <a:r>
              <a:rPr lang="en-US" dirty="0"/>
              <a:t>d. %</a:t>
            </a:r>
          </a:p>
        </p:txBody>
      </p:sp>
    </p:spTree>
    <p:extLst>
      <p:ext uri="{BB962C8B-B14F-4D97-AF65-F5344CB8AC3E}">
        <p14:creationId xmlns:p14="http://schemas.microsoft.com/office/powerpoint/2010/main" val="12251530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60B051F-5E4A-17A8-0397-5C5E0136D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843" y="473245"/>
            <a:ext cx="11241915" cy="1217447"/>
          </a:xfrm>
        </p:spPr>
        <p:txBody>
          <a:bodyPr/>
          <a:lstStyle/>
          <a:p>
            <a:r>
              <a:rPr lang="en-US" dirty="0"/>
              <a:t>Knowledge Check Activity 8-2: Answer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45F9FD1-AEB1-00C2-F6D0-11C11AF9B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042" y="1333011"/>
            <a:ext cx="11241915" cy="41421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Which character is found at the end of the Cisco IOS prompt when the user is in privileged EXEC mode?</a:t>
            </a:r>
          </a:p>
          <a:p>
            <a:pPr marL="0" indent="0">
              <a:buNone/>
            </a:pPr>
            <a:r>
              <a:rPr lang="en-US" b="1" dirty="0"/>
              <a:t>Answer: b</a:t>
            </a:r>
            <a:r>
              <a:rPr lang="en-US" dirty="0"/>
              <a:t>. </a:t>
            </a:r>
            <a:r>
              <a:rPr lang="en-US" sz="3200" b="1" dirty="0"/>
              <a:t>#</a:t>
            </a:r>
          </a:p>
          <a:p>
            <a:pPr marL="0" indent="0">
              <a:buNone/>
            </a:pPr>
            <a:r>
              <a:rPr lang="en-US" b="1" dirty="0"/>
              <a:t>Explanation:</a:t>
            </a:r>
            <a:r>
              <a:rPr lang="en-US" dirty="0"/>
              <a:t> If you want to use commands that view the configuration file or alter the operation of the device, you </a:t>
            </a:r>
            <a:r>
              <a:rPr lang="en-US" b="1" dirty="0"/>
              <a:t>need to switch to privileged EXEC mode</a:t>
            </a:r>
            <a:r>
              <a:rPr lang="en-US" dirty="0"/>
              <a:t>; to do so you type enable and press Enter. The prompt now looks like this: Switch#. The </a:t>
            </a:r>
            <a:r>
              <a:rPr lang="en-US" b="1" dirty="0"/>
              <a:t># </a:t>
            </a:r>
            <a:r>
              <a:rPr lang="en-US" dirty="0"/>
              <a:t>at the end of the prompt </a:t>
            </a:r>
            <a:r>
              <a:rPr lang="en-US" b="1" dirty="0"/>
              <a:t>signifies that you are in privileged EXEC mode.</a:t>
            </a:r>
          </a:p>
        </p:txBody>
      </p:sp>
    </p:spTree>
    <p:extLst>
      <p:ext uri="{BB962C8B-B14F-4D97-AF65-F5344CB8AC3E}">
        <p14:creationId xmlns:p14="http://schemas.microsoft.com/office/powerpoint/2010/main" val="19977629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0525-58F2-4405-81C6-344F1101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D28A5-F477-438F-8470-076D1B855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19225"/>
            <a:ext cx="1124191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Compare the three different frame forwarding methods discussed in this chapter. Which method does not forward error frames? What advantage does that offer?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Which type of cable is required to connect the serial port on a computer to the console port of a Cisco device?</a:t>
            </a:r>
          </a:p>
        </p:txBody>
      </p:sp>
    </p:spTree>
    <p:extLst>
      <p:ext uri="{BB962C8B-B14F-4D97-AF65-F5344CB8AC3E}">
        <p14:creationId xmlns:p14="http://schemas.microsoft.com/office/powerpoint/2010/main" val="6237428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9388-57EA-415D-BA4C-9D237D98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2FF5B-1A90-449C-9F51-BCC153EB6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31047"/>
            <a:ext cx="1124191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Now that the lesson has ended, you should be able to: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Describe the advanced features and operation of network switches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Describe routing table properties and discuss routing protocols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Use the Cisco command line interface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Explain basic and advanced wireless access point features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Select the most suitable NIC bus and features for a computer</a:t>
            </a:r>
          </a:p>
        </p:txBody>
      </p:sp>
    </p:spTree>
    <p:extLst>
      <p:ext uri="{BB962C8B-B14F-4D97-AF65-F5344CB8AC3E}">
        <p14:creationId xmlns:p14="http://schemas.microsoft.com/office/powerpoint/2010/main" val="23223707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FULL TEXT TEMPLATE MASTER" val="7pb33sBP"/>
  <p:tag name="ARTICULATE_DESIGN_ID_FULL TEXT TEMPLATE MASTER (CONT.)" val="V3Eg5WUK"/>
  <p:tag name="ARTICULATE_DESIGN_ID_OPTIMIZED TEMPLATE MASTER" val="rzwWCka7"/>
  <p:tag name="ARTICULATE_DESIGN_ID_OPTIMIZED TEMPLATE MASTER (CONT.)" val="klKJ3eZ5"/>
  <p:tag name="ARTICULATE_SLIDE_COUNT" val="3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ptimized Template Master">
  <a:themeElements>
    <a:clrScheme name="Cengage New">
      <a:dk1>
        <a:srgbClr val="282F7C"/>
      </a:dk1>
      <a:lt1>
        <a:srgbClr val="FFFFFF"/>
      </a:lt1>
      <a:dk2>
        <a:srgbClr val="3841B0"/>
      </a:dk2>
      <a:lt2>
        <a:srgbClr val="F5F5F5"/>
      </a:lt2>
      <a:accent1>
        <a:srgbClr val="282F7C"/>
      </a:accent1>
      <a:accent2>
        <a:srgbClr val="FEE349"/>
      </a:accent2>
      <a:accent3>
        <a:srgbClr val="CDDEFF"/>
      </a:accent3>
      <a:accent4>
        <a:srgbClr val="F5F5F5"/>
      </a:accent4>
      <a:accent5>
        <a:srgbClr val="A3A1A3"/>
      </a:accent5>
      <a:accent6>
        <a:srgbClr val="454545"/>
      </a:accent6>
      <a:hlink>
        <a:srgbClr val="3841B0"/>
      </a:hlink>
      <a:folHlink>
        <a:srgbClr val="6900B0"/>
      </a:folHlink>
    </a:clrScheme>
    <a:fontScheme name="Cengage New">
      <a:majorFont>
        <a:latin typeface="Work Sans "/>
        <a:ea typeface=""/>
        <a:cs typeface=""/>
      </a:majorFont>
      <a:minorFont>
        <a:latin typeface="Work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11y_PPT_Template_Cengage_020221.pptx" id="{62A8FB47-AEAE-448A-A9EC-2B57E950A883}" vid="{DA52BCA4-C454-45F1-8147-C38687C750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cc1e726a-7c3b-4654-9122-87de3e28a51c">
      <UserInfo>
        <DisplayName/>
        <AccountId xsi:nil="true"/>
        <AccountType/>
      </UserInfo>
    </SharedWithUsers>
    <AdminNotes xmlns="c8ecdccd-e3b0-4392-94c4-49d90f16d1d5" xsi:nil="true"/>
    <Admin xmlns="c8ecdccd-e3b0-4392-94c4-49d90f16d1d5">
      <UserInfo>
        <DisplayName/>
        <AccountId xsi:nil="true"/>
        <AccountType/>
      </UserInfo>
    </Admin>
    <PartnerProgram xmlns="c8ecdccd-e3b0-4392-94c4-49d90f16d1d5" xsi:nil="true"/>
    <Topic xmlns="c8ecdccd-e3b0-4392-94c4-49d90f16d1d5">
      <Value>Accessibility</Value>
    </Topic>
    <Copy xmlns="c8ecdccd-e3b0-4392-94c4-49d90f16d1d5">false</Copy>
    <MasterLocation_x0028_ifCopy_x003d_Yes_x0029_ xmlns="c8ecdccd-e3b0-4392-94c4-49d90f16d1d5">n/a</MasterLocation_x0028_ifCopy_x003d_Yes_x0029_>
    <Owner xmlns="c8ecdccd-e3b0-4392-94c4-49d90f16d1d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A683995A7B1D46BAE4BA042997DC16" ma:contentTypeVersion="23" ma:contentTypeDescription="Create a new document." ma:contentTypeScope="" ma:versionID="bb91af784c98ffd54f07baef4de8c87a">
  <xsd:schema xmlns:xsd="http://www.w3.org/2001/XMLSchema" xmlns:xs="http://www.w3.org/2001/XMLSchema" xmlns:p="http://schemas.microsoft.com/office/2006/metadata/properties" xmlns:ns2="c8ecdccd-e3b0-4392-94c4-49d90f16d1d5" xmlns:ns3="cc1e726a-7c3b-4654-9122-87de3e28a51c" targetNamespace="http://schemas.microsoft.com/office/2006/metadata/properties" ma:root="true" ma:fieldsID="6483f901f2ec473eb96d4dadeaaace36" ns2:_="" ns3:_="">
    <xsd:import namespace="c8ecdccd-e3b0-4392-94c4-49d90f16d1d5"/>
    <xsd:import namespace="cc1e726a-7c3b-4654-9122-87de3e28a51c"/>
    <xsd:element name="properties">
      <xsd:complexType>
        <xsd:sequence>
          <xsd:element name="documentManagement">
            <xsd:complexType>
              <xsd:all>
                <xsd:element ref="ns2:Topic" minOccurs="0"/>
                <xsd:element ref="ns2:Owner" minOccurs="0"/>
                <xsd:element ref="ns2:Admin" minOccurs="0"/>
                <xsd:element ref="ns2:Copy" minOccurs="0"/>
                <xsd:element ref="ns2:MasterLocation_x0028_ifCopy_x003d_Yes_x0029_" minOccurs="0"/>
                <xsd:element ref="ns2:AdminNote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PartnerProgra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ecdccd-e3b0-4392-94c4-49d90f16d1d5" elementFormDefault="qualified">
    <xsd:import namespace="http://schemas.microsoft.com/office/2006/documentManagement/types"/>
    <xsd:import namespace="http://schemas.microsoft.com/office/infopath/2007/PartnerControls"/>
    <xsd:element name="Topic" ma:index="2" nillable="true" ma:displayName="Topic" ma:default="Unassigned" ma:format="Dropdown" ma:internalName="Topic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ccessibility"/>
                    <xsd:enumeration value="Alt text"/>
                    <xsd:enumeration value="Archiving"/>
                    <xsd:enumeration value="CenDoc"/>
                    <xsd:enumeration value="Content Corrections/Reprints"/>
                    <xsd:enumeration value="Content Creation"/>
                    <xsd:enumeration value="Files to Printer"/>
                    <xsd:enumeration value="Invoicing"/>
                    <xsd:enumeration value="Partner Programs"/>
                    <xsd:enumeration value="Project Management"/>
                    <xsd:enumeration value="Other"/>
                    <xsd:enumeration value="Unassigned"/>
                    <xsd:enumeration value="Source Document Only"/>
                    <xsd:enumeration value="Design"/>
                    <xsd:enumeration value="Inclusivity &amp; Diversity"/>
                    <xsd:enumeration value="Choice 16"/>
                  </xsd:restriction>
                </xsd:simpleType>
              </xsd:element>
            </xsd:sequence>
          </xsd:extension>
        </xsd:complexContent>
      </xsd:complexType>
    </xsd:element>
    <xsd:element name="Owner" ma:index="3" nillable="true" ma:displayName="Owner" ma:format="Dropdown" ma:internalName="Owner">
      <xsd:simpleType>
        <xsd:restriction base="dms:Choice">
          <xsd:enumeration value="Content Corrections"/>
          <xsd:enumeration value="Content Creation"/>
          <xsd:enumeration value="Content Management Services"/>
          <xsd:enumeration value="Creative Studio"/>
          <xsd:enumeration value="Digital Production"/>
          <xsd:enumeration value="Finance"/>
          <xsd:enumeration value="Learning"/>
          <xsd:enumeration value="Manufacturing"/>
          <xsd:enumeration value="NGL"/>
          <xsd:enumeration value="Strategic Sourcing"/>
        </xsd:restriction>
      </xsd:simpleType>
    </xsd:element>
    <xsd:element name="Admin" ma:index="4" nillable="true" ma:displayName="Admin" ma:list="UserInfo" ma:SharePointGroup="0" ma:internalName="Admin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Copy" ma:index="5" nillable="true" ma:displayName="Copy " ma:default="0" ma:description="This is a VIP copy of a master document that is posted/available internally" ma:format="Dropdown" ma:internalName="Copy">
      <xsd:simpleType>
        <xsd:restriction base="dms:Boolean"/>
      </xsd:simpleType>
    </xsd:element>
    <xsd:element name="MasterLocation_x0028_ifCopy_x003d_Yes_x0029_" ma:index="6" nillable="true" ma:displayName="Master Location (if Copy = Yes)" ma:default="n/a" ma:description="Site/document library where master version is maintained" ma:format="Dropdown" ma:internalName="MasterLocation_x0028_ifCopy_x003d_Yes_x0029_">
      <xsd:simpleType>
        <xsd:restriction base="dms:Choice">
          <xsd:enumeration value="Catalyst / Finance"/>
          <xsd:enumeration value="Content Creation"/>
          <xsd:enumeration value="Content Management Services"/>
          <xsd:enumeration value="GPMOT"/>
          <xsd:enumeration value="Learning"/>
          <xsd:enumeration value="Strategic Sourcing"/>
          <xsd:enumeration value="VIP Documents"/>
          <xsd:enumeration value="n/a"/>
          <xsd:enumeration value="Creative Studio"/>
          <xsd:enumeration value="NGL"/>
        </xsd:restriction>
      </xsd:simpleType>
    </xsd:element>
    <xsd:element name="AdminNotes" ma:index="7" nillable="true" ma:displayName="Admin Notes" ma:format="Dropdown" ma:internalName="AdminNotes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See VIP Source Documents"/>
                        <xsd:enumeration value="E2E copy"/>
                        <xsd:enumeration value="Link to VIP copy"/>
                        <xsd:enumeration value="Same as internal version"/>
                        <xsd:enumeration value="Vendor-facing version"/>
                        <xsd:enumeration value="Source document w/owner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PartnerProgram" ma:index="25" nillable="true" ma:displayName="Partner Program" ma:format="Dropdown" ma:internalName="PartnerProgram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HE Production"/>
                    <xsd:enumeration value="Design"/>
                    <xsd:enumeration value="Authoring"/>
                    <xsd:enumeration value="Ancillary Production"/>
                    <xsd:enumeration value="Archiving"/>
                    <xsd:enumeration value="NGL"/>
                    <xsd:enumeration value="Media"/>
                  </xsd:restriction>
                </xsd:simple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1e726a-7c3b-4654-9122-87de3e28a51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9BA192-EF86-48DF-982C-2C526A268392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cc1e726a-7c3b-4654-9122-87de3e28a51c"/>
    <ds:schemaRef ds:uri="http://purl.org/dc/terms/"/>
    <ds:schemaRef ds:uri="http://schemas.openxmlformats.org/package/2006/metadata/core-properties"/>
    <ds:schemaRef ds:uri="http://www.w3.org/XML/1998/namespace"/>
    <ds:schemaRef ds:uri="http://purl.org/dc/elements/1.1/"/>
    <ds:schemaRef ds:uri="c8ecdccd-e3b0-4392-94c4-49d90f16d1d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9006C67-D151-4DD6-B0C5-0010ADB115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ecdccd-e3b0-4392-94c4-49d90f16d1d5"/>
    <ds:schemaRef ds:uri="cc1e726a-7c3b-4654-9122-87de3e28a5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2CFAA7-E308-4DCB-89CD-C84C20E902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A11y_PPT_Template_Cengage_020221</Template>
  <TotalTime>15177</TotalTime>
  <Words>3569</Words>
  <Application>Microsoft Office PowerPoint</Application>
  <PresentationFormat>Widescreen</PresentationFormat>
  <Paragraphs>323</Paragraphs>
  <Slides>53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Arial</vt:lpstr>
      <vt:lpstr>Calibri</vt:lpstr>
      <vt:lpstr>Courier New</vt:lpstr>
      <vt:lpstr>Roboto</vt:lpstr>
      <vt:lpstr>Wingdings</vt:lpstr>
      <vt:lpstr>Work Sans</vt:lpstr>
      <vt:lpstr>Work Sans </vt:lpstr>
      <vt:lpstr>Optimized Template Master</vt:lpstr>
      <vt:lpstr>Guide to Networking Essentials, 9e</vt:lpstr>
      <vt:lpstr>Chapter Objectives</vt:lpstr>
      <vt:lpstr>Network Switches in Depth (1 of 2)</vt:lpstr>
      <vt:lpstr>Network Switches in Depth (2 of 2)</vt:lpstr>
      <vt:lpstr>Switch Port Modes of Operation (1 of 2)</vt:lpstr>
      <vt:lpstr>Switch Port Modes of Operation (2 of 2)</vt:lpstr>
      <vt:lpstr>Creating the Switching Table (1 of 3)</vt:lpstr>
      <vt:lpstr>Creating the Switching Table (2 of 3)</vt:lpstr>
      <vt:lpstr>Creating the Switching Table (3 of 3)</vt:lpstr>
      <vt:lpstr>Frame Forwarding Methods</vt:lpstr>
      <vt:lpstr>Advanced Switch Features (1 of 11)</vt:lpstr>
      <vt:lpstr>Advanced Switch Features (2 of 11)</vt:lpstr>
      <vt:lpstr>Advanced Switch Features (3 of 11)</vt:lpstr>
      <vt:lpstr>Advanced Switch Features (4 of 11)</vt:lpstr>
      <vt:lpstr>Advanced Switch Features (5 of 11)</vt:lpstr>
      <vt:lpstr>Advanced Switch Features (6 of 11)</vt:lpstr>
      <vt:lpstr>Advanced Switch Features (7 of 11)</vt:lpstr>
      <vt:lpstr>Advanced Switch Features (8 of 11)</vt:lpstr>
      <vt:lpstr>Advanced Switch Features (9 of 11)</vt:lpstr>
      <vt:lpstr>Advanced Switch Features (10 of 11)</vt:lpstr>
      <vt:lpstr>Advanced Switch Features (11 of 11)</vt:lpstr>
      <vt:lpstr>Types of Switch Ports</vt:lpstr>
      <vt:lpstr>Multilayer Switches</vt:lpstr>
      <vt:lpstr>Routers in Depth (1 of 2)</vt:lpstr>
      <vt:lpstr>Routers in Depth (2 of 2)</vt:lpstr>
      <vt:lpstr>Router Interfaces (1 of 2)</vt:lpstr>
      <vt:lpstr>Router Interfaces (2 of 2)</vt:lpstr>
      <vt:lpstr>Routing Tables (1 of 3)</vt:lpstr>
      <vt:lpstr>Routing Tables (2 of 3)</vt:lpstr>
      <vt:lpstr>Routing Tables (3 of 3)</vt:lpstr>
      <vt:lpstr>Routing Protocols (1 of 4)</vt:lpstr>
      <vt:lpstr>Routing Protocols (2 of 4)</vt:lpstr>
      <vt:lpstr>Routing Protocols (3 of 4)</vt:lpstr>
      <vt:lpstr>Routing Protocols (4 of 4)</vt:lpstr>
      <vt:lpstr>Access Control Lists</vt:lpstr>
      <vt:lpstr>Knowledge Check Activity 8-1</vt:lpstr>
      <vt:lpstr>Knowledge Check Activity 8-1: Answer</vt:lpstr>
      <vt:lpstr>Using the Cisco Command Line Interface (1 of 2)</vt:lpstr>
      <vt:lpstr>Using the Cisco Command Line Interface (2 of 2)</vt:lpstr>
      <vt:lpstr>Wireless Access Points in Depth</vt:lpstr>
      <vt:lpstr>Basic Wireless Settings</vt:lpstr>
      <vt:lpstr>Wireless Security Options</vt:lpstr>
      <vt:lpstr>Advanced Wireless Settings</vt:lpstr>
      <vt:lpstr>Network Interface Cards in Depth</vt:lpstr>
      <vt:lpstr>PC Bus Options (1 of 2)</vt:lpstr>
      <vt:lpstr>PC Bus Options (2 of 2)</vt:lpstr>
      <vt:lpstr>Advanced Features of NICs (1 of 3)</vt:lpstr>
      <vt:lpstr>Advanced Features of NICs (2 of 3)</vt:lpstr>
      <vt:lpstr>Advanced Features of NICs (3 of 3)</vt:lpstr>
      <vt:lpstr>Knowledge Check Activity 8-2</vt:lpstr>
      <vt:lpstr>Knowledge Check Activity 8-2: Answer</vt:lpstr>
      <vt:lpstr>Self Assessment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 Williams</dc:creator>
  <cp:lastModifiedBy>ap247</cp:lastModifiedBy>
  <cp:revision>477</cp:revision>
  <cp:lastPrinted>2016-10-03T15:29:39Z</cp:lastPrinted>
  <dcterms:created xsi:type="dcterms:W3CDTF">2021-12-10T16:21:02Z</dcterms:created>
  <dcterms:modified xsi:type="dcterms:W3CDTF">2026-03-19T05:05:24Z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0x01010025A683995A7B1D46BAE4BA042997DC16</vt:lpwstr>
  </property>
  <property fmtid="{D5CDD505-2E9C-101B-9397-08002B2CF9AE}" pid="3" name="Order">
    <vt:r8>112600</vt:r8>
  </property>
  <property fmtid="{D5CDD505-2E9C-101B-9397-08002B2CF9AE}" pid="4" name="Category">
    <vt:lpwstr>Accessibility</vt:lpwstr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Document Type">
    <vt:lpwstr>Template</vt:lpwstr>
  </property>
  <property fmtid="{D5CDD505-2E9C-101B-9397-08002B2CF9AE}" pid="8" name="Audience">
    <vt:lpwstr>Content Developer</vt:lpwstr>
  </property>
  <property fmtid="{D5CDD505-2E9C-101B-9397-08002B2CF9AE}" pid="9" name="Department">
    <vt:lpwstr>GPM Training</vt:lpwstr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ArticulateGUID">
    <vt:lpwstr>DA3FD099-5DDC-49B7-BC70-6C2871AE2813</vt:lpwstr>
  </property>
  <property fmtid="{D5CDD505-2E9C-101B-9397-08002B2CF9AE}" pid="13" name="ArticulatePath">
    <vt:lpwstr>Presentation3</vt:lpwstr>
  </property>
  <property fmtid="{D5CDD505-2E9C-101B-9397-08002B2CF9AE}" pid="14" name="_ExtendedDescription">
    <vt:lpwstr/>
  </property>
  <property fmtid="{D5CDD505-2E9C-101B-9397-08002B2CF9AE}" pid="15" name="TriggerFlowInfo">
    <vt:lpwstr/>
  </property>
  <property fmtid="{D5CDD505-2E9C-101B-9397-08002B2CF9AE}" pid="16" name="Notes">
    <vt:lpwstr>Manage access: Not shared</vt:lpwstr>
  </property>
</Properties>
</file>