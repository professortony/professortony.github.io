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5" r:id="rId4"/>
  </p:sldMasterIdLst>
  <p:notesMasterIdLst>
    <p:notesMasterId r:id="rId54"/>
  </p:notesMasterIdLst>
  <p:handoutMasterIdLst>
    <p:handoutMasterId r:id="rId55"/>
  </p:handoutMasterIdLst>
  <p:sldIdLst>
    <p:sldId id="257" r:id="rId5"/>
    <p:sldId id="259" r:id="rId6"/>
    <p:sldId id="451" r:id="rId7"/>
    <p:sldId id="268" r:id="rId8"/>
    <p:sldId id="452" r:id="rId9"/>
    <p:sldId id="453" r:id="rId10"/>
    <p:sldId id="406" r:id="rId11"/>
    <p:sldId id="454" r:id="rId12"/>
    <p:sldId id="450" r:id="rId13"/>
    <p:sldId id="455" r:id="rId14"/>
    <p:sldId id="456" r:id="rId15"/>
    <p:sldId id="457" r:id="rId16"/>
    <p:sldId id="458" r:id="rId17"/>
    <p:sldId id="407" r:id="rId18"/>
    <p:sldId id="459" r:id="rId19"/>
    <p:sldId id="460" r:id="rId20"/>
    <p:sldId id="461" r:id="rId21"/>
    <p:sldId id="462" r:id="rId22"/>
    <p:sldId id="463" r:id="rId23"/>
    <p:sldId id="464" r:id="rId24"/>
    <p:sldId id="465" r:id="rId25"/>
    <p:sldId id="466" r:id="rId26"/>
    <p:sldId id="467" r:id="rId27"/>
    <p:sldId id="468" r:id="rId28"/>
    <p:sldId id="469" r:id="rId29"/>
    <p:sldId id="470" r:id="rId30"/>
    <p:sldId id="471" r:id="rId31"/>
    <p:sldId id="472" r:id="rId32"/>
    <p:sldId id="473" r:id="rId33"/>
    <p:sldId id="474" r:id="rId34"/>
    <p:sldId id="262" r:id="rId35"/>
    <p:sldId id="263" r:id="rId36"/>
    <p:sldId id="475" r:id="rId37"/>
    <p:sldId id="433" r:id="rId38"/>
    <p:sldId id="476" r:id="rId39"/>
    <p:sldId id="408" r:id="rId40"/>
    <p:sldId id="477" r:id="rId41"/>
    <p:sldId id="478" r:id="rId42"/>
    <p:sldId id="480" r:id="rId43"/>
    <p:sldId id="481" r:id="rId44"/>
    <p:sldId id="482" r:id="rId45"/>
    <p:sldId id="483" r:id="rId46"/>
    <p:sldId id="484" r:id="rId47"/>
    <p:sldId id="485" r:id="rId48"/>
    <p:sldId id="486" r:id="rId49"/>
    <p:sldId id="313" r:id="rId50"/>
    <p:sldId id="314" r:id="rId51"/>
    <p:sldId id="269" r:id="rId52"/>
    <p:sldId id="270" r:id="rId53"/>
  </p:sldIdLst>
  <p:sldSz cx="12192000" cy="6858000"/>
  <p:notesSz cx="6858000" cy="9144000"/>
  <p:custDataLst>
    <p:tags r:id="rId56"/>
  </p:custDataLst>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N Williams" initials="NW" lastIdx="1" clrIdx="1">
    <p:extLst>
      <p:ext uri="{19B8F6BF-5375-455C-9EA6-DF929625EA0E}">
        <p15:presenceInfo xmlns:p15="http://schemas.microsoft.com/office/powerpoint/2012/main" userId="N William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F7C"/>
    <a:srgbClr val="F2F2F2"/>
    <a:srgbClr val="0098D4"/>
    <a:srgbClr val="003865"/>
    <a:srgbClr val="000000"/>
    <a:srgbClr val="004A78"/>
    <a:srgbClr val="006298"/>
    <a:srgbClr val="FF6300"/>
    <a:srgbClr val="E9255F"/>
    <a:srgbClr val="00B8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1041" autoAdjust="0"/>
  </p:normalViewPr>
  <p:slideViewPr>
    <p:cSldViewPr snapToGrid="0" snapToObjects="1">
      <p:cViewPr varScale="1">
        <p:scale>
          <a:sx n="84" d="100"/>
          <a:sy n="84" d="100"/>
        </p:scale>
        <p:origin x="1182" y="300"/>
      </p:cViewPr>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52" d="100"/>
          <a:sy n="52" d="100"/>
        </p:scale>
        <p:origin x="2082"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handoutMaster" Target="handoutMasters/handout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ags" Target="tags/tag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commentAuthors" Target="commentAuthor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hony Pacheco" userId="fdf46b62-f4f9-461f-bfbc-c3446c220a65" providerId="ADAL" clId="{46C61306-57F8-4F30-B63F-8877BEB9A9E1}"/>
    <pc:docChg chg="custSel modSld modMainMaster">
      <pc:chgData name="Anthony Pacheco" userId="fdf46b62-f4f9-461f-bfbc-c3446c220a65" providerId="ADAL" clId="{46C61306-57F8-4F30-B63F-8877BEB9A9E1}" dt="2026-03-31T05:06:43.434" v="129" actId="113"/>
      <pc:docMkLst>
        <pc:docMk/>
      </pc:docMkLst>
      <pc:sldChg chg="modSp mod">
        <pc:chgData name="Anthony Pacheco" userId="fdf46b62-f4f9-461f-bfbc-c3446c220a65" providerId="ADAL" clId="{46C61306-57F8-4F30-B63F-8877BEB9A9E1}" dt="2026-03-31T04:59:01.148" v="55" actId="14100"/>
        <pc:sldMkLst>
          <pc:docMk/>
          <pc:sldMk cId="2293288057" sldId="257"/>
        </pc:sldMkLst>
        <pc:spChg chg="mod">
          <ac:chgData name="Anthony Pacheco" userId="fdf46b62-f4f9-461f-bfbc-c3446c220a65" providerId="ADAL" clId="{46C61306-57F8-4F30-B63F-8877BEB9A9E1}" dt="2026-03-31T04:58:40.368" v="51" actId="14100"/>
          <ac:spMkLst>
            <pc:docMk/>
            <pc:sldMk cId="2293288057" sldId="257"/>
            <ac:spMk id="3" creationId="{21966DE8-7575-4696-B84F-B4DD0C822D6A}"/>
          </ac:spMkLst>
        </pc:spChg>
        <pc:spChg chg="mod">
          <ac:chgData name="Anthony Pacheco" userId="fdf46b62-f4f9-461f-bfbc-c3446c220a65" providerId="ADAL" clId="{46C61306-57F8-4F30-B63F-8877BEB9A9E1}" dt="2026-03-31T04:59:01.148" v="55" actId="14100"/>
          <ac:spMkLst>
            <pc:docMk/>
            <pc:sldMk cId="2293288057" sldId="257"/>
            <ac:spMk id="4" creationId="{81DDBEBE-99BA-45B9-B4E5-D18D90F7A983}"/>
          </ac:spMkLst>
        </pc:spChg>
        <pc:spChg chg="mod">
          <ac:chgData name="Anthony Pacheco" userId="fdf46b62-f4f9-461f-bfbc-c3446c220a65" providerId="ADAL" clId="{46C61306-57F8-4F30-B63F-8877BEB9A9E1}" dt="2026-03-31T04:46:57.432" v="48" actId="20577"/>
          <ac:spMkLst>
            <pc:docMk/>
            <pc:sldMk cId="2293288057" sldId="257"/>
            <ac:spMk id="6" creationId="{8CA6B67B-9490-477D-A112-06C22B6F8640}"/>
          </ac:spMkLst>
        </pc:spChg>
      </pc:sldChg>
      <pc:sldChg chg="modSp mod">
        <pc:chgData name="Anthony Pacheco" userId="fdf46b62-f4f9-461f-bfbc-c3446c220a65" providerId="ADAL" clId="{46C61306-57F8-4F30-B63F-8877BEB9A9E1}" dt="2026-03-31T05:01:11.741" v="61" actId="113"/>
        <pc:sldMkLst>
          <pc:docMk/>
          <pc:sldMk cId="3724899739" sldId="259"/>
        </pc:sldMkLst>
        <pc:spChg chg="mod">
          <ac:chgData name="Anthony Pacheco" userId="fdf46b62-f4f9-461f-bfbc-c3446c220a65" providerId="ADAL" clId="{46C61306-57F8-4F30-B63F-8877BEB9A9E1}" dt="2026-03-31T05:01:11.741" v="61" actId="113"/>
          <ac:spMkLst>
            <pc:docMk/>
            <pc:sldMk cId="3724899739" sldId="259"/>
            <ac:spMk id="3" creationId="{5654B1CF-B9D3-4962-AD19-D9C1AB18881D}"/>
          </ac:spMkLst>
        </pc:spChg>
      </pc:sldChg>
      <pc:sldChg chg="modSp mod">
        <pc:chgData name="Anthony Pacheco" userId="fdf46b62-f4f9-461f-bfbc-c3446c220a65" providerId="ADAL" clId="{46C61306-57F8-4F30-B63F-8877BEB9A9E1}" dt="2026-03-31T05:02:00.087" v="67" actId="14100"/>
        <pc:sldMkLst>
          <pc:docMk/>
          <pc:sldMk cId="1204174999" sldId="268"/>
        </pc:sldMkLst>
        <pc:picChg chg="mod">
          <ac:chgData name="Anthony Pacheco" userId="fdf46b62-f4f9-461f-bfbc-c3446c220a65" providerId="ADAL" clId="{46C61306-57F8-4F30-B63F-8877BEB9A9E1}" dt="2026-03-31T05:02:00.087" v="67" actId="14100"/>
          <ac:picMkLst>
            <pc:docMk/>
            <pc:sldMk cId="1204174999" sldId="268"/>
            <ac:picMk id="4" creationId="{CF5EB013-2986-3BB0-D89F-6D83307324B3}"/>
          </ac:picMkLst>
        </pc:picChg>
      </pc:sldChg>
      <pc:sldChg chg="modSp mod">
        <pc:chgData name="Anthony Pacheco" userId="fdf46b62-f4f9-461f-bfbc-c3446c220a65" providerId="ADAL" clId="{46C61306-57F8-4F30-B63F-8877BEB9A9E1}" dt="2026-03-31T05:02:54.930" v="83" actId="14100"/>
        <pc:sldMkLst>
          <pc:docMk/>
          <pc:sldMk cId="2650013312" sldId="406"/>
        </pc:sldMkLst>
        <pc:picChg chg="mod">
          <ac:chgData name="Anthony Pacheco" userId="fdf46b62-f4f9-461f-bfbc-c3446c220a65" providerId="ADAL" clId="{46C61306-57F8-4F30-B63F-8877BEB9A9E1}" dt="2026-03-31T05:02:50.799" v="81" actId="1076"/>
          <ac:picMkLst>
            <pc:docMk/>
            <pc:sldMk cId="2650013312" sldId="406"/>
            <ac:picMk id="4" creationId="{0392A855-D0C7-4944-2762-D869CE50D6A3}"/>
          </ac:picMkLst>
        </pc:picChg>
        <pc:picChg chg="mod">
          <ac:chgData name="Anthony Pacheco" userId="fdf46b62-f4f9-461f-bfbc-c3446c220a65" providerId="ADAL" clId="{46C61306-57F8-4F30-B63F-8877BEB9A9E1}" dt="2026-03-31T05:02:54.930" v="83" actId="14100"/>
          <ac:picMkLst>
            <pc:docMk/>
            <pc:sldMk cId="2650013312" sldId="406"/>
            <ac:picMk id="7" creationId="{4E6C4043-3719-8D17-499F-12830C0AE68C}"/>
          </ac:picMkLst>
        </pc:picChg>
      </pc:sldChg>
      <pc:sldChg chg="modSp mod">
        <pc:chgData name="Anthony Pacheco" userId="fdf46b62-f4f9-461f-bfbc-c3446c220a65" providerId="ADAL" clId="{46C61306-57F8-4F30-B63F-8877BEB9A9E1}" dt="2026-03-31T05:03:11.706" v="86" actId="14100"/>
        <pc:sldMkLst>
          <pc:docMk/>
          <pc:sldMk cId="4093059358" sldId="450"/>
        </pc:sldMkLst>
        <pc:picChg chg="mod">
          <ac:chgData name="Anthony Pacheco" userId="fdf46b62-f4f9-461f-bfbc-c3446c220a65" providerId="ADAL" clId="{46C61306-57F8-4F30-B63F-8877BEB9A9E1}" dt="2026-03-31T05:03:11.706" v="86" actId="14100"/>
          <ac:picMkLst>
            <pc:docMk/>
            <pc:sldMk cId="4093059358" sldId="450"/>
            <ac:picMk id="4" creationId="{72A68CC8-F05E-C3B9-A70C-D78A5C71497B}"/>
          </ac:picMkLst>
        </pc:picChg>
      </pc:sldChg>
      <pc:sldChg chg="modSp mod">
        <pc:chgData name="Anthony Pacheco" userId="fdf46b62-f4f9-461f-bfbc-c3446c220a65" providerId="ADAL" clId="{46C61306-57F8-4F30-B63F-8877BEB9A9E1}" dt="2026-03-31T05:01:39.461" v="66" actId="113"/>
        <pc:sldMkLst>
          <pc:docMk/>
          <pc:sldMk cId="3144585564" sldId="451"/>
        </pc:sldMkLst>
        <pc:spChg chg="mod">
          <ac:chgData name="Anthony Pacheco" userId="fdf46b62-f4f9-461f-bfbc-c3446c220a65" providerId="ADAL" clId="{46C61306-57F8-4F30-B63F-8877BEB9A9E1}" dt="2026-03-31T05:01:39.461" v="66" actId="113"/>
          <ac:spMkLst>
            <pc:docMk/>
            <pc:sldMk cId="3144585564" sldId="451"/>
            <ac:spMk id="3" creationId="{41B42042-4C2A-38CC-9625-7D429ED80A76}"/>
          </ac:spMkLst>
        </pc:spChg>
      </pc:sldChg>
      <pc:sldChg chg="modSp mod">
        <pc:chgData name="Anthony Pacheco" userId="fdf46b62-f4f9-461f-bfbc-c3446c220a65" providerId="ADAL" clId="{46C61306-57F8-4F30-B63F-8877BEB9A9E1}" dt="2026-03-31T05:02:10.699" v="71" actId="5793"/>
        <pc:sldMkLst>
          <pc:docMk/>
          <pc:sldMk cId="1828703677" sldId="452"/>
        </pc:sldMkLst>
        <pc:spChg chg="mod">
          <ac:chgData name="Anthony Pacheco" userId="fdf46b62-f4f9-461f-bfbc-c3446c220a65" providerId="ADAL" clId="{46C61306-57F8-4F30-B63F-8877BEB9A9E1}" dt="2026-03-31T05:02:10.699" v="71" actId="5793"/>
          <ac:spMkLst>
            <pc:docMk/>
            <pc:sldMk cId="1828703677" sldId="452"/>
            <ac:spMk id="3" creationId="{5C4CE6CA-9054-BAE0-8CBA-947B4288153E}"/>
          </ac:spMkLst>
        </pc:spChg>
      </pc:sldChg>
      <pc:sldChg chg="modSp mod">
        <pc:chgData name="Anthony Pacheco" userId="fdf46b62-f4f9-461f-bfbc-c3446c220a65" providerId="ADAL" clId="{46C61306-57F8-4F30-B63F-8877BEB9A9E1}" dt="2026-03-31T05:02:38.578" v="77" actId="113"/>
        <pc:sldMkLst>
          <pc:docMk/>
          <pc:sldMk cId="3630687159" sldId="453"/>
        </pc:sldMkLst>
        <pc:spChg chg="mod">
          <ac:chgData name="Anthony Pacheco" userId="fdf46b62-f4f9-461f-bfbc-c3446c220a65" providerId="ADAL" clId="{46C61306-57F8-4F30-B63F-8877BEB9A9E1}" dt="2026-03-31T05:02:38.578" v="77" actId="113"/>
          <ac:spMkLst>
            <pc:docMk/>
            <pc:sldMk cId="3630687159" sldId="453"/>
            <ac:spMk id="3" creationId="{794281B3-6ED5-8CCE-B44C-16B686643022}"/>
          </ac:spMkLst>
        </pc:spChg>
      </pc:sldChg>
      <pc:sldChg chg="modSp mod">
        <pc:chgData name="Anthony Pacheco" userId="fdf46b62-f4f9-461f-bfbc-c3446c220a65" providerId="ADAL" clId="{46C61306-57F8-4F30-B63F-8877BEB9A9E1}" dt="2026-03-31T05:03:06.360" v="85" actId="113"/>
        <pc:sldMkLst>
          <pc:docMk/>
          <pc:sldMk cId="277691158" sldId="454"/>
        </pc:sldMkLst>
        <pc:spChg chg="mod">
          <ac:chgData name="Anthony Pacheco" userId="fdf46b62-f4f9-461f-bfbc-c3446c220a65" providerId="ADAL" clId="{46C61306-57F8-4F30-B63F-8877BEB9A9E1}" dt="2026-03-31T05:03:06.360" v="85" actId="113"/>
          <ac:spMkLst>
            <pc:docMk/>
            <pc:sldMk cId="277691158" sldId="454"/>
            <ac:spMk id="3" creationId="{585F03CE-9438-7AB9-C6C9-8178768036B3}"/>
          </ac:spMkLst>
        </pc:spChg>
      </pc:sldChg>
      <pc:sldChg chg="modSp mod">
        <pc:chgData name="Anthony Pacheco" userId="fdf46b62-f4f9-461f-bfbc-c3446c220a65" providerId="ADAL" clId="{46C61306-57F8-4F30-B63F-8877BEB9A9E1}" dt="2026-03-31T05:03:32.540" v="92" actId="113"/>
        <pc:sldMkLst>
          <pc:docMk/>
          <pc:sldMk cId="3219613964" sldId="455"/>
        </pc:sldMkLst>
        <pc:spChg chg="mod">
          <ac:chgData name="Anthony Pacheco" userId="fdf46b62-f4f9-461f-bfbc-c3446c220a65" providerId="ADAL" clId="{46C61306-57F8-4F30-B63F-8877BEB9A9E1}" dt="2026-03-31T05:03:32.540" v="92" actId="113"/>
          <ac:spMkLst>
            <pc:docMk/>
            <pc:sldMk cId="3219613964" sldId="455"/>
            <ac:spMk id="3" creationId="{45D6C519-F49B-0D82-92CD-0C6972064C67}"/>
          </ac:spMkLst>
        </pc:spChg>
      </pc:sldChg>
      <pc:sldChg chg="modSp mod">
        <pc:chgData name="Anthony Pacheco" userId="fdf46b62-f4f9-461f-bfbc-c3446c220a65" providerId="ADAL" clId="{46C61306-57F8-4F30-B63F-8877BEB9A9E1}" dt="2026-03-31T05:03:46.810" v="95" actId="5793"/>
        <pc:sldMkLst>
          <pc:docMk/>
          <pc:sldMk cId="845490564" sldId="456"/>
        </pc:sldMkLst>
        <pc:spChg chg="mod">
          <ac:chgData name="Anthony Pacheco" userId="fdf46b62-f4f9-461f-bfbc-c3446c220a65" providerId="ADAL" clId="{46C61306-57F8-4F30-B63F-8877BEB9A9E1}" dt="2026-03-31T05:03:46.810" v="95" actId="5793"/>
          <ac:spMkLst>
            <pc:docMk/>
            <pc:sldMk cId="845490564" sldId="456"/>
            <ac:spMk id="3" creationId="{93B14F23-5BBE-B29D-42F2-A08617211DF6}"/>
          </ac:spMkLst>
        </pc:spChg>
      </pc:sldChg>
      <pc:sldChg chg="modSp mod">
        <pc:chgData name="Anthony Pacheco" userId="fdf46b62-f4f9-461f-bfbc-c3446c220a65" providerId="ADAL" clId="{46C61306-57F8-4F30-B63F-8877BEB9A9E1}" dt="2026-03-31T05:04:08.927" v="100" actId="113"/>
        <pc:sldMkLst>
          <pc:docMk/>
          <pc:sldMk cId="1008499076" sldId="457"/>
        </pc:sldMkLst>
        <pc:spChg chg="mod">
          <ac:chgData name="Anthony Pacheco" userId="fdf46b62-f4f9-461f-bfbc-c3446c220a65" providerId="ADAL" clId="{46C61306-57F8-4F30-B63F-8877BEB9A9E1}" dt="2026-03-31T05:04:08.927" v="100" actId="113"/>
          <ac:spMkLst>
            <pc:docMk/>
            <pc:sldMk cId="1008499076" sldId="457"/>
            <ac:spMk id="3" creationId="{F3762196-658C-99FE-4AB1-8943C0236D22}"/>
          </ac:spMkLst>
        </pc:spChg>
      </pc:sldChg>
      <pc:sldChg chg="modSp mod">
        <pc:chgData name="Anthony Pacheco" userId="fdf46b62-f4f9-461f-bfbc-c3446c220a65" providerId="ADAL" clId="{46C61306-57F8-4F30-B63F-8877BEB9A9E1}" dt="2026-03-31T05:04:16.026" v="102" actId="5793"/>
        <pc:sldMkLst>
          <pc:docMk/>
          <pc:sldMk cId="3717948051" sldId="458"/>
        </pc:sldMkLst>
        <pc:spChg chg="mod">
          <ac:chgData name="Anthony Pacheco" userId="fdf46b62-f4f9-461f-bfbc-c3446c220a65" providerId="ADAL" clId="{46C61306-57F8-4F30-B63F-8877BEB9A9E1}" dt="2026-03-31T05:04:16.026" v="102" actId="5793"/>
          <ac:spMkLst>
            <pc:docMk/>
            <pc:sldMk cId="3717948051" sldId="458"/>
            <ac:spMk id="3" creationId="{753158CA-E1C0-C120-8E0C-933F417A83A2}"/>
          </ac:spMkLst>
        </pc:spChg>
      </pc:sldChg>
      <pc:sldChg chg="modSp mod">
        <pc:chgData name="Anthony Pacheco" userId="fdf46b62-f4f9-461f-bfbc-c3446c220a65" providerId="ADAL" clId="{46C61306-57F8-4F30-B63F-8877BEB9A9E1}" dt="2026-03-31T05:04:35.134" v="105" actId="113"/>
        <pc:sldMkLst>
          <pc:docMk/>
          <pc:sldMk cId="3855079619" sldId="459"/>
        </pc:sldMkLst>
        <pc:spChg chg="mod">
          <ac:chgData name="Anthony Pacheco" userId="fdf46b62-f4f9-461f-bfbc-c3446c220a65" providerId="ADAL" clId="{46C61306-57F8-4F30-B63F-8877BEB9A9E1}" dt="2026-03-31T05:04:35.134" v="105" actId="113"/>
          <ac:spMkLst>
            <pc:docMk/>
            <pc:sldMk cId="3855079619" sldId="459"/>
            <ac:spMk id="3" creationId="{C9058A2D-0964-6E7F-FC83-055D9A1DFFCD}"/>
          </ac:spMkLst>
        </pc:spChg>
      </pc:sldChg>
      <pc:sldChg chg="modSp mod">
        <pc:chgData name="Anthony Pacheco" userId="fdf46b62-f4f9-461f-bfbc-c3446c220a65" providerId="ADAL" clId="{46C61306-57F8-4F30-B63F-8877BEB9A9E1}" dt="2026-03-31T05:04:43.299" v="107" actId="5793"/>
        <pc:sldMkLst>
          <pc:docMk/>
          <pc:sldMk cId="1106842417" sldId="460"/>
        </pc:sldMkLst>
        <pc:spChg chg="mod">
          <ac:chgData name="Anthony Pacheco" userId="fdf46b62-f4f9-461f-bfbc-c3446c220a65" providerId="ADAL" clId="{46C61306-57F8-4F30-B63F-8877BEB9A9E1}" dt="2026-03-31T05:04:43.299" v="107" actId="5793"/>
          <ac:spMkLst>
            <pc:docMk/>
            <pc:sldMk cId="1106842417" sldId="460"/>
            <ac:spMk id="3" creationId="{7D05A60F-48C3-CD68-17A1-5E5FF8BF47E4}"/>
          </ac:spMkLst>
        </pc:spChg>
      </pc:sldChg>
      <pc:sldChg chg="modSp mod">
        <pc:chgData name="Anthony Pacheco" userId="fdf46b62-f4f9-461f-bfbc-c3446c220a65" providerId="ADAL" clId="{46C61306-57F8-4F30-B63F-8877BEB9A9E1}" dt="2026-03-31T05:05:20.299" v="111" actId="113"/>
        <pc:sldMkLst>
          <pc:docMk/>
          <pc:sldMk cId="2521787619" sldId="461"/>
        </pc:sldMkLst>
        <pc:spChg chg="mod">
          <ac:chgData name="Anthony Pacheco" userId="fdf46b62-f4f9-461f-bfbc-c3446c220a65" providerId="ADAL" clId="{46C61306-57F8-4F30-B63F-8877BEB9A9E1}" dt="2026-03-31T05:05:20.299" v="111" actId="113"/>
          <ac:spMkLst>
            <pc:docMk/>
            <pc:sldMk cId="2521787619" sldId="461"/>
            <ac:spMk id="3" creationId="{01399FA4-3FB0-8273-69F7-08E69EBFC169}"/>
          </ac:spMkLst>
        </pc:spChg>
      </pc:sldChg>
      <pc:sldChg chg="modSp mod">
        <pc:chgData name="Anthony Pacheco" userId="fdf46b62-f4f9-461f-bfbc-c3446c220a65" providerId="ADAL" clId="{46C61306-57F8-4F30-B63F-8877BEB9A9E1}" dt="2026-03-31T05:05:33.703" v="115" actId="113"/>
        <pc:sldMkLst>
          <pc:docMk/>
          <pc:sldMk cId="760326500" sldId="462"/>
        </pc:sldMkLst>
        <pc:spChg chg="mod">
          <ac:chgData name="Anthony Pacheco" userId="fdf46b62-f4f9-461f-bfbc-c3446c220a65" providerId="ADAL" clId="{46C61306-57F8-4F30-B63F-8877BEB9A9E1}" dt="2026-03-31T05:05:33.703" v="115" actId="113"/>
          <ac:spMkLst>
            <pc:docMk/>
            <pc:sldMk cId="760326500" sldId="462"/>
            <ac:spMk id="3" creationId="{128775A4-77E6-2A48-7C12-43C0021410D2}"/>
          </ac:spMkLst>
        </pc:spChg>
      </pc:sldChg>
      <pc:sldChg chg="modSp mod">
        <pc:chgData name="Anthony Pacheco" userId="fdf46b62-f4f9-461f-bfbc-c3446c220a65" providerId="ADAL" clId="{46C61306-57F8-4F30-B63F-8877BEB9A9E1}" dt="2026-03-31T05:05:41.139" v="117" actId="5793"/>
        <pc:sldMkLst>
          <pc:docMk/>
          <pc:sldMk cId="3530619973" sldId="463"/>
        </pc:sldMkLst>
        <pc:spChg chg="mod">
          <ac:chgData name="Anthony Pacheco" userId="fdf46b62-f4f9-461f-bfbc-c3446c220a65" providerId="ADAL" clId="{46C61306-57F8-4F30-B63F-8877BEB9A9E1}" dt="2026-03-31T05:05:41.139" v="117" actId="5793"/>
          <ac:spMkLst>
            <pc:docMk/>
            <pc:sldMk cId="3530619973" sldId="463"/>
            <ac:spMk id="3" creationId="{ED9A4076-9FBE-1501-B7B0-0F55C1507DC1}"/>
          </ac:spMkLst>
        </pc:spChg>
      </pc:sldChg>
      <pc:sldChg chg="modSp mod">
        <pc:chgData name="Anthony Pacheco" userId="fdf46b62-f4f9-461f-bfbc-c3446c220a65" providerId="ADAL" clId="{46C61306-57F8-4F30-B63F-8877BEB9A9E1}" dt="2026-03-31T05:05:58.411" v="119" actId="5793"/>
        <pc:sldMkLst>
          <pc:docMk/>
          <pc:sldMk cId="2593157299" sldId="464"/>
        </pc:sldMkLst>
        <pc:spChg chg="mod">
          <ac:chgData name="Anthony Pacheco" userId="fdf46b62-f4f9-461f-bfbc-c3446c220a65" providerId="ADAL" clId="{46C61306-57F8-4F30-B63F-8877BEB9A9E1}" dt="2026-03-31T05:05:58.411" v="119" actId="5793"/>
          <ac:spMkLst>
            <pc:docMk/>
            <pc:sldMk cId="2593157299" sldId="464"/>
            <ac:spMk id="3" creationId="{60A32AF8-DB5A-713F-DDDB-D7085A82E8C4}"/>
          </ac:spMkLst>
        </pc:spChg>
      </pc:sldChg>
      <pc:sldChg chg="modSp mod">
        <pc:chgData name="Anthony Pacheco" userId="fdf46b62-f4f9-461f-bfbc-c3446c220a65" providerId="ADAL" clId="{46C61306-57F8-4F30-B63F-8877BEB9A9E1}" dt="2026-03-31T05:06:11.662" v="121" actId="5793"/>
        <pc:sldMkLst>
          <pc:docMk/>
          <pc:sldMk cId="408672899" sldId="465"/>
        </pc:sldMkLst>
        <pc:spChg chg="mod">
          <ac:chgData name="Anthony Pacheco" userId="fdf46b62-f4f9-461f-bfbc-c3446c220a65" providerId="ADAL" clId="{46C61306-57F8-4F30-B63F-8877BEB9A9E1}" dt="2026-03-31T05:06:11.662" v="121" actId="5793"/>
          <ac:spMkLst>
            <pc:docMk/>
            <pc:sldMk cId="408672899" sldId="465"/>
            <ac:spMk id="3" creationId="{077A57C7-B141-1A93-CCB7-1C4F67827941}"/>
          </ac:spMkLst>
        </pc:spChg>
      </pc:sldChg>
      <pc:sldChg chg="modSp mod">
        <pc:chgData name="Anthony Pacheco" userId="fdf46b62-f4f9-461f-bfbc-c3446c220a65" providerId="ADAL" clId="{46C61306-57F8-4F30-B63F-8877BEB9A9E1}" dt="2026-03-31T05:06:21.866" v="123" actId="5793"/>
        <pc:sldMkLst>
          <pc:docMk/>
          <pc:sldMk cId="2748871598" sldId="467"/>
        </pc:sldMkLst>
        <pc:spChg chg="mod">
          <ac:chgData name="Anthony Pacheco" userId="fdf46b62-f4f9-461f-bfbc-c3446c220a65" providerId="ADAL" clId="{46C61306-57F8-4F30-B63F-8877BEB9A9E1}" dt="2026-03-31T05:06:21.866" v="123" actId="5793"/>
          <ac:spMkLst>
            <pc:docMk/>
            <pc:sldMk cId="2748871598" sldId="467"/>
            <ac:spMk id="3" creationId="{0EE22CB5-C981-343C-76A3-CC065AB8A896}"/>
          </ac:spMkLst>
        </pc:spChg>
      </pc:sldChg>
      <pc:sldChg chg="modSp mod">
        <pc:chgData name="Anthony Pacheco" userId="fdf46b62-f4f9-461f-bfbc-c3446c220a65" providerId="ADAL" clId="{46C61306-57F8-4F30-B63F-8877BEB9A9E1}" dt="2026-03-31T05:06:29.586" v="125" actId="5793"/>
        <pc:sldMkLst>
          <pc:docMk/>
          <pc:sldMk cId="4100579564" sldId="468"/>
        </pc:sldMkLst>
        <pc:spChg chg="mod">
          <ac:chgData name="Anthony Pacheco" userId="fdf46b62-f4f9-461f-bfbc-c3446c220a65" providerId="ADAL" clId="{46C61306-57F8-4F30-B63F-8877BEB9A9E1}" dt="2026-03-31T05:06:29.586" v="125" actId="5793"/>
          <ac:spMkLst>
            <pc:docMk/>
            <pc:sldMk cId="4100579564" sldId="468"/>
            <ac:spMk id="3" creationId="{C8D29C1E-10F7-6CF1-0E37-024B69052C35}"/>
          </ac:spMkLst>
        </pc:spChg>
      </pc:sldChg>
      <pc:sldChg chg="addSp modSp mod">
        <pc:chgData name="Anthony Pacheco" userId="fdf46b62-f4f9-461f-bfbc-c3446c220a65" providerId="ADAL" clId="{46C61306-57F8-4F30-B63F-8877BEB9A9E1}" dt="2026-03-31T05:06:43.434" v="129" actId="113"/>
        <pc:sldMkLst>
          <pc:docMk/>
          <pc:sldMk cId="2430297072" sldId="469"/>
        </pc:sldMkLst>
        <pc:spChg chg="mod">
          <ac:chgData name="Anthony Pacheco" userId="fdf46b62-f4f9-461f-bfbc-c3446c220a65" providerId="ADAL" clId="{46C61306-57F8-4F30-B63F-8877BEB9A9E1}" dt="2026-03-31T04:45:05.433" v="8" actId="14100"/>
          <ac:spMkLst>
            <pc:docMk/>
            <pc:sldMk cId="2430297072" sldId="469"/>
            <ac:spMk id="2" creationId="{B1DBEB4B-D6D0-6107-746C-084C2192F16B}"/>
          </ac:spMkLst>
        </pc:spChg>
        <pc:spChg chg="mod">
          <ac:chgData name="Anthony Pacheco" userId="fdf46b62-f4f9-461f-bfbc-c3446c220a65" providerId="ADAL" clId="{46C61306-57F8-4F30-B63F-8877BEB9A9E1}" dt="2026-03-31T05:06:43.434" v="129" actId="113"/>
          <ac:spMkLst>
            <pc:docMk/>
            <pc:sldMk cId="2430297072" sldId="469"/>
            <ac:spMk id="3" creationId="{2B6EA678-AB65-E3B8-BB5A-5627740C0462}"/>
          </ac:spMkLst>
        </pc:spChg>
        <pc:spChg chg="add mod">
          <ac:chgData name="Anthony Pacheco" userId="fdf46b62-f4f9-461f-bfbc-c3446c220a65" providerId="ADAL" clId="{46C61306-57F8-4F30-B63F-8877BEB9A9E1}" dt="2026-03-31T04:46:45.207" v="47" actId="20577"/>
          <ac:spMkLst>
            <pc:docMk/>
            <pc:sldMk cId="2430297072" sldId="469"/>
            <ac:spMk id="5" creationId="{412CC57F-1B09-CB63-34DE-47DF9DF00C52}"/>
          </ac:spMkLst>
        </pc:spChg>
      </pc:sldChg>
      <pc:sldMasterChg chg="delSp modSp mod modSldLayout">
        <pc:chgData name="Anthony Pacheco" userId="fdf46b62-f4f9-461f-bfbc-c3446c220a65" providerId="ADAL" clId="{46C61306-57F8-4F30-B63F-8877BEB9A9E1}" dt="2026-03-31T04:42:54.512" v="5" actId="14100"/>
        <pc:sldMasterMkLst>
          <pc:docMk/>
          <pc:sldMasterMk cId="682046013" sldId="2147483725"/>
        </pc:sldMasterMkLst>
        <pc:spChg chg="mod">
          <ac:chgData name="Anthony Pacheco" userId="fdf46b62-f4f9-461f-bfbc-c3446c220a65" providerId="ADAL" clId="{46C61306-57F8-4F30-B63F-8877BEB9A9E1}" dt="2026-03-31T04:42:23.471" v="2" actId="20577"/>
          <ac:spMkLst>
            <pc:docMk/>
            <pc:sldMasterMk cId="682046013" sldId="2147483725"/>
            <ac:spMk id="8" creationId="{0E6636BF-D3CC-4DFC-A057-41CF18719446}"/>
          </ac:spMkLst>
        </pc:spChg>
        <pc:spChg chg="mod">
          <ac:chgData name="Anthony Pacheco" userId="fdf46b62-f4f9-461f-bfbc-c3446c220a65" providerId="ADAL" clId="{46C61306-57F8-4F30-B63F-8877BEB9A9E1}" dt="2026-03-31T04:42:54.512" v="5" actId="14100"/>
          <ac:spMkLst>
            <pc:docMk/>
            <pc:sldMasterMk cId="682046013" sldId="2147483725"/>
            <ac:spMk id="13" creationId="{A34EF16C-F8E9-4C74-8268-011BE18366AF}"/>
          </ac:spMkLst>
        </pc:spChg>
        <pc:picChg chg="del">
          <ac:chgData name="Anthony Pacheco" userId="fdf46b62-f4f9-461f-bfbc-c3446c220a65" providerId="ADAL" clId="{46C61306-57F8-4F30-B63F-8877BEB9A9E1}" dt="2026-03-31T04:42:14.152" v="1" actId="478"/>
          <ac:picMkLst>
            <pc:docMk/>
            <pc:sldMasterMk cId="682046013" sldId="2147483725"/>
            <ac:picMk id="14" creationId="{E7C5765A-7DA4-4F63-BBF6-FDB000C6FC14}"/>
          </ac:picMkLst>
        </pc:picChg>
        <pc:sldLayoutChg chg="delSp modSp mod">
          <pc:chgData name="Anthony Pacheco" userId="fdf46b62-f4f9-461f-bfbc-c3446c220a65" providerId="ADAL" clId="{46C61306-57F8-4F30-B63F-8877BEB9A9E1}" dt="2026-03-31T04:42:37.738" v="4" actId="20577"/>
          <pc:sldLayoutMkLst>
            <pc:docMk/>
            <pc:sldMasterMk cId="682046013" sldId="2147483725"/>
            <pc:sldLayoutMk cId="803553635" sldId="2147483763"/>
          </pc:sldLayoutMkLst>
          <pc:spChg chg="mod">
            <ac:chgData name="Anthony Pacheco" userId="fdf46b62-f4f9-461f-bfbc-c3446c220a65" providerId="ADAL" clId="{46C61306-57F8-4F30-B63F-8877BEB9A9E1}" dt="2026-03-31T04:42:37.738" v="4" actId="20577"/>
            <ac:spMkLst>
              <pc:docMk/>
              <pc:sldMasterMk cId="682046013" sldId="2147483725"/>
              <pc:sldLayoutMk cId="803553635" sldId="2147483763"/>
              <ac:spMk id="11" creationId="{09216FC3-84E9-4B73-9DA8-CF771043770B}"/>
            </ac:spMkLst>
          </pc:spChg>
          <pc:picChg chg="del">
            <ac:chgData name="Anthony Pacheco" userId="fdf46b62-f4f9-461f-bfbc-c3446c220a65" providerId="ADAL" clId="{46C61306-57F8-4F30-B63F-8877BEB9A9E1}" dt="2026-03-31T04:42:34.088" v="3" actId="478"/>
            <ac:picMkLst>
              <pc:docMk/>
              <pc:sldMasterMk cId="682046013" sldId="2147483725"/>
              <pc:sldLayoutMk cId="803553635" sldId="2147483763"/>
              <ac:picMk id="17" creationId="{EAF0C6CA-9F2E-439D-8A9B-5B8BD35A9360}"/>
            </ac:picMkLst>
          </pc:picChg>
        </pc:sldLayoutChg>
        <pc:sldLayoutChg chg="delSp mod">
          <pc:chgData name="Anthony Pacheco" userId="fdf46b62-f4f9-461f-bfbc-c3446c220a65" providerId="ADAL" clId="{46C61306-57F8-4F30-B63F-8877BEB9A9E1}" dt="2026-03-31T04:42:05.090" v="0" actId="478"/>
          <pc:sldLayoutMkLst>
            <pc:docMk/>
            <pc:sldMasterMk cId="682046013" sldId="2147483725"/>
            <pc:sldLayoutMk cId="2170826813" sldId="2147483765"/>
          </pc:sldLayoutMkLst>
          <pc:picChg chg="del">
            <ac:chgData name="Anthony Pacheco" userId="fdf46b62-f4f9-461f-bfbc-c3446c220a65" providerId="ADAL" clId="{46C61306-57F8-4F30-B63F-8877BEB9A9E1}" dt="2026-03-31T04:42:05.090" v="0" actId="478"/>
            <ac:picMkLst>
              <pc:docMk/>
              <pc:sldMasterMk cId="682046013" sldId="2147483725"/>
              <pc:sldLayoutMk cId="2170826813" sldId="2147483765"/>
              <ac:picMk id="21" creationId="{FDE6C580-026E-426D-A0EE-BDE15B891A0A}"/>
            </ac:picMkLst>
          </pc:picChg>
        </pc:sldLayoutChg>
      </pc:sldMaster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ags" Target="../tags/tag15.xml"/><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6075504" y="8685213"/>
            <a:ext cx="646682" cy="458787"/>
          </a:xfrm>
          <a:prstGeom prst="rect">
            <a:avLst/>
          </a:prstGeom>
        </p:spPr>
        <p:txBody>
          <a:bodyPr vert="horz" lIns="91440" tIns="45720" rIns="91440" bIns="45720" rtlCol="0" anchor="b"/>
          <a:lstStyle>
            <a:lvl1pPr algn="r">
              <a:defRPr sz="1200"/>
            </a:lvl1pPr>
          </a:lstStyle>
          <a:p>
            <a:fld id="{6767803E-66EE-42CE-8DFB-98553954E472}" type="slidenum">
              <a:rPr lang="en-US" sz="1000" smtClean="0">
                <a:solidFill>
                  <a:schemeClr val="bg1">
                    <a:lumMod val="50000"/>
                  </a:schemeClr>
                </a:solidFill>
                <a:latin typeface="Arial" panose="020B0604020202020204" pitchFamily="34" charset="0"/>
                <a:cs typeface="Arial" panose="020B0604020202020204" pitchFamily="34" charset="0"/>
              </a:rPr>
              <a:t>‹#›</a:t>
            </a:fld>
            <a:endParaRPr lang="en-US" sz="1000" dirty="0">
              <a:solidFill>
                <a:schemeClr val="bg1">
                  <a:lumMod val="50000"/>
                </a:schemeClr>
              </a:solidFill>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455392BA-16D5-4BCB-8BB3-D7B53B67DB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D947FD3A-2300-48D5-81E3-9406328116EE}"/>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custDataLst>
      <p:tags r:id="rId2"/>
    </p:custDataLst>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630237"/>
            <a:ext cx="3778647" cy="2125489"/>
          </a:xfrm>
          <a:prstGeom prst="rect">
            <a:avLst/>
          </a:prstGeom>
          <a:noFill/>
          <a:ln w="12700">
            <a:solidFill>
              <a:schemeClr val="bg1">
                <a:lumMod val="65000"/>
              </a:schemeClr>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2993721"/>
            <a:ext cx="5486400" cy="5520042"/>
          </a:xfrm>
          <a:prstGeom prst="rect">
            <a:avLst/>
          </a:prstGeom>
        </p:spPr>
        <p:txBody>
          <a:bodyPr vert="horz" lIns="91440" tIns="45720" rIns="91440" bIns="45720" rtlCol="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Slide Number Placeholder 6"/>
          <p:cNvSpPr>
            <a:spLocks noGrp="1"/>
          </p:cNvSpPr>
          <p:nvPr>
            <p:ph type="sldNum" sz="quarter" idx="5"/>
          </p:nvPr>
        </p:nvSpPr>
        <p:spPr>
          <a:xfrm>
            <a:off x="6063017" y="8685213"/>
            <a:ext cx="684212" cy="458787"/>
          </a:xfrm>
          <a:prstGeom prst="rect">
            <a:avLst/>
          </a:prstGeom>
        </p:spPr>
        <p:txBody>
          <a:bodyPr vert="horz" lIns="91440" tIns="45720" rIns="91440" bIns="45720" rtlCol="0" anchor="b"/>
          <a:lstStyle>
            <a:lvl1pPr algn="r" eaLnBrk="1" fontAlgn="auto" hangingPunct="1">
              <a:spcBef>
                <a:spcPts val="0"/>
              </a:spcBef>
              <a:spcAft>
                <a:spcPts val="0"/>
              </a:spcAft>
              <a:defRPr sz="1000">
                <a:solidFill>
                  <a:schemeClr val="bg1">
                    <a:lumMod val="50000"/>
                  </a:schemeClr>
                </a:solidFill>
                <a:latin typeface="Arial" panose="020B0604020202020204" pitchFamily="34" charset="0"/>
                <a:cs typeface="Arial" panose="020B0604020202020204" pitchFamily="34" charset="0"/>
              </a:defRPr>
            </a:lvl1pPr>
          </a:lstStyle>
          <a:p>
            <a:pPr>
              <a:defRPr/>
            </a:pPr>
            <a:fld id="{91CAE60C-72A0-D14D-8733-C13212F694AD}" type="slidenum">
              <a:rPr lang="en-US" smtClean="0"/>
              <a:pPr>
                <a:defRPr/>
              </a:pPr>
              <a:t>‹#›</a:t>
            </a:fld>
            <a:endParaRPr lang="en-US" dirty="0"/>
          </a:p>
        </p:txBody>
      </p:sp>
      <p:pic>
        <p:nvPicPr>
          <p:cNvPr id="8" name="Picture 7">
            <a:extLst>
              <a:ext uri="{FF2B5EF4-FFF2-40B4-BE49-F238E27FC236}">
                <a16:creationId xmlns:a16="http://schemas.microsoft.com/office/drawing/2014/main" id="{A75DDB2F-32A5-4136-BC2E-0D7E0518B46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74311" y="155512"/>
            <a:ext cx="1262321" cy="28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037E5B37-4A58-4B32-B9B0-D824A69A3D97}"/>
              </a:ext>
            </a:extLst>
          </p:cNvPr>
          <p:cNvSpPr txBox="1"/>
          <p:nvPr/>
        </p:nvSpPr>
        <p:spPr>
          <a:xfrm>
            <a:off x="135896" y="8922557"/>
            <a:ext cx="6262949" cy="200055"/>
          </a:xfrm>
          <a:prstGeom prst="rect">
            <a:avLst/>
          </a:prstGeom>
          <a:noFill/>
        </p:spPr>
        <p:txBody>
          <a:bodyPr wrap="square" rtlCol="0">
            <a:spAutoFit/>
          </a:bodyPr>
          <a:lstStyle/>
          <a:p>
            <a:pPr algn="ctr"/>
            <a:r>
              <a:rPr lang="en-US" sz="700" dirty="0">
                <a:solidFill>
                  <a:schemeClr val="bg1">
                    <a:lumMod val="50000"/>
                  </a:schemeClr>
                </a:solidFill>
                <a:latin typeface="Arial" panose="020B0604020202020204" pitchFamily="34" charset="0"/>
                <a:cs typeface="Arial" panose="020B0604020202020204" pitchFamily="34" charset="0"/>
              </a:rPr>
              <a:t>©2019</a:t>
            </a:r>
            <a:r>
              <a:rPr lang="en-US" sz="700" baseline="0" dirty="0">
                <a:solidFill>
                  <a:schemeClr val="bg1">
                    <a:lumMod val="50000"/>
                  </a:schemeClr>
                </a:solidFill>
                <a:latin typeface="Arial" panose="020B0604020202020204" pitchFamily="34" charset="0"/>
                <a:cs typeface="Arial" panose="020B0604020202020204" pitchFamily="34" charset="0"/>
              </a:rPr>
              <a:t> </a:t>
            </a:r>
            <a:r>
              <a:rPr lang="en-US" sz="700" dirty="0">
                <a:solidFill>
                  <a:schemeClr val="bg1">
                    <a:lumMod val="50000"/>
                  </a:schemeClr>
                </a:solidFill>
                <a:latin typeface="Arial" panose="020B0604020202020204" pitchFamily="34" charset="0"/>
                <a:cs typeface="Arial" panose="020B0604020202020204" pitchFamily="34" charset="0"/>
              </a:rPr>
              <a:t>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22542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688975" indent="-225425" algn="l" rtl="0" eaLnBrk="0" fontAlgn="base" hangingPunct="0">
      <a:spcBef>
        <a:spcPct val="30000"/>
      </a:spcBef>
      <a:spcAft>
        <a:spcPct val="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3pPr>
    <a:lvl4pPr marL="1139825" indent="-225425" algn="l" rtl="0" eaLnBrk="0" fontAlgn="base" hangingPunct="0">
      <a:spcBef>
        <a:spcPct val="30000"/>
      </a:spcBef>
      <a:spcAft>
        <a:spcPct val="0"/>
      </a:spcAft>
      <a:buFont typeface="Wingdings" panose="05000000000000000000" pitchFamily="2" charset="2"/>
      <a:buChar char="§"/>
      <a:defRPr sz="1200" kern="1200">
        <a:solidFill>
          <a:schemeClr val="tx1"/>
        </a:solidFill>
        <a:latin typeface="Arial" panose="020B0604020202020204" pitchFamily="34" charset="0"/>
        <a:ea typeface="+mn-ea"/>
        <a:cs typeface="Arial" panose="020B0604020202020204" pitchFamily="34" charset="0"/>
      </a:defRPr>
    </a:lvl4pPr>
    <a:lvl5pPr marL="1603375" indent="-225425" algn="l" rtl="0" eaLnBrk="0" fontAlgn="base" hangingPunct="0">
      <a:spcBef>
        <a:spcPct val="30000"/>
      </a:spcBef>
      <a:spcAft>
        <a:spcPct val="0"/>
      </a:spcAft>
      <a:buFont typeface="Courier New" panose="02070309020205020404" pitchFamily="49" charset="0"/>
      <a:buChar char="o"/>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14068"/>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Title, #e</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 Chapter Title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217082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3344969-1137-4EAF-AB8A-FDA4F62A617A}"/>
              </a:ext>
              <a:ext uri="{C183D7F6-B498-43B3-948B-1728B52AA6E4}">
                <adec:decorative xmlns:adec="http://schemas.microsoft.com/office/drawing/2017/decorative" val="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p:cNvSpPr>
            <a:spLocks noGrp="1"/>
          </p:cNvSpPr>
          <p:nvPr>
            <p:ph type="ctrTitle" hasCustomPrompt="1"/>
          </p:nvPr>
        </p:nvSpPr>
        <p:spPr>
          <a:xfrm>
            <a:off x="914400" y="1153123"/>
            <a:ext cx="10424160" cy="2387600"/>
          </a:xfrm>
        </p:spPr>
        <p:txBody>
          <a:bodyPr anchor="b"/>
          <a:lstStyle>
            <a:lvl1pPr algn="ctr">
              <a:defRPr sz="5400" baseline="0">
                <a:solidFill>
                  <a:schemeClr val="bg1"/>
                </a:solidFill>
              </a:defRPr>
            </a:lvl1pPr>
          </a:lstStyle>
          <a:p>
            <a:r>
              <a:rPr lang="en-US" dirty="0"/>
              <a:t>Unit XX</a:t>
            </a:r>
          </a:p>
        </p:txBody>
      </p:sp>
      <p:sp>
        <p:nvSpPr>
          <p:cNvPr id="3" name="Subtitle 2"/>
          <p:cNvSpPr>
            <a:spLocks noGrp="1"/>
          </p:cNvSpPr>
          <p:nvPr>
            <p:ph type="subTitle" idx="1" hasCustomPrompt="1"/>
          </p:nvPr>
        </p:nvSpPr>
        <p:spPr>
          <a:xfrm>
            <a:off x="914400" y="3809720"/>
            <a:ext cx="10424160" cy="1424930"/>
          </a:xfrm>
          <a:noFill/>
        </p:spPr>
        <p:txBody>
          <a:bodyPr anchor="t"/>
          <a:lstStyle>
            <a:lvl1pPr marL="0" indent="0" algn="ctr">
              <a:lnSpc>
                <a:spcPct val="100000"/>
              </a:lnSpc>
              <a:buNone/>
              <a:defRPr sz="3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Add Unit’s Title Here</a:t>
            </a:r>
          </a:p>
        </p:txBody>
      </p:sp>
      <p:sp>
        <p:nvSpPr>
          <p:cNvPr id="15" name="Slide Number Placeholder 5">
            <a:extLst>
              <a:ext uri="{FF2B5EF4-FFF2-40B4-BE49-F238E27FC236}">
                <a16:creationId xmlns:a16="http://schemas.microsoft.com/office/drawing/2014/main" id="{8D6FEA2F-362B-4EAB-BFA4-233A863C0DE7}"/>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
        <p:nvSpPr>
          <p:cNvPr id="11" name="Copyright">
            <a:extLst>
              <a:ext uri="{FF2B5EF4-FFF2-40B4-BE49-F238E27FC236}">
                <a16:creationId xmlns:a16="http://schemas.microsoft.com/office/drawing/2014/main" id="{09216FC3-84E9-4B73-9DA8-CF771043770B}"/>
              </a:ext>
              <a:ext uri="{C183D7F6-B498-43B3-948B-1728B52AA6E4}">
                <adec:decorative xmlns:adec="http://schemas.microsoft.com/office/drawing/2017/decorative" val="0"/>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Tree>
    <p:custDataLst>
      <p:tags r:id="rId1"/>
    </p:custDataLst>
    <p:extLst>
      <p:ext uri="{BB962C8B-B14F-4D97-AF65-F5344CB8AC3E}">
        <p14:creationId xmlns:p14="http://schemas.microsoft.com/office/powerpoint/2010/main" val="8035536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p:cNvSpPr>
            <a:spLocks noGrp="1"/>
          </p:cNvSpPr>
          <p:nvPr>
            <p:ph idx="1" hasCustomPrompt="1"/>
          </p:nvPr>
        </p:nvSpPr>
        <p:spPr/>
        <p:txBody>
          <a:bodyPr/>
          <a:lstStyle>
            <a:lvl1pPr>
              <a:spcAft>
                <a:spcPts val="800"/>
              </a:spcAft>
              <a:defRPr sz="240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3066196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3" y="1825625"/>
            <a:ext cx="5542957"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a:extLst>
              <a:ext uri="{C183D7F6-B498-43B3-948B-1728B52AA6E4}">
                <adec:decorative xmlns:adec="http://schemas.microsoft.com/office/drawing/2017/decorative" val="1"/>
              </a:ext>
            </a:extLst>
          </p:cNvPr>
          <p:cNvSpPr>
            <a:spLocks noGrp="1"/>
          </p:cNvSpPr>
          <p:nvPr>
            <p:ph sz="half" idx="2" hasCustomPrompt="1"/>
          </p:nvPr>
        </p:nvSpPr>
        <p:spPr>
          <a:xfrm>
            <a:off x="6172200" y="1825625"/>
            <a:ext cx="5542956"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8342748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Left"/>
          <p:cNvSpPr>
            <a:spLocks noGrp="1"/>
          </p:cNvSpPr>
          <p:nvPr>
            <p:ph sz="half" idx="1" hasCustomPrompt="1"/>
          </p:nvPr>
        </p:nvSpPr>
        <p:spPr>
          <a:xfrm>
            <a:off x="476844"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5" name="Content Placeholder Middle">
            <a:extLst>
              <a:ext uri="{FF2B5EF4-FFF2-40B4-BE49-F238E27FC236}">
                <a16:creationId xmlns:a16="http://schemas.microsoft.com/office/drawing/2014/main" id="{1D13BCCE-AB68-426C-9401-BABA201385F3}"/>
              </a:ext>
            </a:extLst>
          </p:cNvPr>
          <p:cNvSpPr>
            <a:spLocks noGrp="1"/>
          </p:cNvSpPr>
          <p:nvPr>
            <p:ph sz="half" idx="10" hasCustomPrompt="1"/>
          </p:nvPr>
        </p:nvSpPr>
        <p:spPr>
          <a:xfrm>
            <a:off x="4423735" y="1829037"/>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4" name="Content Placeholder Right"/>
          <p:cNvSpPr>
            <a:spLocks noGrp="1"/>
          </p:cNvSpPr>
          <p:nvPr>
            <p:ph sz="half" idx="2" hasCustomPrompt="1"/>
          </p:nvPr>
        </p:nvSpPr>
        <p:spPr>
          <a:xfrm>
            <a:off x="8370626" y="1825625"/>
            <a:ext cx="3344530" cy="4351338"/>
          </a:xfrm>
        </p:spPr>
        <p:txBody>
          <a:bodyPr/>
          <a:lstStyle>
            <a:lvl1pPr>
              <a:spcAft>
                <a:spcPts val="800"/>
              </a:spcAft>
              <a:defRPr sz="2400"/>
            </a:lvl1pPr>
            <a:lvl2pPr>
              <a:spcAft>
                <a:spcPts val="800"/>
              </a:spcAft>
              <a:defRPr sz="2400" b="0"/>
            </a:lvl2pPr>
            <a:lvl3pPr>
              <a:spcAft>
                <a:spcPts val="800"/>
              </a:spcAft>
              <a:defRPr sz="2400" b="0"/>
            </a:lvl3pPr>
            <a:lvl4pPr marL="1714500" marR="0"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a:p>
            <a:pPr lvl="2"/>
            <a:endParaRPr lang="en-US" dirty="0"/>
          </a:p>
        </p:txBody>
      </p:sp>
    </p:spTree>
    <p:custDataLst>
      <p:tags r:id="rId1"/>
    </p:custDataLst>
    <p:extLst>
      <p:ext uri="{BB962C8B-B14F-4D97-AF65-F5344CB8AC3E}">
        <p14:creationId xmlns:p14="http://schemas.microsoft.com/office/powerpoint/2010/main" val="1489189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Subtitle">
    <p:spTree>
      <p:nvGrpSpPr>
        <p:cNvPr id="1" name=""/>
        <p:cNvGrpSpPr/>
        <p:nvPr/>
      </p:nvGrpSpPr>
      <p:grpSpPr>
        <a:xfrm>
          <a:off x="0" y="0"/>
          <a:ext cx="0" cy="0"/>
          <a:chOff x="0" y="0"/>
          <a:chExt cx="0" cy="0"/>
        </a:xfrm>
      </p:grpSpPr>
      <p:sp>
        <p:nvSpPr>
          <p:cNvPr id="8" name="Title"/>
          <p:cNvSpPr>
            <a:spLocks noGrp="1"/>
          </p:cNvSpPr>
          <p:nvPr>
            <p:ph type="title" hasCustomPrompt="1"/>
          </p:nvPr>
        </p:nvSpPr>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8767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2621900"/>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10" name="Content Placeholder Bottom"/>
          <p:cNvSpPr>
            <a:spLocks noGrp="1"/>
          </p:cNvSpPr>
          <p:nvPr>
            <p:ph type="body" sz="quarter" idx="13" hasCustomPrompt="1"/>
          </p:nvPr>
        </p:nvSpPr>
        <p:spPr>
          <a:xfrm>
            <a:off x="476844" y="5395327"/>
            <a:ext cx="11241914" cy="951787"/>
          </a:xfrm>
        </p:spPr>
        <p:txBody>
          <a:bodyPr/>
          <a:lstStyle>
            <a:lvl1pPr marL="112713" indent="-112713">
              <a:defRPr sz="900" b="0"/>
            </a:lvl1pPr>
            <a:lvl2pPr marL="336550" indent="-112713">
              <a:defRPr sz="900" b="0"/>
            </a:lvl2pPr>
            <a:lvl3pPr marL="685800" indent="-168275">
              <a:defRPr sz="900" b="0"/>
            </a:lvl3pPr>
            <a:lvl4pPr>
              <a:defRPr sz="900" b="0"/>
            </a:lvl4pPr>
            <a:lvl5pPr>
              <a:defRPr sz="900" b="0"/>
            </a:lvl5pPr>
          </a:lstStyle>
          <a:p>
            <a:pPr lvl="0"/>
            <a:r>
              <a:rPr lang="en-US" dirty="0"/>
              <a:t>Click to edit Master text styles</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2380733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itle/Images">
    <p:spTree>
      <p:nvGrpSpPr>
        <p:cNvPr id="1" name=""/>
        <p:cNvGrpSpPr/>
        <p:nvPr/>
      </p:nvGrpSpPr>
      <p:grpSpPr>
        <a:xfrm>
          <a:off x="0" y="0"/>
          <a:ext cx="0" cy="0"/>
          <a:chOff x="0" y="0"/>
          <a:chExt cx="0" cy="0"/>
        </a:xfrm>
      </p:grpSpPr>
      <p:sp>
        <p:nvSpPr>
          <p:cNvPr id="8" name="Title"/>
          <p:cNvSpPr>
            <a:spLocks noGrp="1"/>
          </p:cNvSpPr>
          <p:nvPr>
            <p:ph type="title" hasCustomPrompt="1"/>
          </p:nvPr>
        </p:nvSpPr>
        <p:spPr>
          <a:xfrm>
            <a:off x="476843" y="475488"/>
            <a:ext cx="11241915" cy="1071533"/>
          </a:xfrm>
        </p:spPr>
        <p:txBody>
          <a:bodyPr/>
          <a:lstStyle>
            <a:lvl1pPr>
              <a:defRPr/>
            </a:lvl1pPr>
          </a:lstStyle>
          <a:p>
            <a:r>
              <a:rPr lang="en-US" dirty="0"/>
              <a:t>Slide Title</a:t>
            </a:r>
          </a:p>
        </p:txBody>
      </p:sp>
      <p:sp>
        <p:nvSpPr>
          <p:cNvPr id="3" name="Subtitle"/>
          <p:cNvSpPr>
            <a:spLocks noGrp="1"/>
          </p:cNvSpPr>
          <p:nvPr>
            <p:ph sz="half" idx="1" hasCustomPrompt="1"/>
          </p:nvPr>
        </p:nvSpPr>
        <p:spPr>
          <a:xfrm>
            <a:off x="476843" y="1857694"/>
            <a:ext cx="11241915" cy="691143"/>
          </a:xfrm>
        </p:spPr>
        <p:txBody>
          <a:bodyPr/>
          <a:lstStyle>
            <a:lvl1pPr marL="0" indent="0">
              <a:buNone/>
              <a:defRPr sz="2800" b="1"/>
            </a:lvl1pPr>
            <a:lvl2pPr>
              <a:defRPr sz="2800" b="0"/>
            </a:lvl2pPr>
            <a:lvl3pPr>
              <a:defRPr sz="2400" b="0"/>
            </a:lvl3pPr>
          </a:lstStyle>
          <a:p>
            <a:pPr lvl="0"/>
            <a:r>
              <a:rPr lang="en-US" dirty="0"/>
              <a:t>Click to add subtitle</a:t>
            </a:r>
          </a:p>
        </p:txBody>
      </p:sp>
      <p:sp>
        <p:nvSpPr>
          <p:cNvPr id="4" name="Content Placeholder"/>
          <p:cNvSpPr>
            <a:spLocks noGrp="1"/>
          </p:cNvSpPr>
          <p:nvPr>
            <p:ph sz="half" idx="2" hasCustomPrompt="1"/>
          </p:nvPr>
        </p:nvSpPr>
        <p:spPr>
          <a:xfrm>
            <a:off x="476843" y="2677888"/>
            <a:ext cx="11241915" cy="1505492"/>
          </a:xfrm>
        </p:spPr>
        <p:txBody>
          <a:bodyPr/>
          <a:lstStyle>
            <a:lvl1pPr>
              <a:spcAft>
                <a:spcPts val="800"/>
              </a:spcAft>
              <a:defRPr sz="2400" b="0"/>
            </a:lvl1pPr>
            <a:lvl2pPr>
              <a:spcAft>
                <a:spcPts val="800"/>
              </a:spcAft>
              <a:defRPr sz="2400" b="0"/>
            </a:lvl2pPr>
            <a:lvl3pPr>
              <a:spcAft>
                <a:spcPts val="800"/>
              </a:spcAft>
              <a:defRPr sz="2400" b="0"/>
            </a:lvl3pPr>
          </a:lstStyle>
          <a:p>
            <a:pPr lvl="0"/>
            <a:r>
              <a:rPr lang="en-US" dirty="0"/>
              <a:t>First Level</a:t>
            </a:r>
          </a:p>
          <a:p>
            <a:pPr lvl="1"/>
            <a:r>
              <a:rPr lang="en-US" dirty="0"/>
              <a:t>Second level</a:t>
            </a:r>
          </a:p>
          <a:p>
            <a:pPr lvl="2"/>
            <a:r>
              <a:rPr lang="en-US" dirty="0"/>
              <a:t>Third level</a:t>
            </a:r>
          </a:p>
        </p:txBody>
      </p:sp>
      <p:sp>
        <p:nvSpPr>
          <p:cNvPr id="6" name="Content Placeholder 1">
            <a:extLst>
              <a:ext uri="{FF2B5EF4-FFF2-40B4-BE49-F238E27FC236}">
                <a16:creationId xmlns:a16="http://schemas.microsoft.com/office/drawing/2014/main" id="{B7E0CC24-A3CA-45F3-BF2B-B8EB09000563}"/>
              </a:ext>
            </a:extLst>
          </p:cNvPr>
          <p:cNvSpPr>
            <a:spLocks noGrp="1"/>
          </p:cNvSpPr>
          <p:nvPr>
            <p:ph idx="10" hasCustomPrompt="1"/>
          </p:nvPr>
        </p:nvSpPr>
        <p:spPr>
          <a:xfrm>
            <a:off x="476844" y="4310385"/>
            <a:ext cx="2563240" cy="2024480"/>
          </a:xfrm>
        </p:spPr>
        <p:txBody>
          <a:bodyPr/>
          <a:lstStyle>
            <a:lvl1pPr marL="0" indent="0" algn="ctr">
              <a:buNone/>
              <a:defRPr/>
            </a:lvl1pPr>
          </a:lstStyle>
          <a:p>
            <a:pPr lvl="0"/>
            <a:r>
              <a:rPr lang="en-US" dirty="0"/>
              <a:t>Insert here 1</a:t>
            </a:r>
          </a:p>
        </p:txBody>
      </p:sp>
      <p:sp>
        <p:nvSpPr>
          <p:cNvPr id="7" name="Content Placeholder 2">
            <a:extLst>
              <a:ext uri="{FF2B5EF4-FFF2-40B4-BE49-F238E27FC236}">
                <a16:creationId xmlns:a16="http://schemas.microsoft.com/office/drawing/2014/main" id="{0065DFA3-2F0A-45C7-8124-3D672EB9205A}"/>
              </a:ext>
            </a:extLst>
          </p:cNvPr>
          <p:cNvSpPr>
            <a:spLocks noGrp="1"/>
          </p:cNvSpPr>
          <p:nvPr>
            <p:ph idx="11" hasCustomPrompt="1"/>
          </p:nvPr>
        </p:nvSpPr>
        <p:spPr>
          <a:xfrm>
            <a:off x="3382488" y="4310385"/>
            <a:ext cx="2563240" cy="2024480"/>
          </a:xfrm>
        </p:spPr>
        <p:txBody>
          <a:bodyPr/>
          <a:lstStyle>
            <a:lvl1pPr marL="0" indent="0" algn="ctr">
              <a:buNone/>
              <a:defRPr/>
            </a:lvl1pPr>
          </a:lstStyle>
          <a:p>
            <a:pPr lvl="0"/>
            <a:r>
              <a:rPr lang="en-US" dirty="0"/>
              <a:t>Insert here 2</a:t>
            </a:r>
          </a:p>
        </p:txBody>
      </p:sp>
      <p:sp>
        <p:nvSpPr>
          <p:cNvPr id="9" name="Content Placeholder 3">
            <a:extLst>
              <a:ext uri="{FF2B5EF4-FFF2-40B4-BE49-F238E27FC236}">
                <a16:creationId xmlns:a16="http://schemas.microsoft.com/office/drawing/2014/main" id="{5EAAA4B2-2F70-4899-9014-89954C200D50}"/>
              </a:ext>
            </a:extLst>
          </p:cNvPr>
          <p:cNvSpPr>
            <a:spLocks noGrp="1"/>
          </p:cNvSpPr>
          <p:nvPr>
            <p:ph idx="13" hasCustomPrompt="1"/>
          </p:nvPr>
        </p:nvSpPr>
        <p:spPr>
          <a:xfrm>
            <a:off x="6281896" y="4319291"/>
            <a:ext cx="2563240" cy="2024480"/>
          </a:xfrm>
        </p:spPr>
        <p:txBody>
          <a:bodyPr/>
          <a:lstStyle>
            <a:lvl1pPr marL="0" indent="0" algn="ctr">
              <a:buNone/>
              <a:defRPr/>
            </a:lvl1pPr>
          </a:lstStyle>
          <a:p>
            <a:pPr lvl="0"/>
            <a:r>
              <a:rPr lang="en-US" dirty="0"/>
              <a:t>Insert here 3</a:t>
            </a:r>
          </a:p>
        </p:txBody>
      </p:sp>
      <p:sp>
        <p:nvSpPr>
          <p:cNvPr id="11" name="Content Placeholder 4">
            <a:extLst>
              <a:ext uri="{FF2B5EF4-FFF2-40B4-BE49-F238E27FC236}">
                <a16:creationId xmlns:a16="http://schemas.microsoft.com/office/drawing/2014/main" id="{138B1A98-C967-4B94-B1F7-E158393317F4}"/>
              </a:ext>
            </a:extLst>
          </p:cNvPr>
          <p:cNvSpPr>
            <a:spLocks noGrp="1"/>
          </p:cNvSpPr>
          <p:nvPr>
            <p:ph idx="15" hasCustomPrompt="1"/>
          </p:nvPr>
        </p:nvSpPr>
        <p:spPr>
          <a:xfrm>
            <a:off x="9151916" y="4319291"/>
            <a:ext cx="2563240" cy="2024480"/>
          </a:xfrm>
        </p:spPr>
        <p:txBody>
          <a:bodyPr/>
          <a:lstStyle>
            <a:lvl1pPr marL="0" indent="0" algn="ctr">
              <a:buNone/>
              <a:defRPr/>
            </a:lvl1pPr>
          </a:lstStyle>
          <a:p>
            <a:pPr lvl="0"/>
            <a:r>
              <a:rPr lang="en-US" dirty="0"/>
              <a:t>Insert here 4</a:t>
            </a:r>
          </a:p>
        </p:txBody>
      </p:sp>
    </p:spTree>
    <p:custDataLst>
      <p:tags r:id="rId1"/>
    </p:custDataLst>
    <p:extLst>
      <p:ext uri="{BB962C8B-B14F-4D97-AF65-F5344CB8AC3E}">
        <p14:creationId xmlns:p14="http://schemas.microsoft.com/office/powerpoint/2010/main" val="3888260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ulti Image/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3" name="Content Placeholder 1"/>
          <p:cNvSpPr>
            <a:spLocks noGrp="1"/>
          </p:cNvSpPr>
          <p:nvPr>
            <p:ph idx="1" hasCustomPrompt="1"/>
          </p:nvPr>
        </p:nvSpPr>
        <p:spPr>
          <a:xfrm>
            <a:off x="476844" y="1944375"/>
            <a:ext cx="2563240" cy="2024480"/>
          </a:xfrm>
        </p:spPr>
        <p:txBody>
          <a:bodyPr/>
          <a:lstStyle>
            <a:lvl1pPr marL="0" indent="0" algn="ctr">
              <a:buNone/>
              <a:defRPr/>
            </a:lvl1pPr>
          </a:lstStyle>
          <a:p>
            <a:pPr lvl="0"/>
            <a:r>
              <a:rPr lang="en-US" dirty="0"/>
              <a:t>Insert here 1</a:t>
            </a:r>
          </a:p>
        </p:txBody>
      </p:sp>
      <p:sp>
        <p:nvSpPr>
          <p:cNvPr id="15" name="Content Placeholder 2">
            <a:extLst>
              <a:ext uri="{FF2B5EF4-FFF2-40B4-BE49-F238E27FC236}">
                <a16:creationId xmlns:a16="http://schemas.microsoft.com/office/drawing/2014/main" id="{A951D41C-52EA-4F3C-BC8E-A9309F4EB627}"/>
              </a:ext>
            </a:extLst>
          </p:cNvPr>
          <p:cNvSpPr>
            <a:spLocks noGrp="1"/>
          </p:cNvSpPr>
          <p:nvPr>
            <p:ph idx="11" hasCustomPrompt="1"/>
          </p:nvPr>
        </p:nvSpPr>
        <p:spPr>
          <a:xfrm>
            <a:off x="3382488" y="1944375"/>
            <a:ext cx="2563240" cy="2024480"/>
          </a:xfrm>
        </p:spPr>
        <p:txBody>
          <a:bodyPr/>
          <a:lstStyle>
            <a:lvl1pPr marL="0" indent="0" algn="ctr">
              <a:buNone/>
              <a:defRPr/>
            </a:lvl1pPr>
          </a:lstStyle>
          <a:p>
            <a:pPr lvl="0"/>
            <a:r>
              <a:rPr lang="en-US" dirty="0"/>
              <a:t>Insert here 2</a:t>
            </a:r>
          </a:p>
        </p:txBody>
      </p:sp>
      <p:sp>
        <p:nvSpPr>
          <p:cNvPr id="17" name="Content Placeholder 3">
            <a:extLst>
              <a:ext uri="{FF2B5EF4-FFF2-40B4-BE49-F238E27FC236}">
                <a16:creationId xmlns:a16="http://schemas.microsoft.com/office/drawing/2014/main" id="{1CD2ACDE-E8DF-4B19-9DBB-017510EECF31}"/>
              </a:ext>
            </a:extLst>
          </p:cNvPr>
          <p:cNvSpPr>
            <a:spLocks noGrp="1"/>
          </p:cNvSpPr>
          <p:nvPr>
            <p:ph idx="13" hasCustomPrompt="1"/>
          </p:nvPr>
        </p:nvSpPr>
        <p:spPr>
          <a:xfrm>
            <a:off x="6281896" y="1953281"/>
            <a:ext cx="2563240" cy="2024480"/>
          </a:xfrm>
        </p:spPr>
        <p:txBody>
          <a:bodyPr/>
          <a:lstStyle>
            <a:lvl1pPr marL="0" indent="0" algn="ctr">
              <a:buNone/>
              <a:defRPr/>
            </a:lvl1pPr>
          </a:lstStyle>
          <a:p>
            <a:pPr lvl="0"/>
            <a:r>
              <a:rPr lang="en-US" dirty="0"/>
              <a:t>Insert here 3</a:t>
            </a:r>
          </a:p>
        </p:txBody>
      </p:sp>
      <p:sp>
        <p:nvSpPr>
          <p:cNvPr id="19" name="Content Placeholder 4">
            <a:extLst>
              <a:ext uri="{FF2B5EF4-FFF2-40B4-BE49-F238E27FC236}">
                <a16:creationId xmlns:a16="http://schemas.microsoft.com/office/drawing/2014/main" id="{F18F8C24-8F67-4A0C-8E2F-54E8026EAD00}"/>
              </a:ext>
            </a:extLst>
          </p:cNvPr>
          <p:cNvSpPr>
            <a:spLocks noGrp="1"/>
          </p:cNvSpPr>
          <p:nvPr>
            <p:ph idx="15" hasCustomPrompt="1"/>
          </p:nvPr>
        </p:nvSpPr>
        <p:spPr>
          <a:xfrm>
            <a:off x="9151916" y="1953281"/>
            <a:ext cx="2563240" cy="2024480"/>
          </a:xfrm>
        </p:spPr>
        <p:txBody>
          <a:bodyPr/>
          <a:lstStyle>
            <a:lvl1pPr marL="0" indent="0" algn="ctr">
              <a:buNone/>
              <a:defRPr/>
            </a:lvl1pPr>
          </a:lstStyle>
          <a:p>
            <a:pPr lvl="0"/>
            <a:r>
              <a:rPr lang="en-US" dirty="0"/>
              <a:t>Insert here 4</a:t>
            </a:r>
          </a:p>
        </p:txBody>
      </p:sp>
      <p:sp>
        <p:nvSpPr>
          <p:cNvPr id="9" name="Content Placeholder 5">
            <a:extLst>
              <a:ext uri="{FF2B5EF4-FFF2-40B4-BE49-F238E27FC236}">
                <a16:creationId xmlns:a16="http://schemas.microsoft.com/office/drawing/2014/main" id="{1950DDEC-E898-4F6D-A7F2-930A23B3C11F}"/>
              </a:ext>
            </a:extLst>
          </p:cNvPr>
          <p:cNvSpPr>
            <a:spLocks noGrp="1"/>
          </p:cNvSpPr>
          <p:nvPr>
            <p:ph idx="10" hasCustomPrompt="1"/>
          </p:nvPr>
        </p:nvSpPr>
        <p:spPr>
          <a:xfrm>
            <a:off x="476843" y="4128059"/>
            <a:ext cx="2563241" cy="2024480"/>
          </a:xfrm>
        </p:spPr>
        <p:txBody>
          <a:bodyPr/>
          <a:lstStyle>
            <a:lvl1pPr marL="0" indent="0" algn="ctr">
              <a:buNone/>
              <a:defRPr/>
            </a:lvl1pPr>
          </a:lstStyle>
          <a:p>
            <a:pPr lvl="0"/>
            <a:r>
              <a:rPr lang="en-US" dirty="0"/>
              <a:t>Insert here 5</a:t>
            </a:r>
          </a:p>
        </p:txBody>
      </p:sp>
      <p:sp>
        <p:nvSpPr>
          <p:cNvPr id="16" name="Content Placeholder 6">
            <a:extLst>
              <a:ext uri="{FF2B5EF4-FFF2-40B4-BE49-F238E27FC236}">
                <a16:creationId xmlns:a16="http://schemas.microsoft.com/office/drawing/2014/main" id="{B7548D5A-3DFF-4FF5-A587-74246B76C1A7}"/>
              </a:ext>
            </a:extLst>
          </p:cNvPr>
          <p:cNvSpPr>
            <a:spLocks noGrp="1"/>
          </p:cNvSpPr>
          <p:nvPr>
            <p:ph idx="12" hasCustomPrompt="1"/>
          </p:nvPr>
        </p:nvSpPr>
        <p:spPr>
          <a:xfrm>
            <a:off x="3382487" y="4128059"/>
            <a:ext cx="2563241" cy="2024480"/>
          </a:xfrm>
        </p:spPr>
        <p:txBody>
          <a:bodyPr/>
          <a:lstStyle>
            <a:lvl1pPr marL="0" indent="0" algn="ctr">
              <a:buNone/>
              <a:defRPr/>
            </a:lvl1pPr>
          </a:lstStyle>
          <a:p>
            <a:pPr lvl="0"/>
            <a:r>
              <a:rPr lang="en-US" dirty="0"/>
              <a:t>Insert here 6</a:t>
            </a:r>
          </a:p>
        </p:txBody>
      </p:sp>
      <p:sp>
        <p:nvSpPr>
          <p:cNvPr id="18" name="Content Placeholder 7">
            <a:extLst>
              <a:ext uri="{FF2B5EF4-FFF2-40B4-BE49-F238E27FC236}">
                <a16:creationId xmlns:a16="http://schemas.microsoft.com/office/drawing/2014/main" id="{A24E382A-7ED1-49CB-8053-85276CAEB9B2}"/>
              </a:ext>
            </a:extLst>
          </p:cNvPr>
          <p:cNvSpPr>
            <a:spLocks noGrp="1"/>
          </p:cNvSpPr>
          <p:nvPr>
            <p:ph idx="14" hasCustomPrompt="1"/>
          </p:nvPr>
        </p:nvSpPr>
        <p:spPr>
          <a:xfrm>
            <a:off x="6281895" y="4136965"/>
            <a:ext cx="2563241" cy="2024480"/>
          </a:xfrm>
        </p:spPr>
        <p:txBody>
          <a:bodyPr/>
          <a:lstStyle>
            <a:lvl1pPr marL="0" indent="0" algn="ctr">
              <a:buNone/>
              <a:defRPr/>
            </a:lvl1pPr>
          </a:lstStyle>
          <a:p>
            <a:pPr lvl="0"/>
            <a:r>
              <a:rPr lang="en-US" dirty="0"/>
              <a:t>Insert here 7</a:t>
            </a:r>
          </a:p>
        </p:txBody>
      </p:sp>
      <p:sp>
        <p:nvSpPr>
          <p:cNvPr id="20" name="Content Placeholder 8">
            <a:extLst>
              <a:ext uri="{FF2B5EF4-FFF2-40B4-BE49-F238E27FC236}">
                <a16:creationId xmlns:a16="http://schemas.microsoft.com/office/drawing/2014/main" id="{AC6187B3-59CD-4356-83E5-962B5ACC4AEB}"/>
              </a:ext>
            </a:extLst>
          </p:cNvPr>
          <p:cNvSpPr>
            <a:spLocks noGrp="1"/>
          </p:cNvSpPr>
          <p:nvPr>
            <p:ph idx="16" hasCustomPrompt="1"/>
          </p:nvPr>
        </p:nvSpPr>
        <p:spPr>
          <a:xfrm>
            <a:off x="9151915" y="4136965"/>
            <a:ext cx="2563241" cy="2024480"/>
          </a:xfrm>
        </p:spPr>
        <p:txBody>
          <a:bodyPr/>
          <a:lstStyle>
            <a:lvl1pPr marL="0" indent="0" algn="ctr">
              <a:buNone/>
              <a:defRPr/>
            </a:lvl1pPr>
          </a:lstStyle>
          <a:p>
            <a:pPr lvl="0"/>
            <a:r>
              <a:rPr lang="en-US" dirty="0"/>
              <a:t>Insert here 8</a:t>
            </a:r>
          </a:p>
        </p:txBody>
      </p:sp>
    </p:spTree>
    <p:custDataLst>
      <p:tags r:id="rId1"/>
    </p:custDataLst>
    <p:extLst>
      <p:ext uri="{BB962C8B-B14F-4D97-AF65-F5344CB8AC3E}">
        <p14:creationId xmlns:p14="http://schemas.microsoft.com/office/powerpoint/2010/main" val="295870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Image/On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9" name="Content Placeholder"/>
          <p:cNvSpPr>
            <a:spLocks noGrp="1"/>
          </p:cNvSpPr>
          <p:nvPr>
            <p:ph sz="half" idx="2" hasCustomPrompt="1"/>
          </p:nvPr>
        </p:nvSpPr>
        <p:spPr>
          <a:xfrm>
            <a:off x="3624200" y="1825625"/>
            <a:ext cx="8090957" cy="435133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288072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Image/Two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2045728"/>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
        <p:nvSpPr>
          <p:cNvPr id="7" name="Image Placeholder 2">
            <a:extLst>
              <a:ext uri="{FF2B5EF4-FFF2-40B4-BE49-F238E27FC236}">
                <a16:creationId xmlns:a16="http://schemas.microsoft.com/office/drawing/2014/main" id="{9100EECD-9921-43E0-9472-84C089BD629F}"/>
              </a:ext>
            </a:extLst>
          </p:cNvPr>
          <p:cNvSpPr>
            <a:spLocks noGrp="1"/>
          </p:cNvSpPr>
          <p:nvPr>
            <p:ph sz="half" idx="14" hasCustomPrompt="1"/>
          </p:nvPr>
        </p:nvSpPr>
        <p:spPr>
          <a:xfrm>
            <a:off x="476843" y="4132558"/>
            <a:ext cx="2875957" cy="204572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6" name="Content Placeholder Bottom">
            <a:extLst>
              <a:ext uri="{FF2B5EF4-FFF2-40B4-BE49-F238E27FC236}">
                <a16:creationId xmlns:a16="http://schemas.microsoft.com/office/drawing/2014/main" id="{4003AB72-C071-4875-8D31-00FB47092143}"/>
              </a:ext>
            </a:extLst>
          </p:cNvPr>
          <p:cNvSpPr>
            <a:spLocks noGrp="1"/>
          </p:cNvSpPr>
          <p:nvPr>
            <p:ph sz="half" idx="15" hasCustomPrompt="1"/>
          </p:nvPr>
        </p:nvSpPr>
        <p:spPr>
          <a:xfrm>
            <a:off x="3624199" y="4136860"/>
            <a:ext cx="8090957" cy="2045728"/>
          </a:xfrm>
        </p:spPr>
        <p:txBody>
          <a:bodyPr/>
          <a:lstStyle>
            <a:lvl1pPr>
              <a:spcAft>
                <a:spcPts val="800"/>
              </a:spcAft>
              <a:defRPr sz="2400" b="0"/>
            </a:lvl1pPr>
            <a:lvl2pPr>
              <a:spcAft>
                <a:spcPts val="800"/>
              </a:spcAft>
              <a:defRPr sz="2400" b="0"/>
            </a:lvl2pPr>
            <a:lvl3pPr>
              <a:spcAft>
                <a:spcPts val="800"/>
              </a:spcAft>
              <a:defRPr sz="2400" b="0"/>
            </a:lvl3pPr>
            <a:lvl4pPr marL="1371600" marR="0" indent="0" algn="l" defTabSz="914400" rtl="0" eaLnBrk="1" fontAlgn="auto" latinLnBrk="0" hangingPunct="1">
              <a:lnSpc>
                <a:spcPct val="90000"/>
              </a:lnSpc>
              <a:spcBef>
                <a:spcPts val="500"/>
              </a:spcBef>
              <a:spcAft>
                <a:spcPts val="0"/>
              </a:spcAft>
              <a:buClrTx/>
              <a:buSzPct val="100000"/>
              <a:buFont typeface="Arial" panose="020B0604020202020204" pitchFamily="34" charset="0"/>
              <a:buNone/>
              <a:tabLst/>
              <a:defRPr/>
            </a:lvl4pPr>
          </a:lstStyle>
          <a:p>
            <a:pPr lvl="0"/>
            <a:r>
              <a:rPr lang="en-US" dirty="0"/>
              <a:t>First Level</a:t>
            </a:r>
          </a:p>
          <a:p>
            <a:pPr lvl="1"/>
            <a:r>
              <a:rPr lang="en-US" dirty="0"/>
              <a:t>Second level</a:t>
            </a:r>
          </a:p>
          <a:p>
            <a:pPr lvl="2"/>
            <a:r>
              <a:rPr lang="en-US" dirty="0"/>
              <a:t>Third level</a:t>
            </a:r>
          </a:p>
          <a:p>
            <a:pPr marL="1714500" marR="0" lvl="3" indent="-342900" algn="l" defTabSz="914400" rtl="0" eaLnBrk="1" fontAlgn="auto" latinLnBrk="0" hangingPunct="1">
              <a:lnSpc>
                <a:spcPct val="90000"/>
              </a:lnSpc>
              <a:spcBef>
                <a:spcPts val="500"/>
              </a:spcBef>
              <a:spcAft>
                <a:spcPts val="0"/>
              </a:spcAft>
              <a:buClrTx/>
              <a:buSzPct val="100000"/>
              <a:buFont typeface="Arial" panose="020B0604020202020204" pitchFamily="34" charset="0"/>
              <a:buChar char="•"/>
              <a:tabLst/>
              <a:defRPr/>
            </a:pPr>
            <a:r>
              <a:rPr lang="en-US" dirty="0"/>
              <a:t>Fourth Level</a:t>
            </a:r>
          </a:p>
          <a:p>
            <a:pPr lvl="3"/>
            <a:endParaRPr lang="en-US" dirty="0"/>
          </a:p>
        </p:txBody>
      </p:sp>
    </p:spTree>
    <p:custDataLst>
      <p:tags r:id="rId1"/>
    </p:custDataLst>
    <p:extLst>
      <p:ext uri="{BB962C8B-B14F-4D97-AF65-F5344CB8AC3E}">
        <p14:creationId xmlns:p14="http://schemas.microsoft.com/office/powerpoint/2010/main" val="2728650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Image/Three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1217447"/>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Top"/>
          <p:cNvSpPr>
            <a:spLocks noGrp="1"/>
          </p:cNvSpPr>
          <p:nvPr>
            <p:ph sz="half" idx="2" hasCustomPrompt="1"/>
          </p:nvPr>
        </p:nvSpPr>
        <p:spPr>
          <a:xfrm>
            <a:off x="3624200" y="1825625"/>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4" name="Image Placeholder 2">
            <a:extLst>
              <a:ext uri="{FF2B5EF4-FFF2-40B4-BE49-F238E27FC236}">
                <a16:creationId xmlns:a16="http://schemas.microsoft.com/office/drawing/2014/main" id="{329BB347-70F5-49B3-A1D7-9C05C8ED5028}"/>
              </a:ext>
            </a:extLst>
          </p:cNvPr>
          <p:cNvSpPr>
            <a:spLocks noGrp="1"/>
          </p:cNvSpPr>
          <p:nvPr>
            <p:ph sz="half" idx="14" hasCustomPrompt="1"/>
          </p:nvPr>
        </p:nvSpPr>
        <p:spPr>
          <a:xfrm>
            <a:off x="479343" y="3207219"/>
            <a:ext cx="2875957" cy="1217447"/>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5" name="Content Placeholder Middle">
            <a:extLst>
              <a:ext uri="{FF2B5EF4-FFF2-40B4-BE49-F238E27FC236}">
                <a16:creationId xmlns:a16="http://schemas.microsoft.com/office/drawing/2014/main" id="{E344C337-1A6E-4BE6-8E9E-7076FBBEEFAC}"/>
              </a:ext>
            </a:extLst>
          </p:cNvPr>
          <p:cNvSpPr>
            <a:spLocks noGrp="1"/>
          </p:cNvSpPr>
          <p:nvPr>
            <p:ph sz="half" idx="15" hasCustomPrompt="1"/>
          </p:nvPr>
        </p:nvSpPr>
        <p:spPr>
          <a:xfrm>
            <a:off x="3626700" y="3207216"/>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
        <p:nvSpPr>
          <p:cNvPr id="16" name="Image Placeholder 3">
            <a:extLst>
              <a:ext uri="{FF2B5EF4-FFF2-40B4-BE49-F238E27FC236}">
                <a16:creationId xmlns:a16="http://schemas.microsoft.com/office/drawing/2014/main" id="{A70ED764-0931-4273-A125-CE2D6E0F8A8D}"/>
              </a:ext>
            </a:extLst>
          </p:cNvPr>
          <p:cNvSpPr>
            <a:spLocks noGrp="1"/>
          </p:cNvSpPr>
          <p:nvPr>
            <p:ph sz="half" idx="16" hasCustomPrompt="1"/>
          </p:nvPr>
        </p:nvSpPr>
        <p:spPr>
          <a:xfrm>
            <a:off x="479343" y="4631282"/>
            <a:ext cx="2875957" cy="1217447"/>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7" name="Content Placeholder Bottom">
            <a:extLst>
              <a:ext uri="{FF2B5EF4-FFF2-40B4-BE49-F238E27FC236}">
                <a16:creationId xmlns:a16="http://schemas.microsoft.com/office/drawing/2014/main" id="{1A924411-097F-4689-AC4D-9173B40A69F2}"/>
              </a:ext>
            </a:extLst>
          </p:cNvPr>
          <p:cNvSpPr>
            <a:spLocks noGrp="1"/>
          </p:cNvSpPr>
          <p:nvPr>
            <p:ph sz="half" idx="17" hasCustomPrompt="1"/>
          </p:nvPr>
        </p:nvSpPr>
        <p:spPr>
          <a:xfrm>
            <a:off x="3626700" y="4631279"/>
            <a:ext cx="8090957" cy="1217450"/>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a:p>
            <a:pPr lvl="2"/>
            <a:r>
              <a:rPr lang="en-US" dirty="0"/>
              <a:t>Third level</a:t>
            </a:r>
          </a:p>
        </p:txBody>
      </p:sp>
    </p:spTree>
    <p:custDataLst>
      <p:tags r:id="rId1"/>
    </p:custDataLst>
    <p:extLst>
      <p:ext uri="{BB962C8B-B14F-4D97-AF65-F5344CB8AC3E}">
        <p14:creationId xmlns:p14="http://schemas.microsoft.com/office/powerpoint/2010/main" val="9508288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mage/Four Content">
    <p:spTree>
      <p:nvGrpSpPr>
        <p:cNvPr id="1" name=""/>
        <p:cNvGrpSpPr/>
        <p:nvPr/>
      </p:nvGrpSpPr>
      <p:grpSpPr>
        <a:xfrm>
          <a:off x="0" y="0"/>
          <a:ext cx="0" cy="0"/>
          <a:chOff x="0" y="0"/>
          <a:chExt cx="0" cy="0"/>
        </a:xfrm>
      </p:grpSpPr>
      <p:sp>
        <p:nvSpPr>
          <p:cNvPr id="2" name="Title"/>
          <p:cNvSpPr>
            <a:spLocks noGrp="1"/>
          </p:cNvSpPr>
          <p:nvPr>
            <p:ph type="title" hasCustomPrompt="1"/>
          </p:nvPr>
        </p:nvSpPr>
        <p:spPr/>
        <p:txBody>
          <a:bodyPr/>
          <a:lstStyle>
            <a:lvl1pPr>
              <a:defRPr/>
            </a:lvl1pPr>
          </a:lstStyle>
          <a:p>
            <a:r>
              <a:rPr lang="en-US" dirty="0"/>
              <a:t>Slide Title</a:t>
            </a:r>
          </a:p>
        </p:txBody>
      </p:sp>
      <p:sp>
        <p:nvSpPr>
          <p:cNvPr id="8" name="Image Placeholder 1"/>
          <p:cNvSpPr>
            <a:spLocks noGrp="1"/>
          </p:cNvSpPr>
          <p:nvPr>
            <p:ph sz="half" idx="13" hasCustomPrompt="1"/>
          </p:nvPr>
        </p:nvSpPr>
        <p:spPr>
          <a:xfrm>
            <a:off x="476843" y="1825628"/>
            <a:ext cx="2875957" cy="899814"/>
          </a:xfrm>
        </p:spPr>
        <p:txBody>
          <a:bodyPr/>
          <a:lstStyle>
            <a:lvl1pPr marL="0" indent="0" algn="l">
              <a:buNone/>
              <a:defRPr/>
            </a:lvl1pPr>
            <a:lvl2pPr marL="457200" indent="0">
              <a:buNone/>
              <a:defRPr/>
            </a:lvl2pPr>
            <a:lvl3pPr marL="914400" indent="0">
              <a:buNone/>
              <a:defRPr/>
            </a:lvl3pPr>
          </a:lstStyle>
          <a:p>
            <a:pPr lvl="0"/>
            <a:r>
              <a:rPr lang="en-US" dirty="0"/>
              <a:t>Image 1</a:t>
            </a:r>
          </a:p>
        </p:txBody>
      </p:sp>
      <p:sp>
        <p:nvSpPr>
          <p:cNvPr id="9" name="Content Placeholder 1"/>
          <p:cNvSpPr>
            <a:spLocks noGrp="1"/>
          </p:cNvSpPr>
          <p:nvPr>
            <p:ph sz="half" idx="2" hasCustomPrompt="1"/>
          </p:nvPr>
        </p:nvSpPr>
        <p:spPr>
          <a:xfrm>
            <a:off x="3624200" y="182562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0" name="Image Placeholder 2">
            <a:extLst>
              <a:ext uri="{FF2B5EF4-FFF2-40B4-BE49-F238E27FC236}">
                <a16:creationId xmlns:a16="http://schemas.microsoft.com/office/drawing/2014/main" id="{02C25FD2-E251-4DC4-8F30-3EDA9A61D7DC}"/>
              </a:ext>
            </a:extLst>
          </p:cNvPr>
          <p:cNvSpPr>
            <a:spLocks noGrp="1"/>
          </p:cNvSpPr>
          <p:nvPr>
            <p:ph sz="half" idx="14" hasCustomPrompt="1"/>
          </p:nvPr>
        </p:nvSpPr>
        <p:spPr>
          <a:xfrm>
            <a:off x="476843" y="2941438"/>
            <a:ext cx="2875957" cy="899814"/>
          </a:xfrm>
        </p:spPr>
        <p:txBody>
          <a:bodyPr/>
          <a:lstStyle>
            <a:lvl1pPr marL="0" indent="0" algn="l">
              <a:buNone/>
              <a:defRPr/>
            </a:lvl1pPr>
            <a:lvl2pPr marL="457200" indent="0">
              <a:buNone/>
              <a:defRPr/>
            </a:lvl2pPr>
            <a:lvl3pPr marL="914400" indent="0">
              <a:buNone/>
              <a:defRPr/>
            </a:lvl3pPr>
          </a:lstStyle>
          <a:p>
            <a:pPr lvl="0"/>
            <a:r>
              <a:rPr lang="en-US" dirty="0"/>
              <a:t>Image 2</a:t>
            </a:r>
          </a:p>
        </p:txBody>
      </p:sp>
      <p:sp>
        <p:nvSpPr>
          <p:cNvPr id="11" name="Content Placeholder 2">
            <a:extLst>
              <a:ext uri="{FF2B5EF4-FFF2-40B4-BE49-F238E27FC236}">
                <a16:creationId xmlns:a16="http://schemas.microsoft.com/office/drawing/2014/main" id="{6FFE322F-E595-4582-997C-0A06F238C8D3}"/>
              </a:ext>
            </a:extLst>
          </p:cNvPr>
          <p:cNvSpPr>
            <a:spLocks noGrp="1"/>
          </p:cNvSpPr>
          <p:nvPr>
            <p:ph sz="half" idx="15" hasCustomPrompt="1"/>
          </p:nvPr>
        </p:nvSpPr>
        <p:spPr>
          <a:xfrm>
            <a:off x="3624200" y="2941435"/>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2" name="Image Placeholder 3">
            <a:extLst>
              <a:ext uri="{FF2B5EF4-FFF2-40B4-BE49-F238E27FC236}">
                <a16:creationId xmlns:a16="http://schemas.microsoft.com/office/drawing/2014/main" id="{647E63CA-E745-4DE2-B25A-D398F113EFA6}"/>
              </a:ext>
            </a:extLst>
          </p:cNvPr>
          <p:cNvSpPr>
            <a:spLocks noGrp="1"/>
          </p:cNvSpPr>
          <p:nvPr>
            <p:ph sz="half" idx="16" hasCustomPrompt="1"/>
          </p:nvPr>
        </p:nvSpPr>
        <p:spPr>
          <a:xfrm>
            <a:off x="480444" y="4065961"/>
            <a:ext cx="2875957" cy="899814"/>
          </a:xfrm>
        </p:spPr>
        <p:txBody>
          <a:bodyPr/>
          <a:lstStyle>
            <a:lvl1pPr marL="0" indent="0" algn="l">
              <a:buNone/>
              <a:defRPr/>
            </a:lvl1pPr>
            <a:lvl2pPr marL="457200" indent="0">
              <a:buNone/>
              <a:defRPr/>
            </a:lvl2pPr>
            <a:lvl3pPr marL="914400" indent="0">
              <a:buNone/>
              <a:defRPr/>
            </a:lvl3pPr>
          </a:lstStyle>
          <a:p>
            <a:pPr lvl="0"/>
            <a:r>
              <a:rPr lang="en-US" dirty="0"/>
              <a:t>Image 3</a:t>
            </a:r>
          </a:p>
        </p:txBody>
      </p:sp>
      <p:sp>
        <p:nvSpPr>
          <p:cNvPr id="13" name="Content Placeholder 3">
            <a:extLst>
              <a:ext uri="{FF2B5EF4-FFF2-40B4-BE49-F238E27FC236}">
                <a16:creationId xmlns:a16="http://schemas.microsoft.com/office/drawing/2014/main" id="{EFE66096-5B65-4DD6-9AD6-9E55675E34CD}"/>
              </a:ext>
            </a:extLst>
          </p:cNvPr>
          <p:cNvSpPr>
            <a:spLocks noGrp="1"/>
          </p:cNvSpPr>
          <p:nvPr>
            <p:ph sz="half" idx="17" hasCustomPrompt="1"/>
          </p:nvPr>
        </p:nvSpPr>
        <p:spPr>
          <a:xfrm>
            <a:off x="3627801" y="406595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
        <p:nvSpPr>
          <p:cNvPr id="14" name="Image Placeholder 4">
            <a:extLst>
              <a:ext uri="{FF2B5EF4-FFF2-40B4-BE49-F238E27FC236}">
                <a16:creationId xmlns:a16="http://schemas.microsoft.com/office/drawing/2014/main" id="{765390A9-B975-43C8-86E6-45E636A649C5}"/>
              </a:ext>
            </a:extLst>
          </p:cNvPr>
          <p:cNvSpPr>
            <a:spLocks noGrp="1"/>
          </p:cNvSpPr>
          <p:nvPr>
            <p:ph sz="half" idx="18" hasCustomPrompt="1"/>
          </p:nvPr>
        </p:nvSpPr>
        <p:spPr>
          <a:xfrm>
            <a:off x="480444" y="5181771"/>
            <a:ext cx="2875957" cy="899814"/>
          </a:xfrm>
        </p:spPr>
        <p:txBody>
          <a:bodyPr/>
          <a:lstStyle>
            <a:lvl1pPr marL="0" indent="0" algn="l">
              <a:buNone/>
              <a:defRPr/>
            </a:lvl1pPr>
            <a:lvl2pPr marL="457200" indent="0">
              <a:buNone/>
              <a:defRPr/>
            </a:lvl2pPr>
            <a:lvl3pPr marL="914400" indent="0">
              <a:buNone/>
              <a:defRPr/>
            </a:lvl3pPr>
          </a:lstStyle>
          <a:p>
            <a:pPr lvl="0"/>
            <a:r>
              <a:rPr lang="en-US" dirty="0"/>
              <a:t>Image 4</a:t>
            </a:r>
          </a:p>
        </p:txBody>
      </p:sp>
      <p:sp>
        <p:nvSpPr>
          <p:cNvPr id="15" name="Content Placeholder 4">
            <a:extLst>
              <a:ext uri="{FF2B5EF4-FFF2-40B4-BE49-F238E27FC236}">
                <a16:creationId xmlns:a16="http://schemas.microsoft.com/office/drawing/2014/main" id="{04B6F74B-2775-4949-A70C-BCBBFE20C3A2}"/>
              </a:ext>
            </a:extLst>
          </p:cNvPr>
          <p:cNvSpPr>
            <a:spLocks noGrp="1"/>
          </p:cNvSpPr>
          <p:nvPr>
            <p:ph sz="half" idx="19" hasCustomPrompt="1"/>
          </p:nvPr>
        </p:nvSpPr>
        <p:spPr>
          <a:xfrm>
            <a:off x="3627801" y="5181768"/>
            <a:ext cx="8090957" cy="895515"/>
          </a:xfrm>
        </p:spPr>
        <p:txBody>
          <a:bodyPr/>
          <a:lstStyle>
            <a:lvl1pPr>
              <a:spcAft>
                <a:spcPts val="800"/>
              </a:spcAft>
              <a:defRPr sz="1800" b="0"/>
            </a:lvl1pPr>
            <a:lvl2pPr>
              <a:spcAft>
                <a:spcPts val="800"/>
              </a:spcAft>
              <a:defRPr sz="1800" b="0"/>
            </a:lvl2pPr>
            <a:lvl3pPr>
              <a:spcAft>
                <a:spcPts val="800"/>
              </a:spcAft>
              <a:defRPr sz="1800" b="0"/>
            </a:lvl3pPr>
          </a:lstStyle>
          <a:p>
            <a:pPr lvl="0"/>
            <a:r>
              <a:rPr lang="en-US" dirty="0"/>
              <a:t>First Level</a:t>
            </a:r>
          </a:p>
          <a:p>
            <a:pPr lvl="1"/>
            <a:r>
              <a:rPr lang="en-US" dirty="0"/>
              <a:t>Second level</a:t>
            </a:r>
          </a:p>
        </p:txBody>
      </p:sp>
    </p:spTree>
    <p:custDataLst>
      <p:tags r:id="rId1"/>
    </p:custDataLst>
    <p:extLst>
      <p:ext uri="{BB962C8B-B14F-4D97-AF65-F5344CB8AC3E}">
        <p14:creationId xmlns:p14="http://schemas.microsoft.com/office/powerpoint/2010/main" val="2645674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34EF16C-F8E9-4C74-8268-011BE18366AF}"/>
              </a:ext>
              <a:ext uri="{C183D7F6-B498-43B3-948B-1728B52AA6E4}">
                <adec:decorative xmlns:adec="http://schemas.microsoft.com/office/drawing/2017/decorative" val="1"/>
              </a:ext>
            </a:extLst>
          </p:cNvPr>
          <p:cNvSpPr/>
          <p:nvPr userDrawn="1"/>
        </p:nvSpPr>
        <p:spPr>
          <a:xfrm>
            <a:off x="0" y="6492237"/>
            <a:ext cx="12192000" cy="36576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p:cNvSpPr>
            <a:spLocks noGrp="1"/>
          </p:cNvSpPr>
          <p:nvPr>
            <p:ph type="title"/>
          </p:nvPr>
        </p:nvSpPr>
        <p:spPr>
          <a:xfrm>
            <a:off x="476843" y="473245"/>
            <a:ext cx="11241915" cy="1217447"/>
          </a:xfrm>
          <a:prstGeom prst="rect">
            <a:avLst/>
          </a:prstGeom>
        </p:spPr>
        <p:txBody>
          <a:bodyPr vert="horz" lIns="91440" tIns="45720" rIns="91440" bIns="45720" rtlCol="0" anchor="t">
            <a:noAutofit/>
          </a:bodyPr>
          <a:lstStyle/>
          <a:p>
            <a:r>
              <a:rPr lang="en-US" dirty="0"/>
              <a:t>Slide Title</a:t>
            </a:r>
            <a:br>
              <a:rPr lang="en-US" dirty="0"/>
            </a:br>
            <a:endParaRPr lang="en-US" dirty="0"/>
          </a:p>
        </p:txBody>
      </p:sp>
      <p:sp>
        <p:nvSpPr>
          <p:cNvPr id="3" name="Text Placeholder 2"/>
          <p:cNvSpPr>
            <a:spLocks noGrp="1"/>
          </p:cNvSpPr>
          <p:nvPr>
            <p:ph type="body" idx="1"/>
          </p:nvPr>
        </p:nvSpPr>
        <p:spPr>
          <a:xfrm>
            <a:off x="476843" y="1825625"/>
            <a:ext cx="11241915" cy="4351338"/>
          </a:xfrm>
          <a:prstGeom prst="rect">
            <a:avLst/>
          </a:prstGeom>
        </p:spPr>
        <p:txBody>
          <a:bodyPr vert="horz" lIns="91440" tIns="45720" rIns="91440" bIns="45720" rtlCol="0">
            <a:noAutofit/>
          </a:bodyPr>
          <a:lstStyle/>
          <a:p>
            <a:pPr lvl="0"/>
            <a:r>
              <a:rPr lang="en-US" dirty="0"/>
              <a:t>First Level</a:t>
            </a:r>
          </a:p>
          <a:p>
            <a:pPr lvl="1"/>
            <a:r>
              <a:rPr lang="en-US" dirty="0"/>
              <a:t>Second level</a:t>
            </a:r>
          </a:p>
          <a:p>
            <a:pPr lvl="2"/>
            <a:r>
              <a:rPr lang="en-US" dirty="0"/>
              <a:t>Third level</a:t>
            </a:r>
          </a:p>
          <a:p>
            <a:pPr lvl="3"/>
            <a:r>
              <a:rPr lang="en-US" dirty="0"/>
              <a:t>Fourth Level</a:t>
            </a:r>
          </a:p>
        </p:txBody>
      </p:sp>
      <p:sp>
        <p:nvSpPr>
          <p:cNvPr id="8" name="Copyright">
            <a:extLst>
              <a:ext uri="{FF2B5EF4-FFF2-40B4-BE49-F238E27FC236}">
                <a16:creationId xmlns:a16="http://schemas.microsoft.com/office/drawing/2014/main" id="{0E6636BF-D3CC-4DFC-A057-41CF18719446}"/>
              </a:ext>
              <a:ext uri="{C183D7F6-B498-43B3-948B-1728B52AA6E4}">
                <adec:decorative xmlns:adec="http://schemas.microsoft.com/office/drawing/2017/decorative" val="1"/>
              </a:ext>
            </a:extLst>
          </p:cNvPr>
          <p:cNvSpPr txBox="1"/>
          <p:nvPr userDrawn="1"/>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7" name="Slide Number Placeholder 5">
            <a:extLst>
              <a:ext uri="{FF2B5EF4-FFF2-40B4-BE49-F238E27FC236}">
                <a16:creationId xmlns:a16="http://schemas.microsoft.com/office/drawing/2014/main" id="{DF3CEB08-7511-4ACD-A0D7-6D08EF1B42A9}"/>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spTree>
    <p:custDataLst>
      <p:tags r:id="rId14"/>
    </p:custDataLst>
    <p:extLst>
      <p:ext uri="{BB962C8B-B14F-4D97-AF65-F5344CB8AC3E}">
        <p14:creationId xmlns:p14="http://schemas.microsoft.com/office/powerpoint/2010/main" val="682046013"/>
      </p:ext>
    </p:extLst>
  </p:cSld>
  <p:clrMap bg1="lt1" tx1="dk1" bg2="lt2" tx2="dk2" accent1="accent1" accent2="accent2" accent3="accent3" accent4="accent4" accent5="accent5" accent6="accent6" hlink="hlink" folHlink="folHlink"/>
  <p:sldLayoutIdLst>
    <p:sldLayoutId id="2147483765" r:id="rId1"/>
    <p:sldLayoutId id="2147483763" r:id="rId2"/>
    <p:sldLayoutId id="2147483753" r:id="rId3"/>
    <p:sldLayoutId id="2147483728" r:id="rId4"/>
    <p:sldLayoutId id="2147483736" r:id="rId5"/>
    <p:sldLayoutId id="2147483729" r:id="rId6"/>
    <p:sldLayoutId id="2147483760" r:id="rId7"/>
    <p:sldLayoutId id="2147483730" r:id="rId8"/>
    <p:sldLayoutId id="2147483732" r:id="rId9"/>
    <p:sldLayoutId id="2147483761" r:id="rId10"/>
    <p:sldLayoutId id="2147483737" r:id="rId11"/>
    <p:sldLayoutId id="2147483762" r:id="rId12"/>
  </p:sldLayoutIdLst>
  <p:hf hdr="0" ftr="0" dt="0"/>
  <p:txStyles>
    <p:titleStyle>
      <a:lvl1pPr algn="ctr"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spcAft>
          <a:spcPts val="800"/>
        </a:spcAft>
        <a:buClr>
          <a:schemeClr val="tx1"/>
        </a:buClr>
        <a:buFont typeface="Arial" panose="020B0604020202020204" pitchFamily="34" charset="0"/>
        <a:buChar char="−"/>
        <a:defRPr sz="2400" b="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spcAft>
          <a:spcPts val="800"/>
        </a:spcAft>
        <a:buClr>
          <a:schemeClr val="tx1"/>
        </a:buClr>
        <a:buSzPct val="80000"/>
        <a:buFont typeface="Wingdings" panose="05000000000000000000" pitchFamily="2" charset="2"/>
        <a:buChar char="§"/>
        <a:defRPr sz="2400" b="0" kern="1200">
          <a:solidFill>
            <a:schemeClr val="tx1"/>
          </a:solidFill>
          <a:latin typeface="+mn-lt"/>
          <a:ea typeface="+mn-ea"/>
          <a:cs typeface="+mn-cs"/>
        </a:defRPr>
      </a:lvl3pPr>
      <a:lvl4pPr marL="1714500" indent="-342900" algn="l" defTabSz="914400" rtl="0" eaLnBrk="1" latinLnBrk="0" hangingPunct="1">
        <a:lnSpc>
          <a:spcPct val="90000"/>
        </a:lnSpc>
        <a:spcBef>
          <a:spcPts val="500"/>
        </a:spcBef>
        <a:buClr>
          <a:schemeClr val="tx1"/>
        </a:buClr>
        <a:buSzPct val="100000"/>
        <a:buFont typeface="Arial" panose="020B0604020202020204" pitchFamily="34" charset="0"/>
        <a:buChar char="•"/>
        <a:defRPr sz="2400" b="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3200" b="1"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6.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1966DE8-7575-4696-B84F-B4DD0C822D6A}"/>
              </a:ext>
            </a:extLst>
          </p:cNvPr>
          <p:cNvSpPr>
            <a:spLocks noGrp="1"/>
          </p:cNvSpPr>
          <p:nvPr>
            <p:ph type="ctrTitle"/>
          </p:nvPr>
        </p:nvSpPr>
        <p:spPr>
          <a:xfrm>
            <a:off x="5015939" y="592386"/>
            <a:ext cx="6654407" cy="1762194"/>
          </a:xfrm>
        </p:spPr>
        <p:txBody>
          <a:bodyPr/>
          <a:lstStyle/>
          <a:p>
            <a:r>
              <a:rPr lang="en-US" dirty="0"/>
              <a:t>Guide to Networking Essentials, 9e</a:t>
            </a:r>
          </a:p>
        </p:txBody>
      </p:sp>
      <p:sp>
        <p:nvSpPr>
          <p:cNvPr id="4" name="Subtitle 3">
            <a:extLst>
              <a:ext uri="{FF2B5EF4-FFF2-40B4-BE49-F238E27FC236}">
                <a16:creationId xmlns:a16="http://schemas.microsoft.com/office/drawing/2014/main" id="{81DDBEBE-99BA-45B9-B4E5-D18D90F7A983}"/>
              </a:ext>
            </a:extLst>
          </p:cNvPr>
          <p:cNvSpPr>
            <a:spLocks noGrp="1"/>
          </p:cNvSpPr>
          <p:nvPr>
            <p:ph type="subTitle" idx="1"/>
          </p:nvPr>
        </p:nvSpPr>
        <p:spPr>
          <a:xfrm>
            <a:off x="5015939" y="2611026"/>
            <a:ext cx="6928411" cy="2623624"/>
          </a:xfrm>
        </p:spPr>
        <p:txBody>
          <a:bodyPr/>
          <a:lstStyle/>
          <a:p>
            <a:r>
              <a:rPr lang="en-US" b="1" dirty="0"/>
              <a:t>Chapter 10</a:t>
            </a:r>
            <a:r>
              <a:rPr lang="en-US" dirty="0"/>
              <a:t>: </a:t>
            </a:r>
            <a:r>
              <a:rPr lang="en-US" sz="3600" dirty="0"/>
              <a:t>Wide Area Networking and Cloud Computing</a:t>
            </a:r>
          </a:p>
        </p:txBody>
      </p:sp>
      <p:sp>
        <p:nvSpPr>
          <p:cNvPr id="6" name="Copyright">
            <a:extLst>
              <a:ext uri="{FF2B5EF4-FFF2-40B4-BE49-F238E27FC236}">
                <a16:creationId xmlns:a16="http://schemas.microsoft.com/office/drawing/2014/main" id="{8CA6B67B-9490-477D-A112-06C22B6F8640}"/>
              </a:ext>
              <a:ext uri="{C183D7F6-B498-43B3-948B-1728B52AA6E4}">
                <adec:decorative xmlns:adec="http://schemas.microsoft.com/office/drawing/2017/decorative" val="1"/>
              </a:ext>
            </a:extLst>
          </p:cNvPr>
          <p:cNvSpPr txBox="1"/>
          <p:nvPr/>
        </p:nvSpPr>
        <p:spPr>
          <a:xfrm>
            <a:off x="2103120" y="6314136"/>
            <a:ext cx="8961120" cy="261610"/>
          </a:xfrm>
          <a:prstGeom prst="rect">
            <a:avLst/>
          </a:prstGeom>
          <a:noFill/>
        </p:spPr>
        <p:txBody>
          <a:bodyPr wrap="square" rtlCol="0">
            <a:spAutoFit/>
          </a:bodyPr>
          <a:lstStyle/>
          <a:p>
            <a:r>
              <a:rPr lang="en-US" sz="1100">
                <a:solidFill>
                  <a:schemeClr val="bg1"/>
                </a:solidFill>
                <a:latin typeface="+mn-lt"/>
              </a:rPr>
              <a:t>.</a:t>
            </a:r>
            <a:endParaRPr lang="en-US" sz="1100" dirty="0">
              <a:solidFill>
                <a:schemeClr val="bg1"/>
              </a:solidFill>
              <a:latin typeface="+mn-lt"/>
            </a:endParaRPr>
          </a:p>
        </p:txBody>
      </p:sp>
      <p:sp>
        <p:nvSpPr>
          <p:cNvPr id="16"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3739356" y="808037"/>
            <a:ext cx="4713288" cy="5241925"/>
          </a:xfrm>
          <a:prstGeom prst="rect">
            <a:avLst/>
          </a:prstGeom>
        </p:spPr>
        <p:txBody>
          <a:bodyPr vert="horz" lIns="91440" tIns="45720" rIns="91440" bIns="45720" rtlCol="0">
            <a:noAutofit/>
          </a:bodyPr>
          <a:lstStyle/>
          <a:p>
            <a:endParaRPr lang="en-US" dirty="0"/>
          </a:p>
        </p:txBody>
      </p:sp>
      <p:sp>
        <p:nvSpPr>
          <p:cNvPr id="17"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441278" y="551591"/>
            <a:ext cx="4713288" cy="5241925"/>
          </a:xfrm>
          <a:prstGeom prst="rect">
            <a:avLst/>
          </a:prstGeom>
        </p:spPr>
        <p:txBody>
          <a:bodyPr vert="horz" lIns="91440" tIns="45720" rIns="91440" bIns="45720" rtlCol="0">
            <a:noAutofit/>
          </a:bodyPr>
          <a:lstStyle/>
          <a:p>
            <a:endParaRPr lang="en-US" dirty="0"/>
          </a:p>
        </p:txBody>
      </p:sp>
      <p:sp>
        <p:nvSpPr>
          <p:cNvPr id="19" name="Picture Placeholder 4">
            <a:extLst>
              <a:ext uri="{FF2B5EF4-FFF2-40B4-BE49-F238E27FC236}">
                <a16:creationId xmlns:a16="http://schemas.microsoft.com/office/drawing/2014/main" id="{5A42413A-6315-4475-9B8F-278AA54AEB47}"/>
              </a:ext>
              <a:ext uri="{C183D7F6-B498-43B3-948B-1728B52AA6E4}">
                <adec:decorative xmlns:adec="http://schemas.microsoft.com/office/drawing/2017/decorative" val="1"/>
              </a:ext>
            </a:extLst>
          </p:cNvPr>
          <p:cNvSpPr>
            <a:spLocks noGrp="1"/>
          </p:cNvSpPr>
          <p:nvPr/>
        </p:nvSpPr>
        <p:spPr>
          <a:xfrm>
            <a:off x="562929" y="815765"/>
            <a:ext cx="4713288" cy="5241925"/>
          </a:xfrm>
          <a:prstGeom prst="rect">
            <a:avLst/>
          </a:prstGeom>
        </p:spPr>
        <p:txBody>
          <a:bodyPr vert="horz" lIns="91440" tIns="45720" rIns="91440" bIns="45720" rtlCol="0">
            <a:noAutofit/>
          </a:bodyPr>
          <a:lstStyle/>
          <a:p>
            <a:endParaRPr lang="en-US" dirty="0"/>
          </a:p>
        </p:txBody>
      </p:sp>
      <p:pic>
        <p:nvPicPr>
          <p:cNvPr id="5" name="Picture 4" descr="A cover of Guide to Networking Essentials, 9e">
            <a:extLst>
              <a:ext uri="{FF2B5EF4-FFF2-40B4-BE49-F238E27FC236}">
                <a16:creationId xmlns:a16="http://schemas.microsoft.com/office/drawing/2014/main" id="{14A4B234-6961-5AE7-6A6A-7028916533B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52756" y="833171"/>
            <a:ext cx="3873356" cy="4960345"/>
          </a:xfrm>
          <a:prstGeom prst="rect">
            <a:avLst/>
          </a:prstGeom>
        </p:spPr>
      </p:pic>
    </p:spTree>
    <p:custDataLst>
      <p:tags r:id="rId1"/>
    </p:custDataLst>
    <p:extLst>
      <p:ext uri="{BB962C8B-B14F-4D97-AF65-F5344CB8AC3E}">
        <p14:creationId xmlns:p14="http://schemas.microsoft.com/office/powerpoint/2010/main" val="229328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22ADF6-643B-423B-BFFA-CEBACE66A152}"/>
              </a:ext>
            </a:extLst>
          </p:cNvPr>
          <p:cNvSpPr>
            <a:spLocks noGrp="1"/>
          </p:cNvSpPr>
          <p:nvPr>
            <p:ph type="title"/>
          </p:nvPr>
        </p:nvSpPr>
        <p:spPr/>
        <p:txBody>
          <a:bodyPr/>
          <a:lstStyle/>
          <a:p>
            <a:r>
              <a:rPr lang="en-US" dirty="0"/>
              <a:t>Chapter Objectives</a:t>
            </a:r>
          </a:p>
        </p:txBody>
      </p:sp>
      <p:sp>
        <p:nvSpPr>
          <p:cNvPr id="3" name="Content Placeholder 2">
            <a:extLst>
              <a:ext uri="{FF2B5EF4-FFF2-40B4-BE49-F238E27FC236}">
                <a16:creationId xmlns:a16="http://schemas.microsoft.com/office/drawing/2014/main" id="{5654B1CF-B9D3-4962-AD19-D9C1AB18881D}"/>
              </a:ext>
            </a:extLst>
          </p:cNvPr>
          <p:cNvSpPr>
            <a:spLocks noGrp="1"/>
          </p:cNvSpPr>
          <p:nvPr>
            <p:ph idx="1"/>
          </p:nvPr>
        </p:nvSpPr>
        <p:spPr>
          <a:xfrm>
            <a:off x="476843" y="1347792"/>
            <a:ext cx="11241915" cy="4351338"/>
          </a:xfrm>
        </p:spPr>
        <p:txBody>
          <a:bodyPr/>
          <a:lstStyle/>
          <a:p>
            <a:pPr marL="0" indent="0">
              <a:buNone/>
            </a:pPr>
            <a:r>
              <a:rPr lang="en-US" dirty="0"/>
              <a:t>By the end of this chapter, you </a:t>
            </a:r>
            <a:r>
              <a:rPr lang="en-US" b="1" dirty="0"/>
              <a:t>should be able </a:t>
            </a:r>
            <a:r>
              <a:rPr lang="en-US" dirty="0"/>
              <a:t>to:</a:t>
            </a:r>
          </a:p>
          <a:p>
            <a:pPr marL="457200" indent="-457200">
              <a:buFont typeface="+mj-lt"/>
              <a:buAutoNum type="arabicPeriod"/>
            </a:pPr>
            <a:r>
              <a:rPr lang="en-US" altLang="zh-CN" dirty="0"/>
              <a:t>Describe </a:t>
            </a:r>
            <a:r>
              <a:rPr lang="en-US" altLang="zh-CN" b="1" dirty="0"/>
              <a:t>the fundamentals of WAN </a:t>
            </a:r>
            <a:r>
              <a:rPr lang="en-US" altLang="zh-CN" dirty="0"/>
              <a:t>operation and devices</a:t>
            </a:r>
          </a:p>
          <a:p>
            <a:pPr marL="457200" indent="-457200">
              <a:buFont typeface="+mj-lt"/>
              <a:buAutoNum type="arabicPeriod"/>
            </a:pPr>
            <a:r>
              <a:rPr lang="en-US" altLang="zh-CN" dirty="0"/>
              <a:t>Discuss the </a:t>
            </a:r>
            <a:r>
              <a:rPr lang="en-US" altLang="zh-CN" b="1" dirty="0"/>
              <a:t>methods used to connect </a:t>
            </a:r>
            <a:r>
              <a:rPr lang="en-US" altLang="zh-CN" dirty="0"/>
              <a:t>to WANs</a:t>
            </a:r>
          </a:p>
          <a:p>
            <a:pPr marL="457200" indent="-457200">
              <a:buFont typeface="+mj-lt"/>
              <a:buAutoNum type="arabicPeriod"/>
            </a:pPr>
            <a:r>
              <a:rPr lang="en-US" altLang="zh-CN" dirty="0"/>
              <a:t>Configure and describe </a:t>
            </a:r>
            <a:r>
              <a:rPr lang="en-US" altLang="zh-CN" b="1" dirty="0"/>
              <a:t>remote access protocols</a:t>
            </a:r>
          </a:p>
          <a:p>
            <a:pPr marL="457200" indent="-457200">
              <a:buFont typeface="+mj-lt"/>
              <a:buAutoNum type="arabicPeriod"/>
            </a:pPr>
            <a:r>
              <a:rPr lang="en-US" altLang="zh-CN" dirty="0"/>
              <a:t>Describe the </a:t>
            </a:r>
            <a:r>
              <a:rPr lang="en-US" altLang="zh-CN" b="1" dirty="0"/>
              <a:t>three cloud computing models</a:t>
            </a:r>
          </a:p>
        </p:txBody>
      </p:sp>
    </p:spTree>
    <p:extLst>
      <p:ext uri="{BB962C8B-B14F-4D97-AF65-F5344CB8AC3E}">
        <p14:creationId xmlns:p14="http://schemas.microsoft.com/office/powerpoint/2010/main" val="372489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06A94C-BD07-E94E-1CFB-01E9A9D182EE}"/>
              </a:ext>
            </a:extLst>
          </p:cNvPr>
          <p:cNvSpPr>
            <a:spLocks noGrp="1"/>
          </p:cNvSpPr>
          <p:nvPr>
            <p:ph type="title"/>
          </p:nvPr>
        </p:nvSpPr>
        <p:spPr/>
        <p:txBody>
          <a:bodyPr/>
          <a:lstStyle/>
          <a:p>
            <a:r>
              <a:rPr lang="en-US" dirty="0"/>
              <a:t>Wide Area Network Fundamentals (1 of 2)</a:t>
            </a:r>
          </a:p>
        </p:txBody>
      </p:sp>
      <p:sp>
        <p:nvSpPr>
          <p:cNvPr id="3" name="Content Placeholder 2">
            <a:extLst>
              <a:ext uri="{FF2B5EF4-FFF2-40B4-BE49-F238E27FC236}">
                <a16:creationId xmlns:a16="http://schemas.microsoft.com/office/drawing/2014/main" id="{41B42042-4C2A-38CC-9625-7D429ED80A76}"/>
              </a:ext>
            </a:extLst>
          </p:cNvPr>
          <p:cNvSpPr>
            <a:spLocks noGrp="1"/>
          </p:cNvSpPr>
          <p:nvPr>
            <p:ph idx="1"/>
          </p:nvPr>
        </p:nvSpPr>
        <p:spPr>
          <a:xfrm>
            <a:off x="476843" y="1459865"/>
            <a:ext cx="11241915" cy="4351338"/>
          </a:xfrm>
        </p:spPr>
        <p:txBody>
          <a:bodyPr/>
          <a:lstStyle/>
          <a:p>
            <a:pPr marL="0" indent="0">
              <a:buNone/>
            </a:pPr>
            <a:r>
              <a:rPr lang="en-US" b="1" dirty="0"/>
              <a:t>Internetworks and WANs </a:t>
            </a:r>
            <a:r>
              <a:rPr lang="en-US" dirty="0"/>
              <a:t>can be described as two or more LANs connected together</a:t>
            </a:r>
          </a:p>
          <a:p>
            <a:pPr lvl="1"/>
            <a:r>
              <a:rPr lang="en-US" sz="2200" dirty="0"/>
              <a:t>The main difference between internetworks and WANs is the distance between the LANs being connected</a:t>
            </a:r>
          </a:p>
          <a:p>
            <a:pPr marL="0" indent="0">
              <a:buNone/>
            </a:pPr>
            <a:r>
              <a:rPr lang="en-US" dirty="0"/>
              <a:t>They also </a:t>
            </a:r>
            <a:r>
              <a:rPr lang="en-US" b="1" dirty="0"/>
              <a:t>differ in two other areas</a:t>
            </a:r>
            <a:r>
              <a:rPr lang="en-US" dirty="0"/>
              <a:t>:</a:t>
            </a:r>
          </a:p>
          <a:p>
            <a:pPr lvl="1"/>
            <a:r>
              <a:rPr lang="en-US" sz="2200" dirty="0"/>
              <a:t>WANs use the services of carriers or service providers (phone companies and ISPs) for network connections</a:t>
            </a:r>
          </a:p>
          <a:p>
            <a:pPr lvl="1"/>
            <a:r>
              <a:rPr lang="en-US" sz="2200" dirty="0"/>
              <a:t>WANs use serial communication that can span miles compared to LAN technologies that span distances measured in hundreds of meters</a:t>
            </a:r>
          </a:p>
          <a:p>
            <a:endParaRPr lang="en-US" dirty="0"/>
          </a:p>
        </p:txBody>
      </p:sp>
    </p:spTree>
    <p:extLst>
      <p:ext uri="{BB962C8B-B14F-4D97-AF65-F5344CB8AC3E}">
        <p14:creationId xmlns:p14="http://schemas.microsoft.com/office/powerpoint/2010/main" val="31445855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5928A-C07D-49A3-93FF-EE908E021467}"/>
              </a:ext>
            </a:extLst>
          </p:cNvPr>
          <p:cNvSpPr>
            <a:spLocks noGrp="1"/>
          </p:cNvSpPr>
          <p:nvPr>
            <p:ph type="title"/>
          </p:nvPr>
        </p:nvSpPr>
        <p:spPr/>
        <p:txBody>
          <a:bodyPr/>
          <a:lstStyle/>
          <a:p>
            <a:r>
              <a:rPr lang="en-US" dirty="0"/>
              <a:t>Wide Area Network Fundamentals (2 of 2)</a:t>
            </a:r>
          </a:p>
        </p:txBody>
      </p:sp>
      <p:sp>
        <p:nvSpPr>
          <p:cNvPr id="5" name="TextBox 4">
            <a:extLst>
              <a:ext uri="{FF2B5EF4-FFF2-40B4-BE49-F238E27FC236}">
                <a16:creationId xmlns:a16="http://schemas.microsoft.com/office/drawing/2014/main" id="{7CB0BE92-E73F-42E9-B249-3B271B6E8AA4}"/>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10-1  </a:t>
            </a:r>
            <a:r>
              <a:rPr lang="en-US" sz="2400" dirty="0">
                <a:latin typeface="Work Sans" pitchFamily="2" charset="0"/>
              </a:rPr>
              <a:t>WAN technologies operate at the lower layers</a:t>
            </a:r>
          </a:p>
        </p:txBody>
      </p:sp>
      <p:pic>
        <p:nvPicPr>
          <p:cNvPr id="4" name="Picture 3" descr="WAN technologies operate at the lower layers of the O S I and T C P / I P models. It operates at the data link and physical layers of the O S I model and it operates in the network access layer in the T C P / I P model.&#10;">
            <a:extLst>
              <a:ext uri="{FF2B5EF4-FFF2-40B4-BE49-F238E27FC236}">
                <a16:creationId xmlns:a16="http://schemas.microsoft.com/office/drawing/2014/main" id="{CF5EB013-2986-3BB0-D89F-6D83307324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77341" y="1220436"/>
            <a:ext cx="5378982" cy="4035749"/>
          </a:xfrm>
          <a:prstGeom prst="rect">
            <a:avLst/>
          </a:prstGeom>
        </p:spPr>
      </p:pic>
    </p:spTree>
    <p:extLst>
      <p:ext uri="{BB962C8B-B14F-4D97-AF65-F5344CB8AC3E}">
        <p14:creationId xmlns:p14="http://schemas.microsoft.com/office/powerpoint/2010/main" val="1204174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D8D6C-DF62-42B4-ED2A-4C743ADA4EF5}"/>
              </a:ext>
            </a:extLst>
          </p:cNvPr>
          <p:cNvSpPr>
            <a:spLocks noGrp="1"/>
          </p:cNvSpPr>
          <p:nvPr>
            <p:ph type="title"/>
          </p:nvPr>
        </p:nvSpPr>
        <p:spPr/>
        <p:txBody>
          <a:bodyPr/>
          <a:lstStyle/>
          <a:p>
            <a:r>
              <a:rPr lang="en-US" dirty="0"/>
              <a:t>WAN Devices (1 of 5)</a:t>
            </a:r>
          </a:p>
        </p:txBody>
      </p:sp>
      <p:sp>
        <p:nvSpPr>
          <p:cNvPr id="3" name="Content Placeholder 2">
            <a:extLst>
              <a:ext uri="{FF2B5EF4-FFF2-40B4-BE49-F238E27FC236}">
                <a16:creationId xmlns:a16="http://schemas.microsoft.com/office/drawing/2014/main" id="{5C4CE6CA-9054-BAE0-8CBA-947B4288153E}"/>
              </a:ext>
            </a:extLst>
          </p:cNvPr>
          <p:cNvSpPr>
            <a:spLocks noGrp="1"/>
          </p:cNvSpPr>
          <p:nvPr>
            <p:ph idx="1"/>
          </p:nvPr>
        </p:nvSpPr>
        <p:spPr>
          <a:xfrm>
            <a:off x="476843" y="1505585"/>
            <a:ext cx="11241915" cy="4351338"/>
          </a:xfrm>
        </p:spPr>
        <p:txBody>
          <a:bodyPr/>
          <a:lstStyle/>
          <a:p>
            <a:pPr marL="0" indent="0">
              <a:buNone/>
            </a:pPr>
            <a:r>
              <a:rPr lang="en-US" b="1" dirty="0"/>
              <a:t>WANs</a:t>
            </a:r>
            <a:r>
              <a:rPr lang="en-US" dirty="0"/>
              <a:t> operate at the Data Link and Physical layers (Layers 2 and 1) of the OSI model</a:t>
            </a:r>
          </a:p>
          <a:p>
            <a:pPr marL="0" indent="0">
              <a:buNone/>
            </a:pPr>
            <a:r>
              <a:rPr lang="en-US" dirty="0"/>
              <a:t>The following are types of devices likely to be used in WANs for media access, signal transmission, and reception and to connect a WAN to a LAN:</a:t>
            </a:r>
          </a:p>
          <a:p>
            <a:pPr lvl="1"/>
            <a:r>
              <a:rPr lang="en-US" sz="2200" dirty="0"/>
              <a:t>Modems</a:t>
            </a:r>
          </a:p>
          <a:p>
            <a:pPr lvl="1"/>
            <a:r>
              <a:rPr lang="en-US" sz="2200" dirty="0"/>
              <a:t>Channel service units/data service units</a:t>
            </a:r>
          </a:p>
          <a:p>
            <a:pPr lvl="1"/>
            <a:r>
              <a:rPr lang="en-US" sz="2200" dirty="0"/>
              <a:t>Routers</a:t>
            </a:r>
          </a:p>
          <a:p>
            <a:endParaRPr lang="en-US" dirty="0"/>
          </a:p>
        </p:txBody>
      </p:sp>
    </p:spTree>
    <p:extLst>
      <p:ext uri="{BB962C8B-B14F-4D97-AF65-F5344CB8AC3E}">
        <p14:creationId xmlns:p14="http://schemas.microsoft.com/office/powerpoint/2010/main" val="182870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E03A7-86E7-078F-A234-A19B44497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3B5AD1-CA31-7CED-163F-205B3B95AD8C}"/>
              </a:ext>
            </a:extLst>
          </p:cNvPr>
          <p:cNvSpPr>
            <a:spLocks noGrp="1"/>
          </p:cNvSpPr>
          <p:nvPr>
            <p:ph type="title"/>
          </p:nvPr>
        </p:nvSpPr>
        <p:spPr/>
        <p:txBody>
          <a:bodyPr/>
          <a:lstStyle/>
          <a:p>
            <a:r>
              <a:rPr lang="en-US" dirty="0"/>
              <a:t>WAN Devices (2 of 5)</a:t>
            </a:r>
          </a:p>
        </p:txBody>
      </p:sp>
      <p:sp>
        <p:nvSpPr>
          <p:cNvPr id="3" name="Content Placeholder 2">
            <a:extLst>
              <a:ext uri="{FF2B5EF4-FFF2-40B4-BE49-F238E27FC236}">
                <a16:creationId xmlns:a16="http://schemas.microsoft.com/office/drawing/2014/main" id="{794281B3-6ED5-8CCE-B44C-16B686643022}"/>
              </a:ext>
            </a:extLst>
          </p:cNvPr>
          <p:cNvSpPr>
            <a:spLocks noGrp="1"/>
          </p:cNvSpPr>
          <p:nvPr>
            <p:ph idx="1"/>
          </p:nvPr>
        </p:nvSpPr>
        <p:spPr>
          <a:xfrm>
            <a:off x="476843" y="1414145"/>
            <a:ext cx="11241915" cy="4351338"/>
          </a:xfrm>
        </p:spPr>
        <p:txBody>
          <a:bodyPr/>
          <a:lstStyle/>
          <a:p>
            <a:pPr marL="0" indent="0">
              <a:buNone/>
            </a:pPr>
            <a:r>
              <a:rPr lang="en-US" dirty="0"/>
              <a:t>A </a:t>
            </a:r>
            <a:r>
              <a:rPr lang="en-US" b="1" dirty="0"/>
              <a:t>modem</a:t>
            </a:r>
            <a:r>
              <a:rPr lang="en-US" dirty="0"/>
              <a:t> is a device that allows a computer (which works with digital signals) to communicate over lines that use analog signals</a:t>
            </a:r>
          </a:p>
          <a:p>
            <a:pPr lvl="1"/>
            <a:r>
              <a:rPr lang="en-US" sz="2200" dirty="0"/>
              <a:t>A </a:t>
            </a:r>
            <a:r>
              <a:rPr lang="en-US" sz="2200" b="1" dirty="0"/>
              <a:t>digital signal </a:t>
            </a:r>
            <a:r>
              <a:rPr lang="en-US" sz="2200" dirty="0"/>
              <a:t>is a series of binary 1s and 0s represented by some type of signal that has two possible states (0v or 5v)</a:t>
            </a:r>
          </a:p>
          <a:p>
            <a:pPr lvl="1"/>
            <a:r>
              <a:rPr lang="en-US" sz="2200" dirty="0"/>
              <a:t>An </a:t>
            </a:r>
            <a:r>
              <a:rPr lang="en-US" sz="2200" b="1" dirty="0"/>
              <a:t>analog signal </a:t>
            </a:r>
            <a:r>
              <a:rPr lang="en-US" sz="2200" dirty="0"/>
              <a:t>varies over time continually and smoothly (transitions from 0v to 5v)</a:t>
            </a:r>
          </a:p>
          <a:p>
            <a:pPr marL="0" indent="0">
              <a:buNone/>
            </a:pPr>
            <a:r>
              <a:rPr lang="en-US" dirty="0"/>
              <a:t>Modems used in WAN communications are closely associated with dial-up communication over the public switched telephone network (PSTN)</a:t>
            </a:r>
          </a:p>
          <a:p>
            <a:pPr marL="0" indent="0">
              <a:buNone/>
            </a:pPr>
            <a:r>
              <a:rPr lang="en-US" b="1" dirty="0"/>
              <a:t>Broadband networks </a:t>
            </a:r>
            <a:r>
              <a:rPr lang="en-US" dirty="0"/>
              <a:t>have mostly supplanted dial-up Internet access</a:t>
            </a:r>
          </a:p>
          <a:p>
            <a:endParaRPr lang="en-US" dirty="0"/>
          </a:p>
        </p:txBody>
      </p:sp>
    </p:spTree>
    <p:extLst>
      <p:ext uri="{BB962C8B-B14F-4D97-AF65-F5344CB8AC3E}">
        <p14:creationId xmlns:p14="http://schemas.microsoft.com/office/powerpoint/2010/main" val="3630687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71BB0-E40C-8AFA-4BE5-DCAB5455A6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1AFE2-5183-E39C-6A38-66F3A0B9FCAE}"/>
              </a:ext>
            </a:extLst>
          </p:cNvPr>
          <p:cNvSpPr>
            <a:spLocks noGrp="1"/>
          </p:cNvSpPr>
          <p:nvPr>
            <p:ph type="title"/>
          </p:nvPr>
        </p:nvSpPr>
        <p:spPr/>
        <p:txBody>
          <a:bodyPr/>
          <a:lstStyle/>
          <a:p>
            <a:r>
              <a:rPr lang="en-US" dirty="0"/>
              <a:t>WAN Devices (3 of 5)</a:t>
            </a:r>
          </a:p>
        </p:txBody>
      </p:sp>
      <p:sp>
        <p:nvSpPr>
          <p:cNvPr id="5" name="TextBox 4">
            <a:extLst>
              <a:ext uri="{FF2B5EF4-FFF2-40B4-BE49-F238E27FC236}">
                <a16:creationId xmlns:a16="http://schemas.microsoft.com/office/drawing/2014/main" id="{67F29E93-1DBB-F25F-2A14-40F514F0EA90}"/>
              </a:ext>
            </a:extLst>
          </p:cNvPr>
          <p:cNvSpPr txBox="1"/>
          <p:nvPr/>
        </p:nvSpPr>
        <p:spPr>
          <a:xfrm>
            <a:off x="7315200" y="1720840"/>
            <a:ext cx="4294598" cy="3416320"/>
          </a:xfrm>
          <a:prstGeom prst="rect">
            <a:avLst/>
          </a:prstGeom>
          <a:noFill/>
        </p:spPr>
        <p:txBody>
          <a:bodyPr wrap="square" rtlCol="0">
            <a:spAutoFit/>
          </a:bodyPr>
          <a:lstStyle/>
          <a:p>
            <a:r>
              <a:rPr lang="en-US" sz="2400" b="1" dirty="0">
                <a:latin typeface="Work Sans" pitchFamily="2" charset="0"/>
              </a:rPr>
              <a:t>Figure 10-2  </a:t>
            </a:r>
            <a:r>
              <a:rPr lang="en-US" sz="2400" dirty="0">
                <a:latin typeface="Work Sans" pitchFamily="2" charset="0"/>
              </a:rPr>
              <a:t>A digital signal represented as a square wave</a:t>
            </a:r>
          </a:p>
          <a:p>
            <a:endParaRPr lang="en-US" altLang="zh-CN" sz="2400" dirty="0">
              <a:latin typeface="Work Sans" pitchFamily="2" charset="0"/>
              <a:cs typeface="Arial" panose="020B0604020202020204" pitchFamily="34" charset="0"/>
            </a:endParaRPr>
          </a:p>
          <a:p>
            <a:endParaRPr lang="en-US" altLang="zh-CN" sz="2400" dirty="0">
              <a:latin typeface="Work Sans" pitchFamily="2" charset="0"/>
              <a:cs typeface="Arial" panose="020B0604020202020204" pitchFamily="34" charset="0"/>
            </a:endParaRPr>
          </a:p>
          <a:p>
            <a:endParaRPr lang="en-US" altLang="zh-CN" sz="2400" dirty="0">
              <a:latin typeface="Work Sans" pitchFamily="2" charset="0"/>
              <a:cs typeface="Arial" panose="020B0604020202020204" pitchFamily="34" charset="0"/>
            </a:endParaRPr>
          </a:p>
          <a:p>
            <a:r>
              <a:rPr lang="en-US" altLang="zh-CN" sz="2400" b="1" dirty="0">
                <a:latin typeface="Work Sans" pitchFamily="2" charset="0"/>
                <a:cs typeface="Arial" panose="020B0604020202020204" pitchFamily="34" charset="0"/>
              </a:rPr>
              <a:t>Figure 10-3 </a:t>
            </a:r>
            <a:r>
              <a:rPr lang="en-US" altLang="zh-CN" sz="2400" dirty="0">
                <a:latin typeface="Work Sans" pitchFamily="2" charset="0"/>
                <a:cs typeface="Arial" panose="020B0604020202020204" pitchFamily="34" charset="0"/>
              </a:rPr>
              <a:t>An analog signal varies continually </a:t>
            </a:r>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digital signal is represented in the form of a square wave that alternates between the bits 1 and 0. For the bit 1, the wave rises to 5 volts and for the bit 0, the wave falls to 0 volts.&#10;">
            <a:extLst>
              <a:ext uri="{FF2B5EF4-FFF2-40B4-BE49-F238E27FC236}">
                <a16:creationId xmlns:a16="http://schemas.microsoft.com/office/drawing/2014/main" id="{0392A855-D0C7-4944-2762-D869CE50D6A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97703" y="1268794"/>
            <a:ext cx="3606765" cy="2160206"/>
          </a:xfrm>
          <a:prstGeom prst="rect">
            <a:avLst/>
          </a:prstGeom>
        </p:spPr>
      </p:pic>
      <p:pic>
        <p:nvPicPr>
          <p:cNvPr id="7" name="Picture 6" descr="An analog signal that rises and fall alternatively between 5 volts to 0 volts.&#10;">
            <a:extLst>
              <a:ext uri="{FF2B5EF4-FFF2-40B4-BE49-F238E27FC236}">
                <a16:creationId xmlns:a16="http://schemas.microsoft.com/office/drawing/2014/main" id="{4E6C4043-3719-8D17-499F-12830C0AE68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18056" y="3848405"/>
            <a:ext cx="3819804" cy="1854735"/>
          </a:xfrm>
          <a:prstGeom prst="rect">
            <a:avLst/>
          </a:prstGeom>
        </p:spPr>
      </p:pic>
    </p:spTree>
    <p:extLst>
      <p:ext uri="{BB962C8B-B14F-4D97-AF65-F5344CB8AC3E}">
        <p14:creationId xmlns:p14="http://schemas.microsoft.com/office/powerpoint/2010/main" val="26500133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693BA-3CA2-E6F4-58A8-513DE406C247}"/>
              </a:ext>
            </a:extLst>
          </p:cNvPr>
          <p:cNvSpPr>
            <a:spLocks noGrp="1"/>
          </p:cNvSpPr>
          <p:nvPr>
            <p:ph type="title"/>
          </p:nvPr>
        </p:nvSpPr>
        <p:spPr/>
        <p:txBody>
          <a:bodyPr/>
          <a:lstStyle/>
          <a:p>
            <a:r>
              <a:rPr lang="en-US" dirty="0"/>
              <a:t>WAN Devices (4 of 5)</a:t>
            </a:r>
          </a:p>
        </p:txBody>
      </p:sp>
      <p:sp>
        <p:nvSpPr>
          <p:cNvPr id="3" name="Content Placeholder 2">
            <a:extLst>
              <a:ext uri="{FF2B5EF4-FFF2-40B4-BE49-F238E27FC236}">
                <a16:creationId xmlns:a16="http://schemas.microsoft.com/office/drawing/2014/main" id="{585F03CE-9438-7AB9-C6C9-8178768036B3}"/>
              </a:ext>
            </a:extLst>
          </p:cNvPr>
          <p:cNvSpPr>
            <a:spLocks noGrp="1"/>
          </p:cNvSpPr>
          <p:nvPr>
            <p:ph idx="1"/>
          </p:nvPr>
        </p:nvSpPr>
        <p:spPr>
          <a:xfrm>
            <a:off x="475042" y="1494155"/>
            <a:ext cx="11241915" cy="4351338"/>
          </a:xfrm>
        </p:spPr>
        <p:txBody>
          <a:bodyPr/>
          <a:lstStyle/>
          <a:p>
            <a:r>
              <a:rPr lang="en-US" dirty="0"/>
              <a:t>A </a:t>
            </a:r>
            <a:r>
              <a:rPr lang="en-US" b="1" dirty="0"/>
              <a:t>channel service unit/data service unit </a:t>
            </a:r>
            <a:r>
              <a:rPr lang="en-US" dirty="0"/>
              <a:t>(</a:t>
            </a:r>
            <a:r>
              <a:rPr lang="en-US" b="1" dirty="0"/>
              <a:t>CSU/DSU</a:t>
            </a:r>
            <a:r>
              <a:rPr lang="en-US" dirty="0"/>
              <a:t>) creates a digital connection between a LAN device (router) and the WAN link</a:t>
            </a:r>
          </a:p>
          <a:p>
            <a:pPr lvl="1"/>
            <a:r>
              <a:rPr lang="en-US" sz="2200" dirty="0"/>
              <a:t>The WAN link is usually a T-carrier technology, such as a T1 or T3</a:t>
            </a:r>
          </a:p>
          <a:p>
            <a:pPr lvl="1"/>
            <a:r>
              <a:rPr lang="en-US" sz="2200" dirty="0"/>
              <a:t>A CSU/DSU performs similar to a modem, except all signals are digital</a:t>
            </a:r>
          </a:p>
          <a:p>
            <a:r>
              <a:rPr lang="en-US" dirty="0"/>
              <a:t>A </a:t>
            </a:r>
            <a:r>
              <a:rPr lang="en-US" b="1" dirty="0"/>
              <a:t>router</a:t>
            </a:r>
            <a:r>
              <a:rPr lang="en-US" dirty="0"/>
              <a:t> is responsible for getting packets from one network to another</a:t>
            </a:r>
          </a:p>
          <a:p>
            <a:pPr lvl="1"/>
            <a:r>
              <a:rPr lang="en-US" sz="2200" dirty="0"/>
              <a:t>In a WAN, it is usually the device connecting a LAN to the WAN service provider via a modem or CSU/DSU</a:t>
            </a:r>
          </a:p>
          <a:p>
            <a:endParaRPr lang="en-US" dirty="0"/>
          </a:p>
        </p:txBody>
      </p:sp>
    </p:spTree>
    <p:extLst>
      <p:ext uri="{BB962C8B-B14F-4D97-AF65-F5344CB8AC3E}">
        <p14:creationId xmlns:p14="http://schemas.microsoft.com/office/powerpoint/2010/main" val="277691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B6F07-5C7E-3157-49BD-3A5A47D37C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F138B-1456-986C-C80B-DF3E20601157}"/>
              </a:ext>
            </a:extLst>
          </p:cNvPr>
          <p:cNvSpPr>
            <a:spLocks noGrp="1"/>
          </p:cNvSpPr>
          <p:nvPr>
            <p:ph type="title"/>
          </p:nvPr>
        </p:nvSpPr>
        <p:spPr/>
        <p:txBody>
          <a:bodyPr/>
          <a:lstStyle/>
          <a:p>
            <a:r>
              <a:rPr lang="en-US" dirty="0"/>
              <a:t>WAN Devices (5 of 5)</a:t>
            </a:r>
          </a:p>
        </p:txBody>
      </p:sp>
      <p:sp>
        <p:nvSpPr>
          <p:cNvPr id="5" name="TextBox 4">
            <a:extLst>
              <a:ext uri="{FF2B5EF4-FFF2-40B4-BE49-F238E27FC236}">
                <a16:creationId xmlns:a16="http://schemas.microsoft.com/office/drawing/2014/main" id="{2D9544EB-8182-5875-E8A4-D7CF3DEBB0B9}"/>
              </a:ext>
            </a:extLst>
          </p:cNvPr>
          <p:cNvSpPr txBox="1"/>
          <p:nvPr/>
        </p:nvSpPr>
        <p:spPr>
          <a:xfrm>
            <a:off x="7315200" y="2790099"/>
            <a:ext cx="4294598" cy="1200329"/>
          </a:xfrm>
          <a:prstGeom prst="rect">
            <a:avLst/>
          </a:prstGeom>
          <a:noFill/>
        </p:spPr>
        <p:txBody>
          <a:bodyPr wrap="square" rtlCol="0">
            <a:spAutoFit/>
          </a:bodyPr>
          <a:lstStyle/>
          <a:p>
            <a:r>
              <a:rPr lang="en-US" sz="2400" b="1" dirty="0">
                <a:latin typeface="Work Sans" pitchFamily="2" charset="0"/>
              </a:rPr>
              <a:t>Figure 10-4  </a:t>
            </a:r>
            <a:r>
              <a:rPr lang="en-US" sz="2400" dirty="0">
                <a:latin typeface="Work Sans" pitchFamily="2" charset="0"/>
              </a:rPr>
              <a:t>A typical LAN-to-WAN connection</a:t>
            </a:r>
            <a:endParaRPr lang="en-US" altLang="zh-CN" sz="2400" dirty="0">
              <a:latin typeface="+mn-lt"/>
              <a:cs typeface="Arial" panose="020B0604020202020204" pitchFamily="34" charset="0"/>
            </a:endParaRPr>
          </a:p>
          <a:p>
            <a:endParaRPr lang="en-US" sz="2400" dirty="0">
              <a:latin typeface="Work Sans" pitchFamily="2" charset="0"/>
            </a:endParaRPr>
          </a:p>
        </p:txBody>
      </p:sp>
      <p:pic>
        <p:nvPicPr>
          <p:cNvPr id="4" name="Picture 3" descr="A LAN to WAN connection is shown in a network diagram. A LAN is connected to a switch. The switch is connected to a router. The router is connected to a C S U / D S U or model. The modem is connected by T 1, cable, or P S T N to a WAN provider.&#10;">
            <a:extLst>
              <a:ext uri="{FF2B5EF4-FFF2-40B4-BE49-F238E27FC236}">
                <a16:creationId xmlns:a16="http://schemas.microsoft.com/office/drawing/2014/main" id="{72A68CC8-F05E-C3B9-A70C-D78A5C71497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360170" y="1377099"/>
            <a:ext cx="5107565" cy="3759695"/>
          </a:xfrm>
          <a:prstGeom prst="rect">
            <a:avLst/>
          </a:prstGeom>
        </p:spPr>
      </p:pic>
    </p:spTree>
    <p:extLst>
      <p:ext uri="{BB962C8B-B14F-4D97-AF65-F5344CB8AC3E}">
        <p14:creationId xmlns:p14="http://schemas.microsoft.com/office/powerpoint/2010/main" val="4093059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7A0C2-4E5A-5824-2DA0-984C72E4FF9B}"/>
              </a:ext>
            </a:extLst>
          </p:cNvPr>
          <p:cNvSpPr>
            <a:spLocks noGrp="1"/>
          </p:cNvSpPr>
          <p:nvPr>
            <p:ph type="title"/>
          </p:nvPr>
        </p:nvSpPr>
        <p:spPr/>
        <p:txBody>
          <a:bodyPr/>
          <a:lstStyle/>
          <a:p>
            <a:r>
              <a:rPr lang="en-US" dirty="0"/>
              <a:t>WAN Connection Methods</a:t>
            </a:r>
          </a:p>
        </p:txBody>
      </p:sp>
      <p:sp>
        <p:nvSpPr>
          <p:cNvPr id="3" name="Content Placeholder 2">
            <a:extLst>
              <a:ext uri="{FF2B5EF4-FFF2-40B4-BE49-F238E27FC236}">
                <a16:creationId xmlns:a16="http://schemas.microsoft.com/office/drawing/2014/main" id="{45D6C519-F49B-0D82-92CD-0C6972064C67}"/>
              </a:ext>
            </a:extLst>
          </p:cNvPr>
          <p:cNvSpPr>
            <a:spLocks noGrp="1"/>
          </p:cNvSpPr>
          <p:nvPr>
            <p:ph idx="1"/>
          </p:nvPr>
        </p:nvSpPr>
        <p:spPr>
          <a:xfrm>
            <a:off x="476843" y="1391285"/>
            <a:ext cx="11241915" cy="4351338"/>
          </a:xfrm>
        </p:spPr>
        <p:txBody>
          <a:bodyPr/>
          <a:lstStyle/>
          <a:p>
            <a:pPr marL="0" indent="0">
              <a:buNone/>
            </a:pPr>
            <a:r>
              <a:rPr lang="en-US" dirty="0"/>
              <a:t>Many </a:t>
            </a:r>
            <a:r>
              <a:rPr lang="en-US" b="1" dirty="0"/>
              <a:t>WAN</a:t>
            </a:r>
            <a:r>
              <a:rPr lang="en-US" dirty="0"/>
              <a:t> technologies are available that differ in speed, level of security and reliability, and cost</a:t>
            </a:r>
          </a:p>
          <a:p>
            <a:pPr marL="0" indent="0">
              <a:buNone/>
            </a:pPr>
            <a:r>
              <a:rPr lang="en-US" dirty="0"/>
              <a:t>The following are the four most common connection methods:</a:t>
            </a:r>
          </a:p>
          <a:p>
            <a:pPr lvl="1"/>
            <a:r>
              <a:rPr lang="en-US" sz="2200" dirty="0"/>
              <a:t>Circuit-switched</a:t>
            </a:r>
          </a:p>
          <a:p>
            <a:pPr lvl="1"/>
            <a:r>
              <a:rPr lang="en-US" sz="2200" dirty="0"/>
              <a:t>Leased line</a:t>
            </a:r>
          </a:p>
          <a:p>
            <a:pPr lvl="1"/>
            <a:r>
              <a:rPr lang="en-US" sz="2200" dirty="0"/>
              <a:t>Packet-switched</a:t>
            </a:r>
          </a:p>
          <a:p>
            <a:pPr lvl="1"/>
            <a:r>
              <a:rPr lang="en-US" sz="2200" dirty="0"/>
              <a:t>VPN over the Internet</a:t>
            </a:r>
          </a:p>
          <a:p>
            <a:pPr marL="0" indent="0">
              <a:buNone/>
            </a:pPr>
            <a:r>
              <a:rPr lang="en-US" dirty="0"/>
              <a:t>A </a:t>
            </a:r>
            <a:r>
              <a:rPr lang="en-US" b="1" dirty="0"/>
              <a:t>network administrator </a:t>
            </a:r>
            <a:r>
              <a:rPr lang="en-US" dirty="0"/>
              <a:t>must weigh each method’s cost, speed, reliability, level of security, and available underlying technologies</a:t>
            </a:r>
          </a:p>
          <a:p>
            <a:endParaRPr lang="en-US" dirty="0"/>
          </a:p>
        </p:txBody>
      </p:sp>
    </p:spTree>
    <p:extLst>
      <p:ext uri="{BB962C8B-B14F-4D97-AF65-F5344CB8AC3E}">
        <p14:creationId xmlns:p14="http://schemas.microsoft.com/office/powerpoint/2010/main" val="3219613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F838F-D542-DDCB-6D2E-6EC43828AD66}"/>
              </a:ext>
            </a:extLst>
          </p:cNvPr>
          <p:cNvSpPr>
            <a:spLocks noGrp="1"/>
          </p:cNvSpPr>
          <p:nvPr>
            <p:ph type="title"/>
          </p:nvPr>
        </p:nvSpPr>
        <p:spPr/>
        <p:txBody>
          <a:bodyPr/>
          <a:lstStyle/>
          <a:p>
            <a:r>
              <a:rPr lang="en-US" dirty="0"/>
              <a:t>Circuit-Switched WANs</a:t>
            </a:r>
          </a:p>
        </p:txBody>
      </p:sp>
      <p:sp>
        <p:nvSpPr>
          <p:cNvPr id="3" name="Content Placeholder 2">
            <a:extLst>
              <a:ext uri="{FF2B5EF4-FFF2-40B4-BE49-F238E27FC236}">
                <a16:creationId xmlns:a16="http://schemas.microsoft.com/office/drawing/2014/main" id="{93B14F23-5BBE-B29D-42F2-A08617211DF6}"/>
              </a:ext>
            </a:extLst>
          </p:cNvPr>
          <p:cNvSpPr>
            <a:spLocks noGrp="1"/>
          </p:cNvSpPr>
          <p:nvPr>
            <p:ph idx="1"/>
          </p:nvPr>
        </p:nvSpPr>
        <p:spPr>
          <a:xfrm>
            <a:off x="476843" y="1414145"/>
            <a:ext cx="11241915" cy="4351338"/>
          </a:xfrm>
        </p:spPr>
        <p:txBody>
          <a:bodyPr/>
          <a:lstStyle/>
          <a:p>
            <a:pPr marL="0" indent="0">
              <a:buNone/>
            </a:pPr>
            <a:r>
              <a:rPr lang="en-US" dirty="0"/>
              <a:t>A </a:t>
            </a:r>
            <a:r>
              <a:rPr lang="en-US" b="1" dirty="0"/>
              <a:t>circuit-switched WAN </a:t>
            </a:r>
            <a:r>
              <a:rPr lang="en-US" dirty="0"/>
              <a:t>creates a temporary dedicated connection between sender and receiver on demand</a:t>
            </a:r>
          </a:p>
          <a:p>
            <a:pPr lvl="1"/>
            <a:r>
              <a:rPr lang="en-US" sz="2200" dirty="0"/>
              <a:t>Analog example: a phone line connection from the PSTN, also known as plain old telephone service (POTS)</a:t>
            </a:r>
          </a:p>
          <a:p>
            <a:pPr lvl="1"/>
            <a:r>
              <a:rPr lang="en-US" sz="2200" dirty="0"/>
              <a:t>Digital example: Integrated Services Digital Network (ISDN)</a:t>
            </a:r>
          </a:p>
          <a:p>
            <a:pPr marL="0" indent="0">
              <a:buNone/>
            </a:pPr>
            <a:r>
              <a:rPr lang="en-US" dirty="0"/>
              <a:t>Both were phased out in the US in 2022</a:t>
            </a:r>
          </a:p>
          <a:p>
            <a:pPr lvl="1"/>
            <a:r>
              <a:rPr lang="en-US" sz="2200" dirty="0"/>
              <a:t>ISDN is still in use in some parts of the world where faster technologies are unavailable or too expensive</a:t>
            </a:r>
          </a:p>
          <a:p>
            <a:endParaRPr lang="en-US" dirty="0"/>
          </a:p>
        </p:txBody>
      </p:sp>
    </p:spTree>
    <p:extLst>
      <p:ext uri="{BB962C8B-B14F-4D97-AF65-F5344CB8AC3E}">
        <p14:creationId xmlns:p14="http://schemas.microsoft.com/office/powerpoint/2010/main" val="845490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9A20B-4FD8-7BD2-A055-E2E928E6B28E}"/>
              </a:ext>
            </a:extLst>
          </p:cNvPr>
          <p:cNvSpPr>
            <a:spLocks noGrp="1"/>
          </p:cNvSpPr>
          <p:nvPr>
            <p:ph type="title"/>
          </p:nvPr>
        </p:nvSpPr>
        <p:spPr/>
        <p:txBody>
          <a:bodyPr/>
          <a:lstStyle/>
          <a:p>
            <a:r>
              <a:rPr lang="en-US" dirty="0"/>
              <a:t>Leased Lines (1 of 6)</a:t>
            </a:r>
          </a:p>
        </p:txBody>
      </p:sp>
      <p:sp>
        <p:nvSpPr>
          <p:cNvPr id="3" name="Content Placeholder 2">
            <a:extLst>
              <a:ext uri="{FF2B5EF4-FFF2-40B4-BE49-F238E27FC236}">
                <a16:creationId xmlns:a16="http://schemas.microsoft.com/office/drawing/2014/main" id="{F3762196-658C-99FE-4AB1-8943C0236D22}"/>
              </a:ext>
            </a:extLst>
          </p:cNvPr>
          <p:cNvSpPr>
            <a:spLocks noGrp="1"/>
          </p:cNvSpPr>
          <p:nvPr>
            <p:ph idx="1"/>
          </p:nvPr>
        </p:nvSpPr>
        <p:spPr>
          <a:xfrm>
            <a:off x="476843" y="1356995"/>
            <a:ext cx="11241915" cy="4351338"/>
          </a:xfrm>
        </p:spPr>
        <p:txBody>
          <a:bodyPr/>
          <a:lstStyle/>
          <a:p>
            <a:pPr marL="0" indent="0">
              <a:buNone/>
            </a:pPr>
            <a:r>
              <a:rPr lang="en-US" dirty="0"/>
              <a:t>A </a:t>
            </a:r>
            <a:r>
              <a:rPr lang="en-US" b="1" dirty="0"/>
              <a:t>leased line provides </a:t>
            </a:r>
            <a:r>
              <a:rPr lang="en-US" dirty="0"/>
              <a:t>a dedicated point-to-point connection from the customer’s LAN through the provider’s network and the destination network</a:t>
            </a:r>
          </a:p>
          <a:p>
            <a:pPr lvl="1"/>
            <a:r>
              <a:rPr lang="en-US" sz="2200" dirty="0"/>
              <a:t>It provides permanent, secure, and dedicated bandwidth </a:t>
            </a:r>
          </a:p>
          <a:p>
            <a:pPr marL="0" indent="0">
              <a:buNone/>
            </a:pPr>
            <a:r>
              <a:rPr lang="en-US" dirty="0"/>
              <a:t>Leased </a:t>
            </a:r>
            <a:r>
              <a:rPr lang="en-US" b="1" dirty="0"/>
              <a:t>lines are expensive </a:t>
            </a:r>
            <a:r>
              <a:rPr lang="en-US" dirty="0"/>
              <a:t>and should be considered in the following circumstances:  </a:t>
            </a:r>
          </a:p>
          <a:p>
            <a:pPr lvl="1"/>
            <a:r>
              <a:rPr lang="en-US" sz="2200" dirty="0"/>
              <a:t>When high quality, 24/7 access is needed</a:t>
            </a:r>
          </a:p>
          <a:p>
            <a:pPr lvl="1"/>
            <a:r>
              <a:rPr lang="en-US" sz="2200" dirty="0"/>
              <a:t>For mission-critical applications</a:t>
            </a:r>
          </a:p>
          <a:p>
            <a:pPr lvl="1"/>
            <a:r>
              <a:rPr lang="en-US" sz="2200" dirty="0"/>
              <a:t>When fast upstream </a:t>
            </a:r>
            <a:r>
              <a:rPr lang="en-US" sz="2200" i="1" dirty="0"/>
              <a:t>and</a:t>
            </a:r>
            <a:r>
              <a:rPr lang="en-US" sz="2200" dirty="0"/>
              <a:t> downstream communication is required</a:t>
            </a:r>
            <a:endParaRPr lang="en-US" dirty="0"/>
          </a:p>
        </p:txBody>
      </p:sp>
    </p:spTree>
    <p:extLst>
      <p:ext uri="{BB962C8B-B14F-4D97-AF65-F5344CB8AC3E}">
        <p14:creationId xmlns:p14="http://schemas.microsoft.com/office/powerpoint/2010/main" val="1008499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52D79-0CB8-3FB2-75B7-DEE445DD9E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F2E8DC-A397-0654-AD0D-DE7DE09E0577}"/>
              </a:ext>
            </a:extLst>
          </p:cNvPr>
          <p:cNvSpPr>
            <a:spLocks noGrp="1"/>
          </p:cNvSpPr>
          <p:nvPr>
            <p:ph type="title"/>
          </p:nvPr>
        </p:nvSpPr>
        <p:spPr/>
        <p:txBody>
          <a:bodyPr/>
          <a:lstStyle/>
          <a:p>
            <a:r>
              <a:rPr lang="en-US" dirty="0"/>
              <a:t>Leased Lines (2 of 6)</a:t>
            </a:r>
          </a:p>
        </p:txBody>
      </p:sp>
      <p:sp>
        <p:nvSpPr>
          <p:cNvPr id="3" name="Content Placeholder 2">
            <a:extLst>
              <a:ext uri="{FF2B5EF4-FFF2-40B4-BE49-F238E27FC236}">
                <a16:creationId xmlns:a16="http://schemas.microsoft.com/office/drawing/2014/main" id="{753158CA-E1C0-C120-8E0C-933F417A83A2}"/>
              </a:ext>
            </a:extLst>
          </p:cNvPr>
          <p:cNvSpPr>
            <a:spLocks noGrp="1"/>
          </p:cNvSpPr>
          <p:nvPr>
            <p:ph idx="1"/>
          </p:nvPr>
        </p:nvSpPr>
        <p:spPr>
          <a:xfrm>
            <a:off x="476843" y="1356995"/>
            <a:ext cx="11241915" cy="4351338"/>
          </a:xfrm>
        </p:spPr>
        <p:txBody>
          <a:bodyPr/>
          <a:lstStyle/>
          <a:p>
            <a:pPr marL="0" indent="0">
              <a:buNone/>
            </a:pPr>
            <a:r>
              <a:rPr lang="en-US" dirty="0"/>
              <a:t>Typical </a:t>
            </a:r>
            <a:r>
              <a:rPr lang="en-US" b="1" dirty="0"/>
              <a:t>T-carrier lines </a:t>
            </a:r>
            <a:r>
              <a:rPr lang="en-US" dirty="0"/>
              <a:t>are T1 and T3 that operate at 1.544 Mbps and 44Mbps, respectively</a:t>
            </a:r>
          </a:p>
          <a:p>
            <a:pPr lvl="1"/>
            <a:r>
              <a:rPr lang="en-US" sz="2200" dirty="0"/>
              <a:t>They are derived from multiple 64 Kbps channels, making a T1 connection a grouping of 24 channels and a T3 connection a grouping of 672 channels</a:t>
            </a:r>
          </a:p>
          <a:p>
            <a:pPr lvl="1"/>
            <a:r>
              <a:rPr lang="en-US" sz="2200" dirty="0"/>
              <a:t>A T-carrier line uses a signaling method called </a:t>
            </a:r>
            <a:r>
              <a:rPr lang="en-US" sz="2200" b="1" dirty="0"/>
              <a:t>time division multiplexing (TDM)</a:t>
            </a:r>
            <a:r>
              <a:rPr lang="en-US" sz="2200" dirty="0"/>
              <a:t>,</a:t>
            </a:r>
            <a:r>
              <a:rPr lang="en-US" sz="2200" b="1" dirty="0"/>
              <a:t> </a:t>
            </a:r>
            <a:r>
              <a:rPr lang="en-US" sz="2200" dirty="0"/>
              <a:t>which allocates a time slot for each channel</a:t>
            </a:r>
          </a:p>
          <a:p>
            <a:pPr lvl="1"/>
            <a:r>
              <a:rPr lang="en-US" sz="2200" dirty="0"/>
              <a:t>If a portion of a T-carrier line is used for one purpose and a different portion for another purpose, the line has been </a:t>
            </a:r>
            <a:r>
              <a:rPr lang="en-US" sz="2200" b="1" dirty="0"/>
              <a:t>fractionalized </a:t>
            </a:r>
          </a:p>
          <a:p>
            <a:pPr lvl="1"/>
            <a:r>
              <a:rPr lang="en-US" sz="2200" b="1" dirty="0"/>
              <a:t>Multiplexing</a:t>
            </a:r>
            <a:r>
              <a:rPr lang="en-US" sz="2200" dirty="0"/>
              <a:t> enables several communication streams to travel simultaneously over the same cable segment</a:t>
            </a:r>
          </a:p>
        </p:txBody>
      </p:sp>
    </p:spTree>
    <p:extLst>
      <p:ext uri="{BB962C8B-B14F-4D97-AF65-F5344CB8AC3E}">
        <p14:creationId xmlns:p14="http://schemas.microsoft.com/office/powerpoint/2010/main" val="3717948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20302-7574-607C-1CBC-0ACB53FDA2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1E8841-AF26-92EC-4BEB-9CB0830108D5}"/>
              </a:ext>
            </a:extLst>
          </p:cNvPr>
          <p:cNvSpPr>
            <a:spLocks noGrp="1"/>
          </p:cNvSpPr>
          <p:nvPr>
            <p:ph type="title"/>
          </p:nvPr>
        </p:nvSpPr>
        <p:spPr/>
        <p:txBody>
          <a:bodyPr/>
          <a:lstStyle/>
          <a:p>
            <a:r>
              <a:rPr lang="en-US" dirty="0"/>
              <a:t>Leased Lines (3 of 6)</a:t>
            </a:r>
          </a:p>
        </p:txBody>
      </p:sp>
      <p:sp>
        <p:nvSpPr>
          <p:cNvPr id="5" name="TextBox 4">
            <a:extLst>
              <a:ext uri="{FF2B5EF4-FFF2-40B4-BE49-F238E27FC236}">
                <a16:creationId xmlns:a16="http://schemas.microsoft.com/office/drawing/2014/main" id="{CE398A24-65F0-6300-0093-8E9C07E954F0}"/>
              </a:ext>
            </a:extLst>
          </p:cNvPr>
          <p:cNvSpPr txBox="1"/>
          <p:nvPr/>
        </p:nvSpPr>
        <p:spPr>
          <a:xfrm>
            <a:off x="7099443" y="2755013"/>
            <a:ext cx="4510355" cy="830997"/>
          </a:xfrm>
          <a:prstGeom prst="rect">
            <a:avLst/>
          </a:prstGeom>
          <a:noFill/>
        </p:spPr>
        <p:txBody>
          <a:bodyPr wrap="square" rtlCol="0">
            <a:spAutoFit/>
          </a:bodyPr>
          <a:lstStyle/>
          <a:p>
            <a:r>
              <a:rPr lang="en-US" sz="2400" b="1" dirty="0">
                <a:latin typeface="Work Sans" pitchFamily="2" charset="0"/>
              </a:rPr>
              <a:t>Figure 10-5  </a:t>
            </a:r>
            <a:r>
              <a:rPr lang="en-US" sz="2400" dirty="0">
                <a:latin typeface="Work Sans" pitchFamily="2" charset="0"/>
              </a:rPr>
              <a:t>Multiplexing/demultiplexing</a:t>
            </a:r>
          </a:p>
        </p:txBody>
      </p:sp>
      <p:pic>
        <p:nvPicPr>
          <p:cNvPr id="4" name="Picture 3" descr="The process of multiplexing and demultiplexing. In this process, three 64 K b p s channels are multiplexed into a single 192 K b p s channel and then demuxed into the original three channels.&#10;">
            <a:extLst>
              <a:ext uri="{FF2B5EF4-FFF2-40B4-BE49-F238E27FC236}">
                <a16:creationId xmlns:a16="http://schemas.microsoft.com/office/drawing/2014/main" id="{CBD59FB5-C004-9BBB-9E32-EDD28363261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26074" y="2622137"/>
            <a:ext cx="5672676" cy="1217448"/>
          </a:xfrm>
          <a:prstGeom prst="rect">
            <a:avLst/>
          </a:prstGeom>
        </p:spPr>
      </p:pic>
    </p:spTree>
    <p:extLst>
      <p:ext uri="{BB962C8B-B14F-4D97-AF65-F5344CB8AC3E}">
        <p14:creationId xmlns:p14="http://schemas.microsoft.com/office/powerpoint/2010/main" val="1773535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97FB6-8EEE-4106-A38D-96538EEE8A87}"/>
              </a:ext>
            </a:extLst>
          </p:cNvPr>
          <p:cNvSpPr>
            <a:spLocks noGrp="1"/>
          </p:cNvSpPr>
          <p:nvPr>
            <p:ph type="title"/>
          </p:nvPr>
        </p:nvSpPr>
        <p:spPr/>
        <p:txBody>
          <a:bodyPr/>
          <a:lstStyle/>
          <a:p>
            <a:r>
              <a:rPr lang="en-US" dirty="0"/>
              <a:t>Leased Lines (4 of 6)</a:t>
            </a:r>
          </a:p>
        </p:txBody>
      </p:sp>
      <p:sp>
        <p:nvSpPr>
          <p:cNvPr id="3" name="Content Placeholder 2">
            <a:extLst>
              <a:ext uri="{FF2B5EF4-FFF2-40B4-BE49-F238E27FC236}">
                <a16:creationId xmlns:a16="http://schemas.microsoft.com/office/drawing/2014/main" id="{C9058A2D-0964-6E7F-FC83-055D9A1DFFCD}"/>
              </a:ext>
            </a:extLst>
          </p:cNvPr>
          <p:cNvSpPr>
            <a:spLocks noGrp="1"/>
          </p:cNvSpPr>
          <p:nvPr>
            <p:ph idx="1"/>
          </p:nvPr>
        </p:nvSpPr>
        <p:spPr>
          <a:xfrm>
            <a:off x="476843" y="1345565"/>
            <a:ext cx="11241915" cy="4351338"/>
          </a:xfrm>
        </p:spPr>
        <p:txBody>
          <a:bodyPr/>
          <a:lstStyle/>
          <a:p>
            <a:pPr marL="0" indent="0">
              <a:buNone/>
            </a:pPr>
            <a:r>
              <a:rPr lang="en-US" b="1" dirty="0"/>
              <a:t>T-carrier lines</a:t>
            </a:r>
            <a:r>
              <a:rPr lang="en-US" dirty="0"/>
              <a:t> require a CSU/DSU at each end of the link to convert the signals used by the T-carrier line into signals used by the LAN</a:t>
            </a:r>
          </a:p>
          <a:p>
            <a:pPr lvl="1"/>
            <a:r>
              <a:rPr lang="en-US" sz="2200" dirty="0"/>
              <a:t>T-carriers can use shielded twisted-pair cabling for carrying up to T1 speeds</a:t>
            </a:r>
          </a:p>
          <a:p>
            <a:pPr lvl="1"/>
            <a:r>
              <a:rPr lang="en-US" sz="2200" dirty="0"/>
              <a:t>Multiple T1s or T3s require coaxial or fiber-optic cabling and can also be carried via microwave and satellite transmitters</a:t>
            </a:r>
          </a:p>
          <a:p>
            <a:pPr lvl="1"/>
            <a:r>
              <a:rPr lang="en-US" sz="2200" dirty="0"/>
              <a:t>For a more advanced connection, T1 lines can be connected to a </a:t>
            </a:r>
            <a:r>
              <a:rPr lang="en-US" sz="2200" b="1" dirty="0"/>
              <a:t>smart jack</a:t>
            </a:r>
            <a:r>
              <a:rPr lang="en-US" sz="2200" dirty="0"/>
              <a:t>, which is a network interface device (NID) that serves as a termination point for a T1 connection</a:t>
            </a:r>
          </a:p>
          <a:p>
            <a:endParaRPr lang="en-US" dirty="0"/>
          </a:p>
        </p:txBody>
      </p:sp>
    </p:spTree>
    <p:extLst>
      <p:ext uri="{BB962C8B-B14F-4D97-AF65-F5344CB8AC3E}">
        <p14:creationId xmlns:p14="http://schemas.microsoft.com/office/powerpoint/2010/main" val="3855079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49B92-A725-D131-8397-483281B50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0989A-9DBD-0A28-B2C8-827476524D85}"/>
              </a:ext>
            </a:extLst>
          </p:cNvPr>
          <p:cNvSpPr>
            <a:spLocks noGrp="1"/>
          </p:cNvSpPr>
          <p:nvPr>
            <p:ph type="title"/>
          </p:nvPr>
        </p:nvSpPr>
        <p:spPr/>
        <p:txBody>
          <a:bodyPr/>
          <a:lstStyle/>
          <a:p>
            <a:r>
              <a:rPr lang="en-US" dirty="0"/>
              <a:t>Leased Lines (5 of 6)</a:t>
            </a:r>
          </a:p>
        </p:txBody>
      </p:sp>
      <p:sp>
        <p:nvSpPr>
          <p:cNvPr id="3" name="Content Placeholder 2">
            <a:extLst>
              <a:ext uri="{FF2B5EF4-FFF2-40B4-BE49-F238E27FC236}">
                <a16:creationId xmlns:a16="http://schemas.microsoft.com/office/drawing/2014/main" id="{7D05A60F-48C3-CD68-17A1-5E5FF8BF47E4}"/>
              </a:ext>
            </a:extLst>
          </p:cNvPr>
          <p:cNvSpPr>
            <a:spLocks noGrp="1"/>
          </p:cNvSpPr>
          <p:nvPr>
            <p:ph idx="1"/>
          </p:nvPr>
        </p:nvSpPr>
        <p:spPr>
          <a:xfrm>
            <a:off x="473242" y="1391285"/>
            <a:ext cx="11241915" cy="4351338"/>
          </a:xfrm>
        </p:spPr>
        <p:txBody>
          <a:bodyPr/>
          <a:lstStyle/>
          <a:p>
            <a:pPr marL="0" indent="0">
              <a:buNone/>
            </a:pPr>
            <a:r>
              <a:rPr lang="en-US" b="1" dirty="0"/>
              <a:t>Synchronous Optical Network (SONET) </a:t>
            </a:r>
            <a:r>
              <a:rPr lang="en-US" dirty="0"/>
              <a:t>is a flexible, highly fault-tolerant technology that can operate at different capacities over fiber cabling</a:t>
            </a:r>
          </a:p>
          <a:p>
            <a:pPr lvl="1"/>
            <a:r>
              <a:rPr lang="en-US" sz="2200" dirty="0"/>
              <a:t>Typical SONET rates are OC-3 (155 Mbps), OC-12 (622 Mbps), OC-48 (almost 2.5 Gbps), OC-192, and OC-768 (used by large ISPs)</a:t>
            </a:r>
          </a:p>
          <a:p>
            <a:pPr lvl="1"/>
            <a:r>
              <a:rPr lang="en-US" sz="2200" dirty="0"/>
              <a:t>SONET networks can carry traffic from a variety of other network types, such as T-carrier and ATM</a:t>
            </a:r>
          </a:p>
          <a:p>
            <a:pPr lvl="1"/>
            <a:r>
              <a:rPr lang="en-US" sz="2200" dirty="0"/>
              <a:t>SONET can be arranged in a variety of physical topologies, including point-to-point, point-to-multipoint, star, and ring</a:t>
            </a:r>
          </a:p>
          <a:p>
            <a:pPr lvl="1"/>
            <a:r>
              <a:rPr lang="en-US" sz="2200" dirty="0"/>
              <a:t>SONET uses a dual-ring topology (like FDDI), making it very fault-tolerant</a:t>
            </a:r>
          </a:p>
          <a:p>
            <a:endParaRPr lang="en-US" dirty="0"/>
          </a:p>
        </p:txBody>
      </p:sp>
    </p:spTree>
    <p:extLst>
      <p:ext uri="{BB962C8B-B14F-4D97-AF65-F5344CB8AC3E}">
        <p14:creationId xmlns:p14="http://schemas.microsoft.com/office/powerpoint/2010/main" val="1106842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82EFC-396B-D037-C0AC-FA74204D2A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2BF3A-7CCE-CAA2-BF30-460BD206913D}"/>
              </a:ext>
            </a:extLst>
          </p:cNvPr>
          <p:cNvSpPr>
            <a:spLocks noGrp="1"/>
          </p:cNvSpPr>
          <p:nvPr>
            <p:ph type="title"/>
          </p:nvPr>
        </p:nvSpPr>
        <p:spPr/>
        <p:txBody>
          <a:bodyPr/>
          <a:lstStyle/>
          <a:p>
            <a:r>
              <a:rPr lang="en-US" dirty="0"/>
              <a:t>Leased Lines (6 of 6)</a:t>
            </a:r>
          </a:p>
        </p:txBody>
      </p:sp>
      <p:sp>
        <p:nvSpPr>
          <p:cNvPr id="3" name="Content Placeholder 2">
            <a:extLst>
              <a:ext uri="{FF2B5EF4-FFF2-40B4-BE49-F238E27FC236}">
                <a16:creationId xmlns:a16="http://schemas.microsoft.com/office/drawing/2014/main" id="{01399FA4-3FB0-8273-69F7-08E69EBFC169}"/>
              </a:ext>
            </a:extLst>
          </p:cNvPr>
          <p:cNvSpPr>
            <a:spLocks noGrp="1"/>
          </p:cNvSpPr>
          <p:nvPr>
            <p:ph idx="1"/>
          </p:nvPr>
        </p:nvSpPr>
        <p:spPr>
          <a:xfrm>
            <a:off x="476843" y="1379855"/>
            <a:ext cx="11241915" cy="4351338"/>
          </a:xfrm>
        </p:spPr>
        <p:txBody>
          <a:bodyPr/>
          <a:lstStyle/>
          <a:p>
            <a:pPr marL="0" indent="0">
              <a:buNone/>
            </a:pPr>
            <a:r>
              <a:rPr lang="en-US" b="1" dirty="0"/>
              <a:t>Point-to-Point Protocol (PPP)</a:t>
            </a:r>
            <a:r>
              <a:rPr lang="en-US" dirty="0"/>
              <a:t> operates at the Data Link and Network layers and is used to carry a variety of protocols over different types of network connections</a:t>
            </a:r>
            <a:endParaRPr lang="en-US" sz="2200" dirty="0"/>
          </a:p>
          <a:p>
            <a:pPr marL="0" indent="0">
              <a:buNone/>
            </a:pPr>
            <a:r>
              <a:rPr lang="en-US" b="1" dirty="0"/>
              <a:t>Two protocols </a:t>
            </a:r>
            <a:r>
              <a:rPr lang="en-US" dirty="0"/>
              <a:t>that are integral to PPP include the following:</a:t>
            </a:r>
          </a:p>
          <a:p>
            <a:pPr lvl="1"/>
            <a:r>
              <a:rPr lang="en-US" sz="2200" dirty="0"/>
              <a:t>Link Control Protocol (LCP)—sets up the PPP connection, defines communication parameters/authentication protocols and terminates the link</a:t>
            </a:r>
          </a:p>
          <a:p>
            <a:pPr lvl="1"/>
            <a:r>
              <a:rPr lang="en-US" sz="2200" dirty="0"/>
              <a:t>Network Control Protocol (NCP)—encapsulates higher-layer protocols and provides services such as dynamic IP addressing</a:t>
            </a:r>
          </a:p>
        </p:txBody>
      </p:sp>
    </p:spTree>
    <p:extLst>
      <p:ext uri="{BB962C8B-B14F-4D97-AF65-F5344CB8AC3E}">
        <p14:creationId xmlns:p14="http://schemas.microsoft.com/office/powerpoint/2010/main" val="25217876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98B33-BC8A-5665-07DE-69A1DD34BD41}"/>
              </a:ext>
            </a:extLst>
          </p:cNvPr>
          <p:cNvSpPr>
            <a:spLocks noGrp="1"/>
          </p:cNvSpPr>
          <p:nvPr>
            <p:ph type="title"/>
          </p:nvPr>
        </p:nvSpPr>
        <p:spPr/>
        <p:txBody>
          <a:bodyPr/>
          <a:lstStyle/>
          <a:p>
            <a:r>
              <a:rPr lang="en-US" dirty="0"/>
              <a:t>Packet-Switched WANs (1 of 7)</a:t>
            </a:r>
          </a:p>
        </p:txBody>
      </p:sp>
      <p:sp>
        <p:nvSpPr>
          <p:cNvPr id="3" name="Content Placeholder 2">
            <a:extLst>
              <a:ext uri="{FF2B5EF4-FFF2-40B4-BE49-F238E27FC236}">
                <a16:creationId xmlns:a16="http://schemas.microsoft.com/office/drawing/2014/main" id="{128775A4-77E6-2A48-7C12-43C0021410D2}"/>
              </a:ext>
            </a:extLst>
          </p:cNvPr>
          <p:cNvSpPr>
            <a:spLocks noGrp="1"/>
          </p:cNvSpPr>
          <p:nvPr>
            <p:ph idx="1"/>
          </p:nvPr>
        </p:nvSpPr>
        <p:spPr>
          <a:xfrm>
            <a:off x="476843" y="1459865"/>
            <a:ext cx="11241915" cy="4351338"/>
          </a:xfrm>
        </p:spPr>
        <p:txBody>
          <a:bodyPr/>
          <a:lstStyle/>
          <a:p>
            <a:pPr marL="0" indent="0">
              <a:buNone/>
            </a:pPr>
            <a:r>
              <a:rPr lang="en-US" dirty="0"/>
              <a:t>A </a:t>
            </a:r>
            <a:r>
              <a:rPr lang="en-US" b="1" dirty="0"/>
              <a:t>packet-switched WAN </a:t>
            </a:r>
            <a:r>
              <a:rPr lang="en-US" dirty="0"/>
              <a:t>doesn’t create a dedicated connection between sender and receiver</a:t>
            </a:r>
          </a:p>
          <a:p>
            <a:pPr lvl="1"/>
            <a:r>
              <a:rPr lang="en-US" sz="2200" dirty="0"/>
              <a:t>Data is transmitted in frames or packets</a:t>
            </a:r>
          </a:p>
          <a:p>
            <a:pPr lvl="1"/>
            <a:r>
              <a:rPr lang="en-US" sz="2200" dirty="0"/>
              <a:t>Each packet is transmitted through the provider’s network independently and bandwidth is shared with your provider’s other customers </a:t>
            </a:r>
          </a:p>
          <a:p>
            <a:pPr marL="0" indent="0">
              <a:buNone/>
            </a:pPr>
            <a:r>
              <a:rPr lang="en-US" dirty="0"/>
              <a:t>The most common packet-switched networks are:</a:t>
            </a:r>
          </a:p>
          <a:p>
            <a:pPr lvl="1"/>
            <a:r>
              <a:rPr lang="en-US" sz="2200" dirty="0"/>
              <a:t>X.25, Frame Relay, ATM, and MPLS</a:t>
            </a:r>
          </a:p>
          <a:p>
            <a:endParaRPr lang="en-US" dirty="0"/>
          </a:p>
        </p:txBody>
      </p:sp>
    </p:spTree>
    <p:extLst>
      <p:ext uri="{BB962C8B-B14F-4D97-AF65-F5344CB8AC3E}">
        <p14:creationId xmlns:p14="http://schemas.microsoft.com/office/powerpoint/2010/main" val="760326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1BDAB-635C-ACF0-C0BC-D8BAB2DD9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7A3DF2-F68C-FD9F-E45F-9A5CEF5B03C4}"/>
              </a:ext>
            </a:extLst>
          </p:cNvPr>
          <p:cNvSpPr>
            <a:spLocks noGrp="1"/>
          </p:cNvSpPr>
          <p:nvPr>
            <p:ph type="title"/>
          </p:nvPr>
        </p:nvSpPr>
        <p:spPr/>
        <p:txBody>
          <a:bodyPr/>
          <a:lstStyle/>
          <a:p>
            <a:r>
              <a:rPr lang="en-US" dirty="0"/>
              <a:t>Packet-Switched WANs (2 of 7)</a:t>
            </a:r>
          </a:p>
        </p:txBody>
      </p:sp>
      <p:sp>
        <p:nvSpPr>
          <p:cNvPr id="3" name="Content Placeholder 2">
            <a:extLst>
              <a:ext uri="{FF2B5EF4-FFF2-40B4-BE49-F238E27FC236}">
                <a16:creationId xmlns:a16="http://schemas.microsoft.com/office/drawing/2014/main" id="{ED9A4076-9FBE-1501-B7B0-0F55C1507DC1}"/>
              </a:ext>
            </a:extLst>
          </p:cNvPr>
          <p:cNvSpPr>
            <a:spLocks noGrp="1"/>
          </p:cNvSpPr>
          <p:nvPr>
            <p:ph idx="1"/>
          </p:nvPr>
        </p:nvSpPr>
        <p:spPr>
          <a:xfrm>
            <a:off x="476843" y="1437005"/>
            <a:ext cx="11241915" cy="4351338"/>
          </a:xfrm>
        </p:spPr>
        <p:txBody>
          <a:bodyPr/>
          <a:lstStyle/>
          <a:p>
            <a:pPr marL="0" indent="0">
              <a:buNone/>
            </a:pPr>
            <a:r>
              <a:rPr lang="en-US" dirty="0"/>
              <a:t>A</a:t>
            </a:r>
            <a:r>
              <a:rPr lang="en-US" b="1" dirty="0"/>
              <a:t> virtual circuit </a:t>
            </a:r>
            <a:r>
              <a:rPr lang="en-US" dirty="0"/>
              <a:t>is a logical connection created between two devices in a shared network</a:t>
            </a:r>
          </a:p>
          <a:p>
            <a:pPr lvl="1"/>
            <a:r>
              <a:rPr lang="en-US" sz="2200" dirty="0"/>
              <a:t>No single cable exists between the two endpoints, instead a virtual circuit maps a path through switches between two points</a:t>
            </a:r>
          </a:p>
          <a:p>
            <a:pPr lvl="1"/>
            <a:r>
              <a:rPr lang="en-US" sz="2200" dirty="0"/>
              <a:t>The pathway is created after sender and receiver agree on bandwidth requirements and request a pathway</a:t>
            </a:r>
          </a:p>
          <a:p>
            <a:pPr lvl="1"/>
            <a:r>
              <a:rPr lang="en-US" sz="2200" b="1" dirty="0"/>
              <a:t>Switched virtual circuit (SVCs) </a:t>
            </a:r>
            <a:r>
              <a:rPr lang="en-US" sz="2200" dirty="0"/>
              <a:t>are established when needed and then terminated when the transmission is completed</a:t>
            </a:r>
          </a:p>
          <a:p>
            <a:pPr lvl="1"/>
            <a:r>
              <a:rPr lang="en-US" sz="2200" b="1" dirty="0"/>
              <a:t>Permanent virtual circuit (PVCs) </a:t>
            </a:r>
            <a:r>
              <a:rPr lang="en-US" sz="2200" dirty="0"/>
              <a:t>a pathway between two communication points is established as a permanent logical connection</a:t>
            </a:r>
          </a:p>
          <a:p>
            <a:endParaRPr lang="en-US" dirty="0"/>
          </a:p>
        </p:txBody>
      </p:sp>
    </p:spTree>
    <p:extLst>
      <p:ext uri="{BB962C8B-B14F-4D97-AF65-F5344CB8AC3E}">
        <p14:creationId xmlns:p14="http://schemas.microsoft.com/office/powerpoint/2010/main" val="3530619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6CF8D-3BD9-7A36-1CE7-249C4FE9E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0B7B58-3E57-3433-5129-0010F93F026C}"/>
              </a:ext>
            </a:extLst>
          </p:cNvPr>
          <p:cNvSpPr>
            <a:spLocks noGrp="1"/>
          </p:cNvSpPr>
          <p:nvPr>
            <p:ph type="title"/>
          </p:nvPr>
        </p:nvSpPr>
        <p:spPr/>
        <p:txBody>
          <a:bodyPr/>
          <a:lstStyle/>
          <a:p>
            <a:r>
              <a:rPr lang="en-US" dirty="0"/>
              <a:t>Packet-Switched WANs (3 of 7) </a:t>
            </a:r>
          </a:p>
        </p:txBody>
      </p:sp>
      <p:sp>
        <p:nvSpPr>
          <p:cNvPr id="3" name="Content Placeholder 2">
            <a:extLst>
              <a:ext uri="{FF2B5EF4-FFF2-40B4-BE49-F238E27FC236}">
                <a16:creationId xmlns:a16="http://schemas.microsoft.com/office/drawing/2014/main" id="{60A32AF8-DB5A-713F-DDDB-D7085A82E8C4}"/>
              </a:ext>
            </a:extLst>
          </p:cNvPr>
          <p:cNvSpPr>
            <a:spLocks noGrp="1"/>
          </p:cNvSpPr>
          <p:nvPr>
            <p:ph idx="1"/>
          </p:nvPr>
        </p:nvSpPr>
        <p:spPr>
          <a:xfrm>
            <a:off x="476843" y="1402715"/>
            <a:ext cx="11241915" cy="4351338"/>
          </a:xfrm>
        </p:spPr>
        <p:txBody>
          <a:bodyPr/>
          <a:lstStyle/>
          <a:p>
            <a:pPr marL="0" indent="0">
              <a:buNone/>
            </a:pPr>
            <a:r>
              <a:rPr lang="en-US" b="1" dirty="0"/>
              <a:t>X.25 </a:t>
            </a:r>
            <a:r>
              <a:rPr lang="en-US" dirty="0"/>
              <a:t>is a packet-switching technology developed in the 1970s running over older copper phone lines</a:t>
            </a:r>
          </a:p>
          <a:p>
            <a:pPr lvl="1"/>
            <a:r>
              <a:rPr lang="en-US" sz="2200" dirty="0"/>
              <a:t>X.25 networks offer both SVCs and PVCs, although not all X.25 providers offer PVCs</a:t>
            </a:r>
          </a:p>
          <a:p>
            <a:pPr lvl="1"/>
            <a:r>
              <a:rPr lang="en-US" sz="2200" dirty="0"/>
              <a:t>Earlier X.25 could only operate at 64 Kbps</a:t>
            </a:r>
          </a:p>
          <a:p>
            <a:pPr lvl="1"/>
            <a:r>
              <a:rPr lang="en-US" sz="2200" dirty="0"/>
              <a:t>A 1992 specification revision improved the maximum throughput of X.25 to 2 Mbps but the new version was not widely deployed</a:t>
            </a:r>
          </a:p>
          <a:p>
            <a:pPr lvl="1"/>
            <a:r>
              <a:rPr lang="en-US" sz="2200" dirty="0"/>
              <a:t>Even though X.25 offers reliable and error-free communications, this technology has been largely replaced by other higher-speed technologies</a:t>
            </a:r>
          </a:p>
          <a:p>
            <a:endParaRPr lang="en-US" dirty="0"/>
          </a:p>
          <a:p>
            <a:endParaRPr lang="en-US" dirty="0"/>
          </a:p>
        </p:txBody>
      </p:sp>
    </p:spTree>
    <p:extLst>
      <p:ext uri="{BB962C8B-B14F-4D97-AF65-F5344CB8AC3E}">
        <p14:creationId xmlns:p14="http://schemas.microsoft.com/office/powerpoint/2010/main" val="2593157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208A-0239-8805-B391-6121FE1454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D9D3D0-1D99-0E6F-7821-1889AA2A44A5}"/>
              </a:ext>
            </a:extLst>
          </p:cNvPr>
          <p:cNvSpPr>
            <a:spLocks noGrp="1"/>
          </p:cNvSpPr>
          <p:nvPr>
            <p:ph type="title"/>
          </p:nvPr>
        </p:nvSpPr>
        <p:spPr/>
        <p:txBody>
          <a:bodyPr/>
          <a:lstStyle/>
          <a:p>
            <a:r>
              <a:rPr lang="en-US" dirty="0"/>
              <a:t>Packet-Switched WANs (4 of 7)</a:t>
            </a:r>
          </a:p>
        </p:txBody>
      </p:sp>
      <p:sp>
        <p:nvSpPr>
          <p:cNvPr id="3" name="Content Placeholder 2">
            <a:extLst>
              <a:ext uri="{FF2B5EF4-FFF2-40B4-BE49-F238E27FC236}">
                <a16:creationId xmlns:a16="http://schemas.microsoft.com/office/drawing/2014/main" id="{077A57C7-B141-1A93-CCB7-1C4F67827941}"/>
              </a:ext>
            </a:extLst>
          </p:cNvPr>
          <p:cNvSpPr>
            <a:spLocks noGrp="1"/>
          </p:cNvSpPr>
          <p:nvPr>
            <p:ph idx="1"/>
          </p:nvPr>
        </p:nvSpPr>
        <p:spPr>
          <a:xfrm>
            <a:off x="476843" y="1379855"/>
            <a:ext cx="11241915" cy="4351338"/>
          </a:xfrm>
        </p:spPr>
        <p:txBody>
          <a:bodyPr/>
          <a:lstStyle/>
          <a:p>
            <a:pPr marL="0" indent="0">
              <a:buNone/>
            </a:pPr>
            <a:r>
              <a:rPr lang="en-US" b="1" dirty="0"/>
              <a:t>Frame Relay </a:t>
            </a:r>
            <a:r>
              <a:rPr lang="en-US" dirty="0"/>
              <a:t>is a PVC packet-switching technology that offers WAN communication over a fast, reliable digital link</a:t>
            </a:r>
          </a:p>
          <a:p>
            <a:pPr lvl="1"/>
            <a:r>
              <a:rPr lang="en-US" sz="2200" dirty="0"/>
              <a:t>The frame relay technology can maintain transmission rates from 64 Kbps to 44 Mbps (T3 speed)</a:t>
            </a:r>
          </a:p>
          <a:p>
            <a:pPr lvl="1"/>
            <a:r>
              <a:rPr lang="en-US" sz="2200" dirty="0"/>
              <a:t>Frame relay allows customers to specify the bandwidth needed</a:t>
            </a:r>
          </a:p>
          <a:p>
            <a:pPr lvl="1"/>
            <a:r>
              <a:rPr lang="en-US" sz="2200" dirty="0"/>
              <a:t>Charges depend on the PVC’s bandwidth allocation (known as </a:t>
            </a:r>
            <a:r>
              <a:rPr lang="en-US" sz="2200" b="1" dirty="0"/>
              <a:t>Committed Information Rate</a:t>
            </a:r>
            <a:r>
              <a:rPr lang="en-US" sz="2200" dirty="0"/>
              <a:t>—</a:t>
            </a:r>
            <a:r>
              <a:rPr lang="en-US" sz="2200" b="1" dirty="0"/>
              <a:t>CIR</a:t>
            </a:r>
            <a:r>
              <a:rPr lang="en-US" sz="2200" dirty="0"/>
              <a:t>)</a:t>
            </a:r>
          </a:p>
          <a:p>
            <a:pPr lvl="1"/>
            <a:r>
              <a:rPr lang="en-US" sz="2200" dirty="0"/>
              <a:t>A frame relay connection is established by using a pair of CSU/DSUs with a router or bridge at each end to direct traffic on and off the WAN link</a:t>
            </a:r>
          </a:p>
          <a:p>
            <a:endParaRPr lang="en-US" dirty="0"/>
          </a:p>
        </p:txBody>
      </p:sp>
    </p:spTree>
    <p:extLst>
      <p:ext uri="{BB962C8B-B14F-4D97-AF65-F5344CB8AC3E}">
        <p14:creationId xmlns:p14="http://schemas.microsoft.com/office/powerpoint/2010/main" val="408672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7071-3E10-D2C0-4C7D-3AB7FB5914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E37B2-CFF8-A781-08F0-F38D96CAD10F}"/>
              </a:ext>
            </a:extLst>
          </p:cNvPr>
          <p:cNvSpPr>
            <a:spLocks noGrp="1"/>
          </p:cNvSpPr>
          <p:nvPr>
            <p:ph type="title"/>
          </p:nvPr>
        </p:nvSpPr>
        <p:spPr/>
        <p:txBody>
          <a:bodyPr/>
          <a:lstStyle/>
          <a:p>
            <a:r>
              <a:rPr lang="en-US" dirty="0"/>
              <a:t>Packet-Switched WANs (5 of 7)</a:t>
            </a:r>
          </a:p>
        </p:txBody>
      </p:sp>
      <p:sp>
        <p:nvSpPr>
          <p:cNvPr id="5" name="TextBox 4">
            <a:extLst>
              <a:ext uri="{FF2B5EF4-FFF2-40B4-BE49-F238E27FC236}">
                <a16:creationId xmlns:a16="http://schemas.microsoft.com/office/drawing/2014/main" id="{2CE7A042-B9DF-D6A9-4A39-DFF504F52235}"/>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10-7  </a:t>
            </a:r>
            <a:r>
              <a:rPr lang="en-US" sz="2400" dirty="0">
                <a:latin typeface="Work Sans" pitchFamily="2" charset="0"/>
              </a:rPr>
              <a:t>A Frame Relay network</a:t>
            </a:r>
          </a:p>
        </p:txBody>
      </p:sp>
      <p:pic>
        <p:nvPicPr>
          <p:cNvPr id="4" name="Picture 3" descr="A frame relay network that exists between different geographical locations. The headquarters of Phoenix is connected to New York, Boston, and San Francisco with a frame relay network. Phoenix is connected to New York with a 512 K P V C, Boston with a 256 K P V C, and San Francisco with a 256 k P V C.&#10;">
            <a:extLst>
              <a:ext uri="{FF2B5EF4-FFF2-40B4-BE49-F238E27FC236}">
                <a16:creationId xmlns:a16="http://schemas.microsoft.com/office/drawing/2014/main" id="{02EAA450-1E3E-48AF-4787-C376532A8A1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34283" y="1933636"/>
            <a:ext cx="4392356" cy="3304748"/>
          </a:xfrm>
          <a:prstGeom prst="rect">
            <a:avLst/>
          </a:prstGeom>
        </p:spPr>
      </p:pic>
    </p:spTree>
    <p:extLst>
      <p:ext uri="{BB962C8B-B14F-4D97-AF65-F5344CB8AC3E}">
        <p14:creationId xmlns:p14="http://schemas.microsoft.com/office/powerpoint/2010/main" val="13352866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C6D24-1087-25A6-342C-AA13C2EDC5FB}"/>
              </a:ext>
            </a:extLst>
          </p:cNvPr>
          <p:cNvSpPr>
            <a:spLocks noGrp="1"/>
          </p:cNvSpPr>
          <p:nvPr>
            <p:ph type="title"/>
          </p:nvPr>
        </p:nvSpPr>
        <p:spPr/>
        <p:txBody>
          <a:bodyPr/>
          <a:lstStyle/>
          <a:p>
            <a:r>
              <a:rPr lang="en-US" dirty="0"/>
              <a:t>Packet-Switched WANs (6 of 7) </a:t>
            </a:r>
          </a:p>
        </p:txBody>
      </p:sp>
      <p:sp>
        <p:nvSpPr>
          <p:cNvPr id="3" name="Content Placeholder 2">
            <a:extLst>
              <a:ext uri="{FF2B5EF4-FFF2-40B4-BE49-F238E27FC236}">
                <a16:creationId xmlns:a16="http://schemas.microsoft.com/office/drawing/2014/main" id="{0EE22CB5-C981-343C-76A3-CC065AB8A896}"/>
              </a:ext>
            </a:extLst>
          </p:cNvPr>
          <p:cNvSpPr>
            <a:spLocks noGrp="1"/>
          </p:cNvSpPr>
          <p:nvPr>
            <p:ph idx="1"/>
          </p:nvPr>
        </p:nvSpPr>
        <p:spPr>
          <a:xfrm>
            <a:off x="476843" y="1253331"/>
            <a:ext cx="11241915" cy="4351338"/>
          </a:xfrm>
        </p:spPr>
        <p:txBody>
          <a:bodyPr/>
          <a:lstStyle/>
          <a:p>
            <a:pPr marL="0" indent="0">
              <a:buNone/>
            </a:pPr>
            <a:r>
              <a:rPr lang="en-US" b="1" dirty="0"/>
              <a:t>Asynchronous Transfer Mode (ATM)</a:t>
            </a:r>
            <a:r>
              <a:rPr lang="en-US" dirty="0"/>
              <a:t> is a high-speed network technology designed for both LAN and WAN use</a:t>
            </a:r>
          </a:p>
          <a:p>
            <a:pPr lvl="1"/>
            <a:r>
              <a:rPr lang="en-US" sz="2200" dirty="0"/>
              <a:t>ATM bandwidth can be as low as a few Mbps up to 622 Mbps, but the most common speed is 155 Mbps (an OC-3 SONET connection)</a:t>
            </a:r>
          </a:p>
          <a:p>
            <a:pPr lvl="1"/>
            <a:r>
              <a:rPr lang="en-US" sz="2200" dirty="0"/>
              <a:t>ATM is a cell-based packet switching technology</a:t>
            </a:r>
          </a:p>
          <a:p>
            <a:pPr lvl="1"/>
            <a:r>
              <a:rPr lang="en-US" sz="2200" dirty="0"/>
              <a:t>Cells are of a fixed length, which can be switched more efficiently than variable length packets</a:t>
            </a:r>
          </a:p>
          <a:p>
            <a:pPr lvl="1"/>
            <a:r>
              <a:rPr lang="en-US" sz="2200" dirty="0"/>
              <a:t>ATM is used for the backbone and infrastructure in large companies</a:t>
            </a:r>
          </a:p>
          <a:p>
            <a:pPr lvl="1"/>
            <a:r>
              <a:rPr lang="en-US" sz="2200" dirty="0"/>
              <a:t>ATM is best suited for LAN applications in which voice, data, and time-sensitive information travel on the same media</a:t>
            </a:r>
          </a:p>
          <a:p>
            <a:endParaRPr lang="en-US" dirty="0"/>
          </a:p>
        </p:txBody>
      </p:sp>
    </p:spTree>
    <p:extLst>
      <p:ext uri="{BB962C8B-B14F-4D97-AF65-F5344CB8AC3E}">
        <p14:creationId xmlns:p14="http://schemas.microsoft.com/office/powerpoint/2010/main" val="2748871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2965A-308B-D7D9-C754-E2E457962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5862E-45CF-5C19-D558-1058C54B31A8}"/>
              </a:ext>
            </a:extLst>
          </p:cNvPr>
          <p:cNvSpPr>
            <a:spLocks noGrp="1"/>
          </p:cNvSpPr>
          <p:nvPr>
            <p:ph type="title"/>
          </p:nvPr>
        </p:nvSpPr>
        <p:spPr/>
        <p:txBody>
          <a:bodyPr/>
          <a:lstStyle/>
          <a:p>
            <a:r>
              <a:rPr lang="en-US" dirty="0"/>
              <a:t>Packet-Switched WANs (7 of 7)</a:t>
            </a:r>
          </a:p>
        </p:txBody>
      </p:sp>
      <p:sp>
        <p:nvSpPr>
          <p:cNvPr id="3" name="Content Placeholder 2">
            <a:extLst>
              <a:ext uri="{FF2B5EF4-FFF2-40B4-BE49-F238E27FC236}">
                <a16:creationId xmlns:a16="http://schemas.microsoft.com/office/drawing/2014/main" id="{C8D29C1E-10F7-6CF1-0E37-024B69052C35}"/>
              </a:ext>
            </a:extLst>
          </p:cNvPr>
          <p:cNvSpPr>
            <a:spLocks noGrp="1"/>
          </p:cNvSpPr>
          <p:nvPr>
            <p:ph idx="1"/>
          </p:nvPr>
        </p:nvSpPr>
        <p:spPr>
          <a:xfrm>
            <a:off x="476843" y="1334135"/>
            <a:ext cx="11241915" cy="4351338"/>
          </a:xfrm>
        </p:spPr>
        <p:txBody>
          <a:bodyPr/>
          <a:lstStyle/>
          <a:p>
            <a:pPr marL="0" indent="0">
              <a:buNone/>
            </a:pPr>
            <a:r>
              <a:rPr lang="en-US" b="1" dirty="0"/>
              <a:t>Multiprotocol Label Switching (MPLS) </a:t>
            </a:r>
            <a:r>
              <a:rPr lang="en-US" dirty="0"/>
              <a:t>runs over ATM, frame relay, SONET, and even Ethernet</a:t>
            </a:r>
          </a:p>
          <a:p>
            <a:pPr lvl="1"/>
            <a:r>
              <a:rPr lang="en-US" sz="2200" dirty="0"/>
              <a:t>MPLS creates a connection-oriented virtual circuit using labels assigned to each packet</a:t>
            </a:r>
          </a:p>
          <a:p>
            <a:pPr lvl="1"/>
            <a:r>
              <a:rPr lang="en-US" sz="2200" dirty="0"/>
              <a:t>The label is used to make packet-forwarding decisions within the MPLS network, making it unnecessary to view the contents of the packet</a:t>
            </a:r>
          </a:p>
          <a:p>
            <a:pPr lvl="1"/>
            <a:r>
              <a:rPr lang="en-US" sz="2200" dirty="0"/>
              <a:t>MPLS is capable of supporting different Layer 3 protocols, and it is currently used exclusively in IP networks, supporting both IPv4 and IPv6</a:t>
            </a:r>
          </a:p>
          <a:p>
            <a:pPr lvl="1"/>
            <a:r>
              <a:rPr lang="en-US" sz="2200" dirty="0"/>
              <a:t>MPLS simplifies VPN deployment in large, multisite VPN applications</a:t>
            </a:r>
          </a:p>
          <a:p>
            <a:endParaRPr lang="en-US" dirty="0"/>
          </a:p>
        </p:txBody>
      </p:sp>
    </p:spTree>
    <p:extLst>
      <p:ext uri="{BB962C8B-B14F-4D97-AF65-F5344CB8AC3E}">
        <p14:creationId xmlns:p14="http://schemas.microsoft.com/office/powerpoint/2010/main" val="4100579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BEB4B-D6D0-6107-746C-084C2192F16B}"/>
              </a:ext>
            </a:extLst>
          </p:cNvPr>
          <p:cNvSpPr>
            <a:spLocks noGrp="1"/>
          </p:cNvSpPr>
          <p:nvPr>
            <p:ph type="title"/>
          </p:nvPr>
        </p:nvSpPr>
        <p:spPr>
          <a:xfrm>
            <a:off x="3246120" y="473245"/>
            <a:ext cx="5612130" cy="578315"/>
          </a:xfrm>
        </p:spPr>
        <p:txBody>
          <a:bodyPr/>
          <a:lstStyle/>
          <a:p>
            <a:r>
              <a:rPr lang="en-US" dirty="0"/>
              <a:t>Ethernet WANs</a:t>
            </a:r>
          </a:p>
        </p:txBody>
      </p:sp>
      <p:sp>
        <p:nvSpPr>
          <p:cNvPr id="3" name="Content Placeholder 2">
            <a:extLst>
              <a:ext uri="{FF2B5EF4-FFF2-40B4-BE49-F238E27FC236}">
                <a16:creationId xmlns:a16="http://schemas.microsoft.com/office/drawing/2014/main" id="{2B6EA678-AB65-E3B8-BB5A-5627740C0462}"/>
              </a:ext>
            </a:extLst>
          </p:cNvPr>
          <p:cNvSpPr>
            <a:spLocks noGrp="1"/>
          </p:cNvSpPr>
          <p:nvPr>
            <p:ph idx="1"/>
          </p:nvPr>
        </p:nvSpPr>
        <p:spPr>
          <a:xfrm>
            <a:off x="475042" y="1402715"/>
            <a:ext cx="11241915" cy="4351338"/>
          </a:xfrm>
        </p:spPr>
        <p:txBody>
          <a:bodyPr/>
          <a:lstStyle/>
          <a:p>
            <a:pPr marL="0" indent="0">
              <a:buNone/>
            </a:pPr>
            <a:r>
              <a:rPr lang="en-US" dirty="0"/>
              <a:t>Many service providers offer Ethernet WANs over fiber-optic cabling</a:t>
            </a:r>
          </a:p>
          <a:p>
            <a:pPr marL="0" indent="0">
              <a:buNone/>
            </a:pPr>
            <a:r>
              <a:rPr lang="en-US" b="1" dirty="0"/>
              <a:t>Two of the common </a:t>
            </a:r>
            <a:r>
              <a:rPr lang="en-US" dirty="0"/>
              <a:t>names for this technology are:</a:t>
            </a:r>
          </a:p>
          <a:p>
            <a:pPr lvl="1"/>
            <a:r>
              <a:rPr lang="en-US" sz="2200" dirty="0"/>
              <a:t>Metropolitan Ethernet (Metro Ethernet or MetroE) and Ethernet over MPLS (EoMPLS)</a:t>
            </a:r>
          </a:p>
          <a:p>
            <a:pPr lvl="1"/>
            <a:r>
              <a:rPr lang="en-US" sz="2200" dirty="0"/>
              <a:t>Other Ethernet WAN technologies include </a:t>
            </a:r>
            <a:r>
              <a:rPr lang="en-US" sz="2200" b="1" dirty="0"/>
              <a:t>Ethernet over software-defined WAN (SD-WAN)</a:t>
            </a:r>
            <a:r>
              <a:rPr lang="en-US" sz="2200" dirty="0"/>
              <a:t> and Ethernet over Fiber</a:t>
            </a:r>
          </a:p>
          <a:p>
            <a:pPr lvl="1"/>
            <a:r>
              <a:rPr lang="en-US" sz="2200" dirty="0"/>
              <a:t>They have largely replaced frame relay and ATM</a:t>
            </a:r>
          </a:p>
          <a:p>
            <a:pPr lvl="1"/>
            <a:r>
              <a:rPr lang="en-US" sz="2200" dirty="0"/>
              <a:t>A typical Ethernet WAN link can operate at 1 Gbps and range in distance from 5 km to over 70 km</a:t>
            </a:r>
            <a:endParaRPr lang="en-US" dirty="0"/>
          </a:p>
        </p:txBody>
      </p:sp>
      <p:sp>
        <p:nvSpPr>
          <p:cNvPr id="5" name="TextBox 4">
            <a:extLst>
              <a:ext uri="{FF2B5EF4-FFF2-40B4-BE49-F238E27FC236}">
                <a16:creationId xmlns:a16="http://schemas.microsoft.com/office/drawing/2014/main" id="{412CC57F-1B09-CB63-34DE-47DF9DF00C52}"/>
              </a:ext>
            </a:extLst>
          </p:cNvPr>
          <p:cNvSpPr txBox="1"/>
          <p:nvPr/>
        </p:nvSpPr>
        <p:spPr>
          <a:xfrm>
            <a:off x="81439" y="46346"/>
            <a:ext cx="1324451" cy="584775"/>
          </a:xfrm>
          <a:prstGeom prst="rect">
            <a:avLst/>
          </a:prstGeom>
          <a:noFill/>
        </p:spPr>
        <p:txBody>
          <a:bodyPr wrap="square">
            <a:spAutoFit/>
          </a:bodyPr>
          <a:lstStyle/>
          <a:p>
            <a:r>
              <a:rPr lang="en-US" sz="3200" b="1">
                <a:solidFill>
                  <a:schemeClr val="accent6">
                    <a:lumMod val="50000"/>
                  </a:schemeClr>
                </a:solidFill>
              </a:rPr>
              <a:t>Part 2</a:t>
            </a:r>
            <a:endParaRPr lang="en-US" sz="3200">
              <a:solidFill>
                <a:schemeClr val="accent6">
                  <a:lumMod val="50000"/>
                </a:schemeClr>
              </a:solidFill>
            </a:endParaRPr>
          </a:p>
        </p:txBody>
      </p:sp>
    </p:spTree>
    <p:extLst>
      <p:ext uri="{BB962C8B-B14F-4D97-AF65-F5344CB8AC3E}">
        <p14:creationId xmlns:p14="http://schemas.microsoft.com/office/powerpoint/2010/main" val="24302970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0CC30-A9D0-19A6-C4C8-D073574BC394}"/>
              </a:ext>
            </a:extLst>
          </p:cNvPr>
          <p:cNvSpPr>
            <a:spLocks noGrp="1"/>
          </p:cNvSpPr>
          <p:nvPr>
            <p:ph type="title"/>
          </p:nvPr>
        </p:nvSpPr>
        <p:spPr/>
        <p:txBody>
          <a:bodyPr/>
          <a:lstStyle/>
          <a:p>
            <a:r>
              <a:rPr lang="en-US" dirty="0"/>
              <a:t>WANs over the Internet</a:t>
            </a:r>
          </a:p>
        </p:txBody>
      </p:sp>
      <p:sp>
        <p:nvSpPr>
          <p:cNvPr id="3" name="Content Placeholder 2">
            <a:extLst>
              <a:ext uri="{FF2B5EF4-FFF2-40B4-BE49-F238E27FC236}">
                <a16:creationId xmlns:a16="http://schemas.microsoft.com/office/drawing/2014/main" id="{50A5589D-521E-1171-E01E-15E9C2874F4B}"/>
              </a:ext>
            </a:extLst>
          </p:cNvPr>
          <p:cNvSpPr>
            <a:spLocks noGrp="1"/>
          </p:cNvSpPr>
          <p:nvPr>
            <p:ph idx="1"/>
          </p:nvPr>
        </p:nvSpPr>
        <p:spPr/>
        <p:txBody>
          <a:bodyPr/>
          <a:lstStyle/>
          <a:p>
            <a:r>
              <a:rPr lang="en-US" dirty="0"/>
              <a:t>Using VPN connections over inexpensive Internet connections is a popular WAN alternative</a:t>
            </a:r>
          </a:p>
          <a:p>
            <a:r>
              <a:rPr lang="en-US" dirty="0"/>
              <a:t>VPNs offer the following advantages over other WAN methods:</a:t>
            </a:r>
          </a:p>
          <a:p>
            <a:pPr lvl="1"/>
            <a:r>
              <a:rPr lang="en-US" sz="2200" dirty="0"/>
              <a:t>Inexpensive </a:t>
            </a:r>
          </a:p>
          <a:p>
            <a:pPr lvl="1"/>
            <a:r>
              <a:rPr lang="en-US" sz="2200" dirty="0"/>
              <a:t>Convenience</a:t>
            </a:r>
          </a:p>
          <a:p>
            <a:pPr lvl="1"/>
            <a:r>
              <a:rPr lang="en-US" sz="2200" dirty="0"/>
              <a:t>Security </a:t>
            </a:r>
          </a:p>
          <a:p>
            <a:pPr lvl="1"/>
            <a:r>
              <a:rPr lang="en-US" sz="2200" dirty="0"/>
              <a:t>Flexibility</a:t>
            </a:r>
          </a:p>
          <a:p>
            <a:r>
              <a:rPr lang="en-US" dirty="0"/>
              <a:t>A drawback is the unpredictable nature of the Internet</a:t>
            </a:r>
          </a:p>
        </p:txBody>
      </p:sp>
    </p:spTree>
    <p:extLst>
      <p:ext uri="{BB962C8B-B14F-4D97-AF65-F5344CB8AC3E}">
        <p14:creationId xmlns:p14="http://schemas.microsoft.com/office/powerpoint/2010/main" val="6349410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111D7-85BA-E263-D89B-5680FAC3BC7A}"/>
              </a:ext>
            </a:extLst>
          </p:cNvPr>
          <p:cNvSpPr>
            <a:spLocks noGrp="1"/>
          </p:cNvSpPr>
          <p:nvPr>
            <p:ph type="title"/>
          </p:nvPr>
        </p:nvSpPr>
        <p:spPr/>
        <p:txBody>
          <a:bodyPr/>
          <a:lstStyle/>
          <a:p>
            <a:r>
              <a:rPr lang="en-US" dirty="0"/>
              <a:t>WAN Equipment (1 of 3)</a:t>
            </a:r>
          </a:p>
        </p:txBody>
      </p:sp>
      <p:sp>
        <p:nvSpPr>
          <p:cNvPr id="3" name="Content Placeholder 2">
            <a:extLst>
              <a:ext uri="{FF2B5EF4-FFF2-40B4-BE49-F238E27FC236}">
                <a16:creationId xmlns:a16="http://schemas.microsoft.com/office/drawing/2014/main" id="{EE038B7C-922C-AA5A-5986-D4ECF84E0687}"/>
              </a:ext>
            </a:extLst>
          </p:cNvPr>
          <p:cNvSpPr>
            <a:spLocks noGrp="1"/>
          </p:cNvSpPr>
          <p:nvPr>
            <p:ph idx="1"/>
          </p:nvPr>
        </p:nvSpPr>
        <p:spPr/>
        <p:txBody>
          <a:bodyPr/>
          <a:lstStyle/>
          <a:p>
            <a:r>
              <a:rPr lang="en-US" b="1" dirty="0"/>
              <a:t>Customer Premises Equipment (CPE) </a:t>
            </a:r>
            <a:r>
              <a:rPr lang="en-US" dirty="0"/>
              <a:t>is the equipment at the customer site and usually includes routers, modems, and CSU/DSUs</a:t>
            </a:r>
          </a:p>
          <a:p>
            <a:pPr lvl="1"/>
            <a:r>
              <a:rPr lang="en-US" sz="2200" dirty="0"/>
              <a:t>The customer might own or lease the equipment from the provider</a:t>
            </a:r>
          </a:p>
          <a:p>
            <a:pPr lvl="1"/>
            <a:r>
              <a:rPr lang="en-US" sz="2200" dirty="0"/>
              <a:t>The </a:t>
            </a:r>
            <a:r>
              <a:rPr lang="en-US" sz="2200" b="1" dirty="0"/>
              <a:t>demarcation point</a:t>
            </a:r>
            <a:r>
              <a:rPr lang="en-US" sz="2200" dirty="0"/>
              <a:t> (demarc) is the point at which the CPE ends and the provider’s responsibility begins (where the WAN connection is made)</a:t>
            </a:r>
          </a:p>
          <a:p>
            <a:r>
              <a:rPr lang="en-US" dirty="0"/>
              <a:t>The provider location nearest the customer site is usually referred to as the central office (CO)</a:t>
            </a:r>
          </a:p>
          <a:p>
            <a:pPr lvl="1"/>
            <a:r>
              <a:rPr lang="en-US" sz="2200" dirty="0"/>
              <a:t>The connection between the demarcation point and the CO is called the </a:t>
            </a:r>
            <a:r>
              <a:rPr lang="en-US" sz="2200" b="1" dirty="0"/>
              <a:t>local loop </a:t>
            </a:r>
            <a:r>
              <a:rPr lang="en-US" sz="2200" dirty="0"/>
              <a:t>or last mile</a:t>
            </a:r>
          </a:p>
          <a:p>
            <a:endParaRPr lang="en-US" dirty="0"/>
          </a:p>
        </p:txBody>
      </p:sp>
    </p:spTree>
    <p:extLst>
      <p:ext uri="{BB962C8B-B14F-4D97-AF65-F5344CB8AC3E}">
        <p14:creationId xmlns:p14="http://schemas.microsoft.com/office/powerpoint/2010/main" val="3697723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B4E77-D6F1-C18A-5144-8199BC73C4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995D1D-9436-901E-8975-3C030E55092B}"/>
              </a:ext>
            </a:extLst>
          </p:cNvPr>
          <p:cNvSpPr>
            <a:spLocks noGrp="1"/>
          </p:cNvSpPr>
          <p:nvPr>
            <p:ph type="title"/>
          </p:nvPr>
        </p:nvSpPr>
        <p:spPr/>
        <p:txBody>
          <a:bodyPr/>
          <a:lstStyle/>
          <a:p>
            <a:r>
              <a:rPr lang="en-US" dirty="0"/>
              <a:t>WAN Equipment (2 of 3)</a:t>
            </a:r>
          </a:p>
        </p:txBody>
      </p:sp>
      <p:sp>
        <p:nvSpPr>
          <p:cNvPr id="3" name="Content Placeholder 2">
            <a:extLst>
              <a:ext uri="{FF2B5EF4-FFF2-40B4-BE49-F238E27FC236}">
                <a16:creationId xmlns:a16="http://schemas.microsoft.com/office/drawing/2014/main" id="{1B2EA6B2-F8D5-F51E-54AA-9D177B65893D}"/>
              </a:ext>
            </a:extLst>
          </p:cNvPr>
          <p:cNvSpPr>
            <a:spLocks noGrp="1"/>
          </p:cNvSpPr>
          <p:nvPr>
            <p:ph idx="1"/>
          </p:nvPr>
        </p:nvSpPr>
        <p:spPr/>
        <p:txBody>
          <a:bodyPr/>
          <a:lstStyle/>
          <a:p>
            <a:r>
              <a:rPr lang="en-US" dirty="0"/>
              <a:t>The CPE must be able to send data in the correct format to the connection that makes up the local loop</a:t>
            </a:r>
          </a:p>
          <a:p>
            <a:r>
              <a:rPr lang="en-US" dirty="0"/>
              <a:t>The device that sends data to the local loop is called the </a:t>
            </a:r>
            <a:r>
              <a:rPr lang="en-US" b="1" dirty="0"/>
              <a:t>data circuit-terminating equipment (DCE)</a:t>
            </a:r>
            <a:r>
              <a:rPr lang="en-US" dirty="0"/>
              <a:t> and the CSU/DSU or modem is called the “DCE device”</a:t>
            </a:r>
          </a:p>
          <a:p>
            <a:r>
              <a:rPr lang="en-US" dirty="0"/>
              <a:t>The device that passes data from the customer LAN to the DCE is called the </a:t>
            </a:r>
            <a:r>
              <a:rPr lang="en-US" b="1" dirty="0"/>
              <a:t>data terminal equipment (DTE)</a:t>
            </a:r>
            <a:r>
              <a:rPr lang="en-US" dirty="0"/>
              <a:t>,</a:t>
            </a:r>
            <a:r>
              <a:rPr lang="en-US" b="1" dirty="0"/>
              <a:t> </a:t>
            </a:r>
            <a:r>
              <a:rPr lang="en-US" dirty="0"/>
              <a:t>which is typically the router or bridge that has one connection to the customer LAN and another connection to the DCE that makes the WAN connection</a:t>
            </a:r>
          </a:p>
          <a:p>
            <a:endParaRPr lang="en-US" dirty="0"/>
          </a:p>
        </p:txBody>
      </p:sp>
    </p:spTree>
    <p:extLst>
      <p:ext uri="{BB962C8B-B14F-4D97-AF65-F5344CB8AC3E}">
        <p14:creationId xmlns:p14="http://schemas.microsoft.com/office/powerpoint/2010/main" val="24350328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B09E26-B2EA-FAD6-4B5E-131CA3193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20B75-AA11-11FA-C4E7-B7B9B59D4100}"/>
              </a:ext>
            </a:extLst>
          </p:cNvPr>
          <p:cNvSpPr>
            <a:spLocks noGrp="1"/>
          </p:cNvSpPr>
          <p:nvPr>
            <p:ph type="title"/>
          </p:nvPr>
        </p:nvSpPr>
        <p:spPr/>
        <p:txBody>
          <a:bodyPr/>
          <a:lstStyle/>
          <a:p>
            <a:r>
              <a:rPr lang="en-US" dirty="0"/>
              <a:t>WAN Equipment (3 of 3)</a:t>
            </a:r>
          </a:p>
        </p:txBody>
      </p:sp>
      <p:sp>
        <p:nvSpPr>
          <p:cNvPr id="5" name="TextBox 4">
            <a:extLst>
              <a:ext uri="{FF2B5EF4-FFF2-40B4-BE49-F238E27FC236}">
                <a16:creationId xmlns:a16="http://schemas.microsoft.com/office/drawing/2014/main" id="{08D8A9F4-325B-5ED4-7E25-7908A343C671}"/>
              </a:ext>
            </a:extLst>
          </p:cNvPr>
          <p:cNvSpPr txBox="1"/>
          <p:nvPr/>
        </p:nvSpPr>
        <p:spPr>
          <a:xfrm>
            <a:off x="7315200" y="2755013"/>
            <a:ext cx="4294598" cy="1569660"/>
          </a:xfrm>
          <a:prstGeom prst="rect">
            <a:avLst/>
          </a:prstGeom>
          <a:noFill/>
        </p:spPr>
        <p:txBody>
          <a:bodyPr wrap="square" rtlCol="0">
            <a:spAutoFit/>
          </a:bodyPr>
          <a:lstStyle/>
          <a:p>
            <a:r>
              <a:rPr lang="en-US" sz="2400" b="1" dirty="0">
                <a:latin typeface="Work Sans" pitchFamily="2" charset="0"/>
              </a:rPr>
              <a:t>Figure 10-8  </a:t>
            </a:r>
            <a:r>
              <a:rPr lang="en-US" sz="2400" dirty="0">
                <a:latin typeface="Work Sans" pitchFamily="2" charset="0"/>
              </a:rPr>
              <a:t>A WAN connection showing the CPE, demarcation point, and local loop</a:t>
            </a:r>
          </a:p>
        </p:txBody>
      </p:sp>
      <p:pic>
        <p:nvPicPr>
          <p:cNvPr id="4" name="Picture 3" descr="DA WAN connection with various features is shown. The customer site and Telco site is shown. In the customer site, there is the router or D T E which is connected to the C S U / D S U or the D C E. The D C E is connected to a demarcation point. The demarcation point in the customer site is connected to the Telco site with a local loop or last mile connection. In the Telco site, the last mile connection is connected to a WAN switch.">
            <a:extLst>
              <a:ext uri="{FF2B5EF4-FFF2-40B4-BE49-F238E27FC236}">
                <a16:creationId xmlns:a16="http://schemas.microsoft.com/office/drawing/2014/main" id="{68ECD21E-7AA6-15AB-A475-86FA887F7D8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193686" y="1927861"/>
            <a:ext cx="4294598" cy="3223963"/>
          </a:xfrm>
          <a:prstGeom prst="rect">
            <a:avLst/>
          </a:prstGeom>
        </p:spPr>
      </p:pic>
    </p:spTree>
    <p:extLst>
      <p:ext uri="{BB962C8B-B14F-4D97-AF65-F5344CB8AC3E}">
        <p14:creationId xmlns:p14="http://schemas.microsoft.com/office/powerpoint/2010/main" val="24224173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74A1B-511A-60C9-6032-497BBC4ABE45}"/>
              </a:ext>
            </a:extLst>
          </p:cNvPr>
          <p:cNvSpPr>
            <a:spLocks noGrp="1"/>
          </p:cNvSpPr>
          <p:nvPr>
            <p:ph type="title"/>
          </p:nvPr>
        </p:nvSpPr>
        <p:spPr/>
        <p:txBody>
          <a:bodyPr/>
          <a:lstStyle/>
          <a:p>
            <a:r>
              <a:rPr lang="en-US" dirty="0"/>
              <a:t>Wireless WAN Technologies</a:t>
            </a:r>
          </a:p>
        </p:txBody>
      </p:sp>
      <p:sp>
        <p:nvSpPr>
          <p:cNvPr id="3" name="Content Placeholder 2">
            <a:extLst>
              <a:ext uri="{FF2B5EF4-FFF2-40B4-BE49-F238E27FC236}">
                <a16:creationId xmlns:a16="http://schemas.microsoft.com/office/drawing/2014/main" id="{976A4971-7767-354E-7B6A-5F046FCBB1A3}"/>
              </a:ext>
            </a:extLst>
          </p:cNvPr>
          <p:cNvSpPr>
            <a:spLocks noGrp="1"/>
          </p:cNvSpPr>
          <p:nvPr>
            <p:ph idx="1"/>
          </p:nvPr>
        </p:nvSpPr>
        <p:spPr/>
        <p:txBody>
          <a:bodyPr/>
          <a:lstStyle/>
          <a:p>
            <a:r>
              <a:rPr lang="en-US" dirty="0"/>
              <a:t>Wireless WANs are used for last-mile communication where wired WAN technologies are not available or for mobile Internet connections</a:t>
            </a:r>
          </a:p>
          <a:p>
            <a:r>
              <a:rPr lang="en-US" dirty="0"/>
              <a:t>The following are common Wireless WAN technologies:</a:t>
            </a:r>
          </a:p>
          <a:p>
            <a:pPr lvl="1"/>
            <a:r>
              <a:rPr lang="en-US" sz="2200" dirty="0"/>
              <a:t>802.16 WiMAX—fixed WiMAX delivers up to 70 Mbps at distances up to 30 miles</a:t>
            </a:r>
          </a:p>
          <a:p>
            <a:pPr lvl="1"/>
            <a:r>
              <a:rPr lang="en-US" sz="2200" dirty="0"/>
              <a:t>LTE (Long Term Evolution)—all major cell phone carriers use LTE for smartphone data service</a:t>
            </a:r>
          </a:p>
          <a:p>
            <a:pPr lvl="1"/>
            <a:r>
              <a:rPr lang="en-US" sz="2200" dirty="0"/>
              <a:t>Satellite—requires a dish antenna and can deliver up to 100 Mbps download and 10 Mbps upload</a:t>
            </a:r>
          </a:p>
          <a:p>
            <a:endParaRPr lang="en-US" dirty="0"/>
          </a:p>
        </p:txBody>
      </p:sp>
    </p:spTree>
    <p:extLst>
      <p:ext uri="{BB962C8B-B14F-4D97-AF65-F5344CB8AC3E}">
        <p14:creationId xmlns:p14="http://schemas.microsoft.com/office/powerpoint/2010/main" val="21553368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10-1</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Which of the following WAN connection methods provides a dedicated point-to-point connection from the customer’s LAN through the provider’s network and to the destination network?</a:t>
            </a:r>
          </a:p>
          <a:p>
            <a:pPr marL="0" indent="0">
              <a:buNone/>
            </a:pPr>
            <a:r>
              <a:rPr lang="en-US" dirty="0"/>
              <a:t>a. VPN</a:t>
            </a:r>
          </a:p>
          <a:p>
            <a:pPr marL="0" indent="0">
              <a:buNone/>
            </a:pPr>
            <a:r>
              <a:rPr lang="en-US" dirty="0"/>
              <a:t>b. Packet-switched network</a:t>
            </a:r>
          </a:p>
          <a:p>
            <a:pPr marL="0" indent="0">
              <a:buNone/>
            </a:pPr>
            <a:r>
              <a:rPr lang="en-US" dirty="0"/>
              <a:t>c. Metro Ethernet</a:t>
            </a:r>
          </a:p>
          <a:p>
            <a:pPr marL="0" indent="0">
              <a:buNone/>
            </a:pPr>
            <a:r>
              <a:rPr lang="en-US" dirty="0"/>
              <a:t>d. Leased line</a:t>
            </a:r>
          </a:p>
        </p:txBody>
      </p:sp>
    </p:spTree>
    <p:extLst>
      <p:ext uri="{BB962C8B-B14F-4D97-AF65-F5344CB8AC3E}">
        <p14:creationId xmlns:p14="http://schemas.microsoft.com/office/powerpoint/2010/main" val="36838000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10-1: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Which of the following WAN connection methods provides a dedicated point-to-point connection from the customer’s LAN through the provider’s network and to the destination network?</a:t>
            </a:r>
          </a:p>
          <a:p>
            <a:pPr marL="0" indent="0">
              <a:buNone/>
            </a:pPr>
            <a:r>
              <a:rPr lang="en-US" b="1" dirty="0"/>
              <a:t>Answer: d</a:t>
            </a:r>
            <a:r>
              <a:rPr lang="en-US" dirty="0"/>
              <a:t>. Leased line</a:t>
            </a:r>
          </a:p>
          <a:p>
            <a:pPr marL="0" indent="0">
              <a:buNone/>
            </a:pPr>
            <a:r>
              <a:rPr lang="en-US" b="1" dirty="0"/>
              <a:t>Explanation:</a:t>
            </a:r>
            <a:r>
              <a:rPr lang="en-US" dirty="0"/>
              <a:t> A leased line provides a dedicated point-to-point connection from the customer’s LAN through the provider’s network and to the destination network. It provides permanent, secure, and dedicated bandwidth that’s limited only by the provider’s technology and how much the customer is willing to spend. In essence, customers rent the network connection. </a:t>
            </a:r>
          </a:p>
        </p:txBody>
      </p:sp>
    </p:spTree>
    <p:extLst>
      <p:ext uri="{BB962C8B-B14F-4D97-AF65-F5344CB8AC3E}">
        <p14:creationId xmlns:p14="http://schemas.microsoft.com/office/powerpoint/2010/main" val="38891047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573F1-11B8-E4DA-AC7E-BA2D79717E39}"/>
              </a:ext>
            </a:extLst>
          </p:cNvPr>
          <p:cNvSpPr>
            <a:spLocks noGrp="1"/>
          </p:cNvSpPr>
          <p:nvPr>
            <p:ph type="title"/>
          </p:nvPr>
        </p:nvSpPr>
        <p:spPr/>
        <p:txBody>
          <a:bodyPr/>
          <a:lstStyle/>
          <a:p>
            <a:r>
              <a:rPr lang="en-US" dirty="0"/>
              <a:t>Remote Access Networking (1 of 2)</a:t>
            </a:r>
          </a:p>
        </p:txBody>
      </p:sp>
      <p:sp>
        <p:nvSpPr>
          <p:cNvPr id="3" name="Content Placeholder 2">
            <a:extLst>
              <a:ext uri="{FF2B5EF4-FFF2-40B4-BE49-F238E27FC236}">
                <a16:creationId xmlns:a16="http://schemas.microsoft.com/office/drawing/2014/main" id="{E30EC4E2-C457-1EB2-95C4-3CCC998E8E0C}"/>
              </a:ext>
            </a:extLst>
          </p:cNvPr>
          <p:cNvSpPr>
            <a:spLocks noGrp="1"/>
          </p:cNvSpPr>
          <p:nvPr>
            <p:ph idx="1"/>
          </p:nvPr>
        </p:nvSpPr>
        <p:spPr/>
        <p:txBody>
          <a:bodyPr/>
          <a:lstStyle/>
          <a:p>
            <a:r>
              <a:rPr lang="en-US" dirty="0"/>
              <a:t>Windows Server includes the Routing and Remote Access feature (RRAS), which supports both dial-up remote access and VPN remote access</a:t>
            </a:r>
          </a:p>
          <a:p>
            <a:r>
              <a:rPr lang="en-US" dirty="0"/>
              <a:t>Most client OSs can create dial-up or VPN network connections to a remote access server</a:t>
            </a:r>
          </a:p>
          <a:p>
            <a:r>
              <a:rPr lang="en-US" dirty="0"/>
              <a:t>After the remote access connection is established, the remotely connected computer acts as though it were connected directly to the network</a:t>
            </a:r>
          </a:p>
          <a:p>
            <a:endParaRPr lang="en-US" dirty="0"/>
          </a:p>
        </p:txBody>
      </p:sp>
    </p:spTree>
    <p:extLst>
      <p:ext uri="{BB962C8B-B14F-4D97-AF65-F5344CB8AC3E}">
        <p14:creationId xmlns:p14="http://schemas.microsoft.com/office/powerpoint/2010/main" val="3018999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B7C8A-1BDE-32AC-2EB7-28CA622E2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9D3480-C9DB-84C3-6FCB-BA6A48A4A0CE}"/>
              </a:ext>
            </a:extLst>
          </p:cNvPr>
          <p:cNvSpPr>
            <a:spLocks noGrp="1"/>
          </p:cNvSpPr>
          <p:nvPr>
            <p:ph type="title"/>
          </p:nvPr>
        </p:nvSpPr>
        <p:spPr/>
        <p:txBody>
          <a:bodyPr/>
          <a:lstStyle/>
          <a:p>
            <a:r>
              <a:rPr lang="en-US" dirty="0"/>
              <a:t>Remote Access Networking (2 of 2)</a:t>
            </a:r>
          </a:p>
        </p:txBody>
      </p:sp>
      <p:sp>
        <p:nvSpPr>
          <p:cNvPr id="5" name="TextBox 4">
            <a:extLst>
              <a:ext uri="{FF2B5EF4-FFF2-40B4-BE49-F238E27FC236}">
                <a16:creationId xmlns:a16="http://schemas.microsoft.com/office/drawing/2014/main" id="{14A6238E-6AA8-0481-F56C-D5187BBE1A63}"/>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10-9  </a:t>
            </a:r>
            <a:r>
              <a:rPr lang="en-US" sz="2400" dirty="0">
                <a:latin typeface="Work Sans" pitchFamily="2" charset="0"/>
              </a:rPr>
              <a:t>Windows Server provides remote connectivity to clients</a:t>
            </a:r>
          </a:p>
        </p:txBody>
      </p:sp>
      <p:pic>
        <p:nvPicPr>
          <p:cNvPr id="4" name="Picture 3" descr="An R R A S server that provides remote connectivity to clients. An R R A S server is connected to a switch. The switch is connected to another server and two LANs. The R R A S server is connected to a modem. A laptop can connect to the modem. Laptops can also connect to the R R A S server through V P N over Internet.&#10;">
            <a:extLst>
              <a:ext uri="{FF2B5EF4-FFF2-40B4-BE49-F238E27FC236}">
                <a16:creationId xmlns:a16="http://schemas.microsoft.com/office/drawing/2014/main" id="{3DFBB966-6C4C-1839-9D28-F19276EFE32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607642" y="1833851"/>
            <a:ext cx="4240238" cy="3190297"/>
          </a:xfrm>
          <a:prstGeom prst="rect">
            <a:avLst/>
          </a:prstGeom>
        </p:spPr>
      </p:pic>
    </p:spTree>
    <p:extLst>
      <p:ext uri="{BB962C8B-B14F-4D97-AF65-F5344CB8AC3E}">
        <p14:creationId xmlns:p14="http://schemas.microsoft.com/office/powerpoint/2010/main" val="1318877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259E9-D330-FF44-D9DA-619EA6BD7E90}"/>
              </a:ext>
            </a:extLst>
          </p:cNvPr>
          <p:cNvSpPr>
            <a:spLocks noGrp="1"/>
          </p:cNvSpPr>
          <p:nvPr>
            <p:ph type="title"/>
          </p:nvPr>
        </p:nvSpPr>
        <p:spPr/>
        <p:txBody>
          <a:bodyPr/>
          <a:lstStyle/>
          <a:p>
            <a:r>
              <a:rPr lang="en-US" dirty="0"/>
              <a:t>Making a VPN Connection in Windows (1 of 3)</a:t>
            </a:r>
          </a:p>
        </p:txBody>
      </p:sp>
      <p:sp>
        <p:nvSpPr>
          <p:cNvPr id="3" name="Content Placeholder 2">
            <a:extLst>
              <a:ext uri="{FF2B5EF4-FFF2-40B4-BE49-F238E27FC236}">
                <a16:creationId xmlns:a16="http://schemas.microsoft.com/office/drawing/2014/main" id="{70689A8C-1EC5-96D1-B584-6EF123CCA05A}"/>
              </a:ext>
            </a:extLst>
          </p:cNvPr>
          <p:cNvSpPr>
            <a:spLocks noGrp="1"/>
          </p:cNvSpPr>
          <p:nvPr>
            <p:ph idx="1"/>
          </p:nvPr>
        </p:nvSpPr>
        <p:spPr/>
        <p:txBody>
          <a:bodyPr/>
          <a:lstStyle/>
          <a:p>
            <a:r>
              <a:rPr lang="en-US" dirty="0"/>
              <a:t>In Windows, you create a new VPN connection in the Network &amp; Internet settings by selecting VPN and then Add a VPN connection (see Figure 10-10)</a:t>
            </a:r>
          </a:p>
          <a:p>
            <a:pPr lvl="1"/>
            <a:r>
              <a:rPr lang="en-US" sz="2200" dirty="0"/>
              <a:t>In the next window (see Figure 10-11), you specify the VPN provider, a name for the connection, and the Server name or address</a:t>
            </a:r>
          </a:p>
          <a:p>
            <a:pPr lvl="1"/>
            <a:r>
              <a:rPr lang="en-US" sz="2200" dirty="0"/>
              <a:t>You can also specify the VPN type</a:t>
            </a:r>
          </a:p>
          <a:p>
            <a:pPr lvl="1"/>
            <a:r>
              <a:rPr lang="en-US" sz="2200" dirty="0"/>
              <a:t>If you leave the option as Automatic, Windows will try to use each protocol until a connection is made</a:t>
            </a:r>
          </a:p>
          <a:p>
            <a:pPr lvl="1"/>
            <a:r>
              <a:rPr lang="en-US" sz="2200" dirty="0"/>
              <a:t>Finally, specify the type of credentials you will use to sign in to the VPN server</a:t>
            </a:r>
          </a:p>
          <a:p>
            <a:endParaRPr lang="en-US" dirty="0"/>
          </a:p>
        </p:txBody>
      </p:sp>
    </p:spTree>
    <p:extLst>
      <p:ext uri="{BB962C8B-B14F-4D97-AF65-F5344CB8AC3E}">
        <p14:creationId xmlns:p14="http://schemas.microsoft.com/office/powerpoint/2010/main" val="15148391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D213A-CBAE-0501-6BD3-011140376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B89FA0-BA8B-B89F-5646-97971A0F570F}"/>
              </a:ext>
            </a:extLst>
          </p:cNvPr>
          <p:cNvSpPr>
            <a:spLocks noGrp="1"/>
          </p:cNvSpPr>
          <p:nvPr>
            <p:ph type="title"/>
          </p:nvPr>
        </p:nvSpPr>
        <p:spPr/>
        <p:txBody>
          <a:bodyPr/>
          <a:lstStyle/>
          <a:p>
            <a:r>
              <a:rPr lang="en-US" dirty="0"/>
              <a:t>Making a VPN Connection in Windows (2 of 3)</a:t>
            </a:r>
          </a:p>
        </p:txBody>
      </p:sp>
      <p:sp>
        <p:nvSpPr>
          <p:cNvPr id="5" name="TextBox 4">
            <a:extLst>
              <a:ext uri="{FF2B5EF4-FFF2-40B4-BE49-F238E27FC236}">
                <a16:creationId xmlns:a16="http://schemas.microsoft.com/office/drawing/2014/main" id="{FD491D8A-E97D-AE43-0C97-EF55DE77B0CD}"/>
              </a:ext>
            </a:extLst>
          </p:cNvPr>
          <p:cNvSpPr txBox="1"/>
          <p:nvPr/>
        </p:nvSpPr>
        <p:spPr>
          <a:xfrm>
            <a:off x="7315200" y="2755013"/>
            <a:ext cx="4294598" cy="830997"/>
          </a:xfrm>
          <a:prstGeom prst="rect">
            <a:avLst/>
          </a:prstGeom>
          <a:noFill/>
        </p:spPr>
        <p:txBody>
          <a:bodyPr wrap="square" rtlCol="0">
            <a:spAutoFit/>
          </a:bodyPr>
          <a:lstStyle/>
          <a:p>
            <a:r>
              <a:rPr lang="en-US" sz="2400" b="1" dirty="0">
                <a:latin typeface="Work Sans" pitchFamily="2" charset="0"/>
              </a:rPr>
              <a:t>Figure 10-10  </a:t>
            </a:r>
            <a:r>
              <a:rPr lang="en-US" sz="2400" dirty="0">
                <a:latin typeface="Work Sans" pitchFamily="2" charset="0"/>
              </a:rPr>
              <a:t>Adding a VPN connection</a:t>
            </a:r>
          </a:p>
        </p:txBody>
      </p:sp>
      <p:pic>
        <p:nvPicPr>
          <p:cNvPr id="4" name="Picture 3" descr="The V P N connection page that is available under Network and Internet in Settings of Windows.&#10;">
            <a:extLst>
              <a:ext uri="{FF2B5EF4-FFF2-40B4-BE49-F238E27FC236}">
                <a16:creationId xmlns:a16="http://schemas.microsoft.com/office/drawing/2014/main" id="{73140C75-579E-E118-3C42-5C8B43F3350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847422" y="1808974"/>
            <a:ext cx="4727234" cy="3554071"/>
          </a:xfrm>
          <a:prstGeom prst="rect">
            <a:avLst/>
          </a:prstGeom>
        </p:spPr>
      </p:pic>
    </p:spTree>
    <p:extLst>
      <p:ext uri="{BB962C8B-B14F-4D97-AF65-F5344CB8AC3E}">
        <p14:creationId xmlns:p14="http://schemas.microsoft.com/office/powerpoint/2010/main" val="39938412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0AAA4-DE7C-A5DC-D956-30D5477030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3BE04-6A93-1D14-EF14-FA73C7775E91}"/>
              </a:ext>
            </a:extLst>
          </p:cNvPr>
          <p:cNvSpPr>
            <a:spLocks noGrp="1"/>
          </p:cNvSpPr>
          <p:nvPr>
            <p:ph type="title"/>
          </p:nvPr>
        </p:nvSpPr>
        <p:spPr/>
        <p:txBody>
          <a:bodyPr/>
          <a:lstStyle/>
          <a:p>
            <a:r>
              <a:rPr lang="en-US" dirty="0"/>
              <a:t>Making a VPN Connection in Windows (3 of 3)</a:t>
            </a:r>
          </a:p>
        </p:txBody>
      </p:sp>
      <p:sp>
        <p:nvSpPr>
          <p:cNvPr id="5" name="TextBox 4">
            <a:extLst>
              <a:ext uri="{FF2B5EF4-FFF2-40B4-BE49-F238E27FC236}">
                <a16:creationId xmlns:a16="http://schemas.microsoft.com/office/drawing/2014/main" id="{48AEED35-6C4A-DA5E-1A86-4DCE81609391}"/>
              </a:ext>
            </a:extLst>
          </p:cNvPr>
          <p:cNvSpPr txBox="1"/>
          <p:nvPr/>
        </p:nvSpPr>
        <p:spPr>
          <a:xfrm>
            <a:off x="7315200" y="2755013"/>
            <a:ext cx="4294598" cy="1200329"/>
          </a:xfrm>
          <a:prstGeom prst="rect">
            <a:avLst/>
          </a:prstGeom>
          <a:noFill/>
        </p:spPr>
        <p:txBody>
          <a:bodyPr wrap="square" rtlCol="0">
            <a:spAutoFit/>
          </a:bodyPr>
          <a:lstStyle/>
          <a:p>
            <a:r>
              <a:rPr lang="en-US" sz="2400" b="1" dirty="0">
                <a:latin typeface="Work Sans" pitchFamily="2" charset="0"/>
              </a:rPr>
              <a:t>Figure 10-11  </a:t>
            </a:r>
            <a:r>
              <a:rPr lang="en-US" sz="2400" dirty="0">
                <a:latin typeface="Work Sans" pitchFamily="2" charset="0"/>
              </a:rPr>
              <a:t>Specifying VPN connection information</a:t>
            </a:r>
          </a:p>
        </p:txBody>
      </p:sp>
      <p:pic>
        <p:nvPicPr>
          <p:cNvPr id="4" name="Picture 3" descr="In the Add a V P N connection dialog box, the user needs to provide details of the V P N provider, connection name, server name or address, V P N type, and sign in information.&#10;">
            <a:extLst>
              <a:ext uri="{FF2B5EF4-FFF2-40B4-BE49-F238E27FC236}">
                <a16:creationId xmlns:a16="http://schemas.microsoft.com/office/drawing/2014/main" id="{F5A2420A-2DFB-50FD-2455-A795AD55692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31569" y="1995493"/>
            <a:ext cx="2404153" cy="3304836"/>
          </a:xfrm>
          <a:prstGeom prst="rect">
            <a:avLst/>
          </a:prstGeom>
        </p:spPr>
      </p:pic>
    </p:spTree>
    <p:extLst>
      <p:ext uri="{BB962C8B-B14F-4D97-AF65-F5344CB8AC3E}">
        <p14:creationId xmlns:p14="http://schemas.microsoft.com/office/powerpoint/2010/main" val="30877396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A7B8C-512F-BFB3-2F5B-5FC91B581796}"/>
              </a:ext>
            </a:extLst>
          </p:cNvPr>
          <p:cNvSpPr>
            <a:spLocks noGrp="1"/>
          </p:cNvSpPr>
          <p:nvPr>
            <p:ph type="title"/>
          </p:nvPr>
        </p:nvSpPr>
        <p:spPr/>
        <p:txBody>
          <a:bodyPr/>
          <a:lstStyle/>
          <a:p>
            <a:r>
              <a:rPr lang="en-US" dirty="0"/>
              <a:t>Remote Access Networking via the Web (1 of 2)</a:t>
            </a:r>
          </a:p>
        </p:txBody>
      </p:sp>
      <p:sp>
        <p:nvSpPr>
          <p:cNvPr id="3" name="Content Placeholder 2">
            <a:extLst>
              <a:ext uri="{FF2B5EF4-FFF2-40B4-BE49-F238E27FC236}">
                <a16:creationId xmlns:a16="http://schemas.microsoft.com/office/drawing/2014/main" id="{8DD8A455-2484-DE01-7F59-D456B7308EDA}"/>
              </a:ext>
            </a:extLst>
          </p:cNvPr>
          <p:cNvSpPr>
            <a:spLocks noGrp="1"/>
          </p:cNvSpPr>
          <p:nvPr>
            <p:ph idx="1"/>
          </p:nvPr>
        </p:nvSpPr>
        <p:spPr/>
        <p:txBody>
          <a:bodyPr/>
          <a:lstStyle/>
          <a:p>
            <a:r>
              <a:rPr lang="en-US" dirty="0"/>
              <a:t>Another remote access model is remote control of your desktop via a Web browser</a:t>
            </a:r>
          </a:p>
          <a:p>
            <a:pPr lvl="1"/>
            <a:r>
              <a:rPr lang="en-US" sz="2200" dirty="0"/>
              <a:t>A client component is installed on your computer and then logon to the online service which connects you</a:t>
            </a:r>
          </a:p>
          <a:p>
            <a:pPr lvl="1"/>
            <a:r>
              <a:rPr lang="en-US" sz="2200" dirty="0"/>
              <a:t>These services use authentication and encryption to maintain a secure connection</a:t>
            </a:r>
          </a:p>
          <a:p>
            <a:pPr lvl="1"/>
            <a:r>
              <a:rPr lang="en-US" sz="2200" dirty="0"/>
              <a:t>Microsoft offers Remote Desktop Gateway</a:t>
            </a:r>
          </a:p>
          <a:p>
            <a:pPr lvl="1"/>
            <a:r>
              <a:rPr lang="en-US" sz="2200" dirty="0"/>
              <a:t>Users use the standard Remote Desktop Protocol (RDP) client to access their desktops</a:t>
            </a:r>
          </a:p>
          <a:p>
            <a:endParaRPr lang="en-US" dirty="0"/>
          </a:p>
        </p:txBody>
      </p:sp>
    </p:spTree>
    <p:extLst>
      <p:ext uri="{BB962C8B-B14F-4D97-AF65-F5344CB8AC3E}">
        <p14:creationId xmlns:p14="http://schemas.microsoft.com/office/powerpoint/2010/main" val="40241915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44296-7329-CD55-F70A-05F58922A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2EB462-2D5F-F9FD-5E79-888AFE7987D4}"/>
              </a:ext>
            </a:extLst>
          </p:cNvPr>
          <p:cNvSpPr>
            <a:spLocks noGrp="1"/>
          </p:cNvSpPr>
          <p:nvPr>
            <p:ph type="title"/>
          </p:nvPr>
        </p:nvSpPr>
        <p:spPr/>
        <p:txBody>
          <a:bodyPr/>
          <a:lstStyle/>
          <a:p>
            <a:r>
              <a:rPr lang="en-US" dirty="0"/>
              <a:t>Remote Access Networking via the Web (2 of 2)</a:t>
            </a:r>
          </a:p>
        </p:txBody>
      </p:sp>
      <p:sp>
        <p:nvSpPr>
          <p:cNvPr id="3" name="Content Placeholder 2">
            <a:extLst>
              <a:ext uri="{FF2B5EF4-FFF2-40B4-BE49-F238E27FC236}">
                <a16:creationId xmlns:a16="http://schemas.microsoft.com/office/drawing/2014/main" id="{5038451B-1BAB-22C5-182A-9FE759675D6A}"/>
              </a:ext>
            </a:extLst>
          </p:cNvPr>
          <p:cNvSpPr>
            <a:spLocks noGrp="1"/>
          </p:cNvSpPr>
          <p:nvPr>
            <p:ph idx="1"/>
          </p:nvPr>
        </p:nvSpPr>
        <p:spPr/>
        <p:txBody>
          <a:bodyPr/>
          <a:lstStyle/>
          <a:p>
            <a:r>
              <a:rPr lang="en-US" dirty="0"/>
              <a:t>Another popular method for accessing remote network resources is connecting to a remote virtual machine (VM)</a:t>
            </a:r>
          </a:p>
          <a:p>
            <a:pPr lvl="1"/>
            <a:r>
              <a:rPr lang="en-US" sz="2200" dirty="0"/>
              <a:t>Cloud providers such as Microsoft Azure, Google Cloud, and Amazon Web Services provide this type of service</a:t>
            </a:r>
          </a:p>
          <a:p>
            <a:pPr lvl="1"/>
            <a:r>
              <a:rPr lang="en-US" sz="2200" dirty="0"/>
              <a:t>The remote VM’s desktop interface can be accessed using protocols such as RDP and virtual network computing (VNC) using RDP or VNC client</a:t>
            </a:r>
          </a:p>
          <a:p>
            <a:pPr lvl="1"/>
            <a:r>
              <a:rPr lang="en-US" sz="2200" dirty="0"/>
              <a:t>This type of service is referred to as </a:t>
            </a:r>
            <a:r>
              <a:rPr lang="en-US" sz="2200" b="1" dirty="0"/>
              <a:t>virtual desktop infrastructure </a:t>
            </a:r>
            <a:r>
              <a:rPr lang="en-US" sz="2200" dirty="0"/>
              <a:t>(</a:t>
            </a:r>
            <a:r>
              <a:rPr lang="en-US" sz="2200" b="1" dirty="0"/>
              <a:t>VDI</a:t>
            </a:r>
            <a:r>
              <a:rPr lang="en-US" sz="2200" dirty="0"/>
              <a:t>) and is part of a cloud computing paradigm called infrastructure as a service (IaaS) or desktop as a service (DaaS)</a:t>
            </a:r>
          </a:p>
          <a:p>
            <a:endParaRPr lang="en-US" dirty="0"/>
          </a:p>
        </p:txBody>
      </p:sp>
    </p:spTree>
    <p:extLst>
      <p:ext uri="{BB962C8B-B14F-4D97-AF65-F5344CB8AC3E}">
        <p14:creationId xmlns:p14="http://schemas.microsoft.com/office/powerpoint/2010/main" val="2317530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D79F-A533-9C95-046B-4A073C1BF377}"/>
              </a:ext>
            </a:extLst>
          </p:cNvPr>
          <p:cNvSpPr>
            <a:spLocks noGrp="1"/>
          </p:cNvSpPr>
          <p:nvPr>
            <p:ph type="title"/>
          </p:nvPr>
        </p:nvSpPr>
        <p:spPr/>
        <p:txBody>
          <a:bodyPr/>
          <a:lstStyle/>
          <a:p>
            <a:r>
              <a:rPr lang="en-US" dirty="0"/>
              <a:t>Cloud Computing (1 of 2)</a:t>
            </a:r>
          </a:p>
        </p:txBody>
      </p:sp>
      <p:sp>
        <p:nvSpPr>
          <p:cNvPr id="3" name="Content Placeholder 2">
            <a:extLst>
              <a:ext uri="{FF2B5EF4-FFF2-40B4-BE49-F238E27FC236}">
                <a16:creationId xmlns:a16="http://schemas.microsoft.com/office/drawing/2014/main" id="{B2EFAD7D-81B7-3F94-08BE-4944EE98C089}"/>
              </a:ext>
            </a:extLst>
          </p:cNvPr>
          <p:cNvSpPr>
            <a:spLocks noGrp="1"/>
          </p:cNvSpPr>
          <p:nvPr>
            <p:ph idx="1"/>
          </p:nvPr>
        </p:nvSpPr>
        <p:spPr/>
        <p:txBody>
          <a:bodyPr/>
          <a:lstStyle/>
          <a:p>
            <a:r>
              <a:rPr lang="en-US" dirty="0"/>
              <a:t>Cloud computing is a networking model in which data, applications, and processing power are managed by servers on the Internet</a:t>
            </a:r>
          </a:p>
          <a:p>
            <a:r>
              <a:rPr lang="en-US" dirty="0"/>
              <a:t>Users of these resources pay for what they use rather than for the equipment and software needed to provide the resources</a:t>
            </a:r>
          </a:p>
          <a:p>
            <a:r>
              <a:rPr lang="en-US" dirty="0"/>
              <a:t>Benefits of cloud computing:</a:t>
            </a:r>
          </a:p>
          <a:p>
            <a:pPr lvl="1"/>
            <a:r>
              <a:rPr lang="en-US" sz="2200" dirty="0"/>
              <a:t>Reduced physical plant costs</a:t>
            </a:r>
          </a:p>
          <a:p>
            <a:pPr lvl="1"/>
            <a:r>
              <a:rPr lang="en-US" sz="2200" dirty="0"/>
              <a:t>Reduced upfront costs</a:t>
            </a:r>
          </a:p>
          <a:p>
            <a:pPr lvl="1"/>
            <a:r>
              <a:rPr lang="en-US" sz="2200" dirty="0"/>
              <a:t>Reduced personnel costs</a:t>
            </a:r>
          </a:p>
          <a:p>
            <a:endParaRPr lang="en-US" dirty="0"/>
          </a:p>
        </p:txBody>
      </p:sp>
    </p:spTree>
    <p:extLst>
      <p:ext uri="{BB962C8B-B14F-4D97-AF65-F5344CB8AC3E}">
        <p14:creationId xmlns:p14="http://schemas.microsoft.com/office/powerpoint/2010/main" val="6191420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7404A-0607-457C-8051-36272B5FF8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6A937C-643C-EBC5-EB57-2259F012D60F}"/>
              </a:ext>
            </a:extLst>
          </p:cNvPr>
          <p:cNvSpPr>
            <a:spLocks noGrp="1"/>
          </p:cNvSpPr>
          <p:nvPr>
            <p:ph type="title"/>
          </p:nvPr>
        </p:nvSpPr>
        <p:spPr/>
        <p:txBody>
          <a:bodyPr/>
          <a:lstStyle/>
          <a:p>
            <a:r>
              <a:rPr lang="en-US" dirty="0"/>
              <a:t>Cloud Computing (2 of 2)</a:t>
            </a:r>
          </a:p>
        </p:txBody>
      </p:sp>
      <p:sp>
        <p:nvSpPr>
          <p:cNvPr id="3" name="Content Placeholder 2">
            <a:extLst>
              <a:ext uri="{FF2B5EF4-FFF2-40B4-BE49-F238E27FC236}">
                <a16:creationId xmlns:a16="http://schemas.microsoft.com/office/drawing/2014/main" id="{4DF5E795-B4E9-4939-2A86-9869F0C96340}"/>
              </a:ext>
            </a:extLst>
          </p:cNvPr>
          <p:cNvSpPr>
            <a:spLocks noGrp="1"/>
          </p:cNvSpPr>
          <p:nvPr>
            <p:ph idx="1"/>
          </p:nvPr>
        </p:nvSpPr>
        <p:spPr/>
        <p:txBody>
          <a:bodyPr/>
          <a:lstStyle/>
          <a:p>
            <a:r>
              <a:rPr lang="en-US" dirty="0"/>
              <a:t>The following are the three main categories of cloud computing:	</a:t>
            </a:r>
          </a:p>
          <a:p>
            <a:pPr lvl="1"/>
            <a:r>
              <a:rPr lang="en-US" sz="2200" dirty="0"/>
              <a:t>Software as a service</a:t>
            </a:r>
          </a:p>
          <a:p>
            <a:pPr lvl="1"/>
            <a:r>
              <a:rPr lang="en-US" sz="2200" dirty="0"/>
              <a:t>Platform as a service</a:t>
            </a:r>
          </a:p>
          <a:p>
            <a:pPr lvl="1"/>
            <a:r>
              <a:rPr lang="en-US" sz="2200" dirty="0"/>
              <a:t>Infrastructure as a service</a:t>
            </a:r>
          </a:p>
          <a:p>
            <a:r>
              <a:rPr lang="en-US" dirty="0"/>
              <a:t>The phrase “as a service” means the resource resides on another server or network than the one using the resource</a:t>
            </a:r>
          </a:p>
          <a:p>
            <a:endParaRPr lang="en-US" dirty="0"/>
          </a:p>
        </p:txBody>
      </p:sp>
    </p:spTree>
    <p:extLst>
      <p:ext uri="{BB962C8B-B14F-4D97-AF65-F5344CB8AC3E}">
        <p14:creationId xmlns:p14="http://schemas.microsoft.com/office/powerpoint/2010/main" val="21629382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760EE-6E1A-4C8C-1A6D-C24FC0C6575D}"/>
              </a:ext>
            </a:extLst>
          </p:cNvPr>
          <p:cNvSpPr>
            <a:spLocks noGrp="1"/>
          </p:cNvSpPr>
          <p:nvPr>
            <p:ph type="title"/>
          </p:nvPr>
        </p:nvSpPr>
        <p:spPr/>
        <p:txBody>
          <a:bodyPr/>
          <a:lstStyle/>
          <a:p>
            <a:r>
              <a:rPr lang="en-US" dirty="0"/>
              <a:t>Software as a Service</a:t>
            </a:r>
          </a:p>
        </p:txBody>
      </p:sp>
      <p:sp>
        <p:nvSpPr>
          <p:cNvPr id="3" name="Content Placeholder 2">
            <a:extLst>
              <a:ext uri="{FF2B5EF4-FFF2-40B4-BE49-F238E27FC236}">
                <a16:creationId xmlns:a16="http://schemas.microsoft.com/office/drawing/2014/main" id="{9FBA6EF2-F7EE-6DFE-3DB0-E2FA5E0DC49A}"/>
              </a:ext>
            </a:extLst>
          </p:cNvPr>
          <p:cNvSpPr>
            <a:spLocks noGrp="1"/>
          </p:cNvSpPr>
          <p:nvPr>
            <p:ph idx="1"/>
          </p:nvPr>
        </p:nvSpPr>
        <p:spPr/>
        <p:txBody>
          <a:bodyPr/>
          <a:lstStyle/>
          <a:p>
            <a:r>
              <a:rPr lang="en-US" b="1" dirty="0"/>
              <a:t>Software as a service (SaaS) </a:t>
            </a:r>
            <a:r>
              <a:rPr lang="en-US" dirty="0"/>
              <a:t>is also called “hosted applications” or “on-demand applications”</a:t>
            </a:r>
          </a:p>
          <a:p>
            <a:r>
              <a:rPr lang="en-US" dirty="0"/>
              <a:t>The best-known examples are Google Apps and Microsoft Office 365</a:t>
            </a:r>
          </a:p>
          <a:p>
            <a:r>
              <a:rPr lang="en-US" dirty="0"/>
              <a:t>SaaS is usually offered as a subscription based on the number of users</a:t>
            </a:r>
          </a:p>
          <a:p>
            <a:r>
              <a:rPr lang="en-US" dirty="0"/>
              <a:t>Customers can take advantage of new software editions much faster</a:t>
            </a:r>
          </a:p>
          <a:p>
            <a:r>
              <a:rPr lang="en-US" dirty="0"/>
              <a:t>SaaS is available anywhere the customer has a connection to the Internet</a:t>
            </a:r>
          </a:p>
          <a:p>
            <a:endParaRPr lang="en-US" dirty="0"/>
          </a:p>
        </p:txBody>
      </p:sp>
    </p:spTree>
    <p:extLst>
      <p:ext uri="{BB962C8B-B14F-4D97-AF65-F5344CB8AC3E}">
        <p14:creationId xmlns:p14="http://schemas.microsoft.com/office/powerpoint/2010/main" val="10483487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400FC-4AEC-71B3-543E-F89331CD4518}"/>
              </a:ext>
            </a:extLst>
          </p:cNvPr>
          <p:cNvSpPr>
            <a:spLocks noGrp="1"/>
          </p:cNvSpPr>
          <p:nvPr>
            <p:ph type="title"/>
          </p:nvPr>
        </p:nvSpPr>
        <p:spPr/>
        <p:txBody>
          <a:bodyPr/>
          <a:lstStyle/>
          <a:p>
            <a:r>
              <a:rPr lang="en-US" dirty="0"/>
              <a:t>Platform as a Service</a:t>
            </a:r>
          </a:p>
        </p:txBody>
      </p:sp>
      <p:sp>
        <p:nvSpPr>
          <p:cNvPr id="3" name="Content Placeholder 2">
            <a:extLst>
              <a:ext uri="{FF2B5EF4-FFF2-40B4-BE49-F238E27FC236}">
                <a16:creationId xmlns:a16="http://schemas.microsoft.com/office/drawing/2014/main" id="{E90AB58F-A1AA-9E70-0116-6ECB6E177F13}"/>
              </a:ext>
            </a:extLst>
          </p:cNvPr>
          <p:cNvSpPr>
            <a:spLocks noGrp="1"/>
          </p:cNvSpPr>
          <p:nvPr>
            <p:ph idx="1"/>
          </p:nvPr>
        </p:nvSpPr>
        <p:spPr/>
        <p:txBody>
          <a:bodyPr/>
          <a:lstStyle/>
          <a:p>
            <a:r>
              <a:rPr lang="en-US" b="1" dirty="0"/>
              <a:t>Platform as a service (PaaS) </a:t>
            </a:r>
            <a:r>
              <a:rPr lang="en-US" dirty="0"/>
              <a:t>is also called “hosted platform” and is similar to SaaS, but the customer develops applications with the service provider’s tool and infrastructure</a:t>
            </a:r>
          </a:p>
          <a:p>
            <a:pPr lvl="1"/>
            <a:r>
              <a:rPr lang="en-US" sz="2200" dirty="0"/>
              <a:t>Developers who use PaaS can take advantage of many of the same benefits as users of SaaS</a:t>
            </a:r>
          </a:p>
          <a:p>
            <a:pPr lvl="1"/>
            <a:r>
              <a:rPr lang="en-US" sz="2200" dirty="0"/>
              <a:t>In addition, developers can deploy an application immediately to customers who access it as a hosted application</a:t>
            </a:r>
          </a:p>
          <a:p>
            <a:pPr lvl="1"/>
            <a:r>
              <a:rPr lang="en-US" sz="2200" dirty="0"/>
              <a:t>The most common PaaS products are Salesforce.com’s Apex, Azure for Windows, Google’s AppEngine, AWS’s Elastic Beanstalk, and Engine Yard for Ruby on Rails</a:t>
            </a:r>
          </a:p>
          <a:p>
            <a:endParaRPr lang="en-US" dirty="0"/>
          </a:p>
        </p:txBody>
      </p:sp>
    </p:spTree>
    <p:extLst>
      <p:ext uri="{BB962C8B-B14F-4D97-AF65-F5344CB8AC3E}">
        <p14:creationId xmlns:p14="http://schemas.microsoft.com/office/powerpoint/2010/main" val="39480638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F463E-C1F1-06E1-128C-E2BBC91D6523}"/>
              </a:ext>
            </a:extLst>
          </p:cNvPr>
          <p:cNvSpPr>
            <a:spLocks noGrp="1"/>
          </p:cNvSpPr>
          <p:nvPr>
            <p:ph type="title"/>
          </p:nvPr>
        </p:nvSpPr>
        <p:spPr/>
        <p:txBody>
          <a:bodyPr/>
          <a:lstStyle/>
          <a:p>
            <a:r>
              <a:rPr lang="en-US" dirty="0"/>
              <a:t>Infrastructure as a Service</a:t>
            </a:r>
          </a:p>
        </p:txBody>
      </p:sp>
      <p:sp>
        <p:nvSpPr>
          <p:cNvPr id="3" name="Content Placeholder 2">
            <a:extLst>
              <a:ext uri="{FF2B5EF4-FFF2-40B4-BE49-F238E27FC236}">
                <a16:creationId xmlns:a16="http://schemas.microsoft.com/office/drawing/2014/main" id="{F80E88CA-1161-84B1-5AE7-FD777164785B}"/>
              </a:ext>
            </a:extLst>
          </p:cNvPr>
          <p:cNvSpPr>
            <a:spLocks noGrp="1"/>
          </p:cNvSpPr>
          <p:nvPr>
            <p:ph idx="1"/>
          </p:nvPr>
        </p:nvSpPr>
        <p:spPr/>
        <p:txBody>
          <a:bodyPr/>
          <a:lstStyle/>
          <a:p>
            <a:r>
              <a:rPr lang="en-US" b="1" dirty="0"/>
              <a:t>Infrastructure as a service (IaaS) </a:t>
            </a:r>
            <a:r>
              <a:rPr lang="en-US" dirty="0"/>
              <a:t>is also called “hosted infrastructure” and it allows a company to use storage or entire virtual servers</a:t>
            </a:r>
          </a:p>
          <a:p>
            <a:pPr lvl="1"/>
            <a:r>
              <a:rPr lang="en-US" sz="2200" dirty="0"/>
              <a:t>If a customer needs another terabyte of storage space, they can pay for the space without worrying about how that space is actually provided</a:t>
            </a:r>
          </a:p>
          <a:p>
            <a:pPr lvl="1"/>
            <a:r>
              <a:rPr lang="en-US" sz="2200" dirty="0"/>
              <a:t>If a customer needs another server, they pay for the amount of processing and storage the additional server actually requires </a:t>
            </a:r>
          </a:p>
          <a:p>
            <a:pPr lvl="1"/>
            <a:r>
              <a:rPr lang="en-US" sz="2200" dirty="0"/>
              <a:t>Customers rent the resources they are using but are still responsible for application installation and upgrade</a:t>
            </a:r>
          </a:p>
          <a:p>
            <a:pPr lvl="1"/>
            <a:r>
              <a:rPr lang="en-US" sz="2200" dirty="0"/>
              <a:t>Companies can “upgrade” to the latest OSs and desktop applications by using virtualized desktops through their IaaS providers</a:t>
            </a:r>
          </a:p>
          <a:p>
            <a:endParaRPr lang="en-US" dirty="0"/>
          </a:p>
        </p:txBody>
      </p:sp>
    </p:spTree>
    <p:extLst>
      <p:ext uri="{BB962C8B-B14F-4D97-AF65-F5344CB8AC3E}">
        <p14:creationId xmlns:p14="http://schemas.microsoft.com/office/powerpoint/2010/main" val="37159313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BBFBD-94B0-79D2-BCD3-62F9324C1805}"/>
              </a:ext>
            </a:extLst>
          </p:cNvPr>
          <p:cNvSpPr>
            <a:spLocks noGrp="1"/>
          </p:cNvSpPr>
          <p:nvPr>
            <p:ph type="title"/>
          </p:nvPr>
        </p:nvSpPr>
        <p:spPr/>
        <p:txBody>
          <a:bodyPr/>
          <a:lstStyle/>
          <a:p>
            <a:r>
              <a:rPr lang="en-US" dirty="0"/>
              <a:t>Private Cloud versus Public Cloud</a:t>
            </a:r>
          </a:p>
        </p:txBody>
      </p:sp>
      <p:sp>
        <p:nvSpPr>
          <p:cNvPr id="3" name="Content Placeholder 2">
            <a:extLst>
              <a:ext uri="{FF2B5EF4-FFF2-40B4-BE49-F238E27FC236}">
                <a16:creationId xmlns:a16="http://schemas.microsoft.com/office/drawing/2014/main" id="{BA211D6B-C822-B641-5C74-1D87D4B141DA}"/>
              </a:ext>
            </a:extLst>
          </p:cNvPr>
          <p:cNvSpPr>
            <a:spLocks noGrp="1"/>
          </p:cNvSpPr>
          <p:nvPr>
            <p:ph idx="1"/>
          </p:nvPr>
        </p:nvSpPr>
        <p:spPr/>
        <p:txBody>
          <a:bodyPr/>
          <a:lstStyle/>
          <a:p>
            <a:r>
              <a:rPr lang="en-US" dirty="0"/>
              <a:t>When a company delivers cloud services to their own employees through the use of virtualization technologies it is known as </a:t>
            </a:r>
            <a:r>
              <a:rPr lang="en-US" b="1" dirty="0"/>
              <a:t>private cloud</a:t>
            </a:r>
            <a:r>
              <a:rPr lang="en-US" dirty="0"/>
              <a:t> services</a:t>
            </a:r>
          </a:p>
          <a:p>
            <a:pPr lvl="1"/>
            <a:r>
              <a:rPr lang="en-US" sz="2200" dirty="0"/>
              <a:t>Examples of virtualization technologies are VMware and Microsoft Hyper-V</a:t>
            </a:r>
          </a:p>
          <a:p>
            <a:r>
              <a:rPr lang="en-US" b="1" dirty="0"/>
              <a:t>Public cloud </a:t>
            </a:r>
            <a:r>
              <a:rPr lang="en-US" dirty="0"/>
              <a:t>services are cloud services delivered by a third-party provider</a:t>
            </a:r>
          </a:p>
          <a:p>
            <a:r>
              <a:rPr lang="en-US" dirty="0"/>
              <a:t>In a </a:t>
            </a:r>
            <a:r>
              <a:rPr lang="en-US" b="1" dirty="0"/>
              <a:t>hybrid cloud infrastructure</a:t>
            </a:r>
            <a:r>
              <a:rPr lang="en-US" dirty="0"/>
              <a:t>, the organization maintains an on-premises datacenter that is connected to an IaaS provider to augment the on-premises resources</a:t>
            </a:r>
          </a:p>
          <a:p>
            <a:endParaRPr lang="en-US" dirty="0"/>
          </a:p>
        </p:txBody>
      </p:sp>
    </p:spTree>
    <p:extLst>
      <p:ext uri="{BB962C8B-B14F-4D97-AF65-F5344CB8AC3E}">
        <p14:creationId xmlns:p14="http://schemas.microsoft.com/office/powerpoint/2010/main" val="12520629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7B54CD94-D75F-6FC7-3B3B-186438BE2AA8}"/>
              </a:ext>
            </a:extLst>
          </p:cNvPr>
          <p:cNvSpPr>
            <a:spLocks noGrp="1"/>
          </p:cNvSpPr>
          <p:nvPr>
            <p:ph type="title"/>
          </p:nvPr>
        </p:nvSpPr>
        <p:spPr>
          <a:xfrm>
            <a:off x="476843" y="473245"/>
            <a:ext cx="11241915" cy="1217447"/>
          </a:xfrm>
        </p:spPr>
        <p:txBody>
          <a:bodyPr/>
          <a:lstStyle/>
          <a:p>
            <a:r>
              <a:rPr lang="en-US" dirty="0"/>
              <a:t>Knowledge Check Activity 10-2</a:t>
            </a:r>
          </a:p>
        </p:txBody>
      </p:sp>
      <p:sp>
        <p:nvSpPr>
          <p:cNvPr id="15" name="Content Placeholder 2">
            <a:extLst>
              <a:ext uri="{FF2B5EF4-FFF2-40B4-BE49-F238E27FC236}">
                <a16:creationId xmlns:a16="http://schemas.microsoft.com/office/drawing/2014/main" id="{5464F008-21F9-FCFB-BF06-39C357DBA52E}"/>
              </a:ext>
            </a:extLst>
          </p:cNvPr>
          <p:cNvSpPr>
            <a:spLocks noGrp="1"/>
          </p:cNvSpPr>
          <p:nvPr>
            <p:ph idx="1"/>
          </p:nvPr>
        </p:nvSpPr>
        <p:spPr>
          <a:xfrm>
            <a:off x="476843" y="1825625"/>
            <a:ext cx="11241915" cy="4351338"/>
          </a:xfrm>
        </p:spPr>
        <p:txBody>
          <a:bodyPr/>
          <a:lstStyle/>
          <a:p>
            <a:pPr marL="0" indent="0">
              <a:buNone/>
            </a:pPr>
            <a:r>
              <a:rPr lang="en-US" dirty="0"/>
              <a:t>Which “as a service” model allows customers to develop applications using the service provider’s tools and infrastructure?</a:t>
            </a:r>
          </a:p>
          <a:p>
            <a:pPr marL="0" indent="0">
              <a:buNone/>
            </a:pPr>
            <a:r>
              <a:rPr lang="en-US" dirty="0"/>
              <a:t>a. SaaS</a:t>
            </a:r>
          </a:p>
          <a:p>
            <a:pPr marL="0" indent="0">
              <a:buNone/>
            </a:pPr>
            <a:r>
              <a:rPr lang="en-US" dirty="0"/>
              <a:t>b. PaaS</a:t>
            </a:r>
          </a:p>
          <a:p>
            <a:pPr marL="0" indent="0">
              <a:buNone/>
            </a:pPr>
            <a:r>
              <a:rPr lang="en-US" dirty="0"/>
              <a:t>c. IaaS</a:t>
            </a:r>
          </a:p>
          <a:p>
            <a:pPr marL="0" indent="0">
              <a:buNone/>
            </a:pPr>
            <a:r>
              <a:rPr lang="en-US" dirty="0"/>
              <a:t>d. TaaS</a:t>
            </a:r>
          </a:p>
        </p:txBody>
      </p:sp>
    </p:spTree>
    <p:extLst>
      <p:ext uri="{BB962C8B-B14F-4D97-AF65-F5344CB8AC3E}">
        <p14:creationId xmlns:p14="http://schemas.microsoft.com/office/powerpoint/2010/main" val="12251530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860B051F-5E4A-17A8-0397-5C5E0136DBD4}"/>
              </a:ext>
            </a:extLst>
          </p:cNvPr>
          <p:cNvSpPr>
            <a:spLocks noGrp="1"/>
          </p:cNvSpPr>
          <p:nvPr>
            <p:ph type="title"/>
          </p:nvPr>
        </p:nvSpPr>
        <p:spPr>
          <a:xfrm>
            <a:off x="476843" y="473245"/>
            <a:ext cx="11241915" cy="1217447"/>
          </a:xfrm>
        </p:spPr>
        <p:txBody>
          <a:bodyPr/>
          <a:lstStyle/>
          <a:p>
            <a:r>
              <a:rPr lang="en-US" dirty="0"/>
              <a:t>Knowledge Check Activity 10-2: Answer</a:t>
            </a:r>
          </a:p>
        </p:txBody>
      </p:sp>
      <p:sp>
        <p:nvSpPr>
          <p:cNvPr id="12" name="Content Placeholder 3">
            <a:extLst>
              <a:ext uri="{FF2B5EF4-FFF2-40B4-BE49-F238E27FC236}">
                <a16:creationId xmlns:a16="http://schemas.microsoft.com/office/drawing/2014/main" id="{945F9FD1-AEB1-00C2-F6D0-11C11AF9B426}"/>
              </a:ext>
            </a:extLst>
          </p:cNvPr>
          <p:cNvSpPr>
            <a:spLocks noGrp="1"/>
          </p:cNvSpPr>
          <p:nvPr>
            <p:ph sz="half" idx="2"/>
          </p:nvPr>
        </p:nvSpPr>
        <p:spPr>
          <a:xfrm>
            <a:off x="475042" y="1728122"/>
            <a:ext cx="11241915" cy="2621900"/>
          </a:xfrm>
        </p:spPr>
        <p:txBody>
          <a:bodyPr/>
          <a:lstStyle/>
          <a:p>
            <a:pPr marL="0" indent="0">
              <a:buNone/>
            </a:pPr>
            <a:r>
              <a:rPr lang="en-US" dirty="0"/>
              <a:t>Which “as a service” model allows customers to develop applications using the service provider’s tools and infrastructure?</a:t>
            </a:r>
          </a:p>
          <a:p>
            <a:pPr marL="0" indent="0">
              <a:buNone/>
            </a:pPr>
            <a:r>
              <a:rPr lang="en-US" b="1" dirty="0"/>
              <a:t>Answer: b</a:t>
            </a:r>
            <a:r>
              <a:rPr lang="en-US" dirty="0"/>
              <a:t>. PaaS</a:t>
            </a:r>
          </a:p>
          <a:p>
            <a:pPr marL="0" indent="0">
              <a:buNone/>
            </a:pPr>
            <a:r>
              <a:rPr lang="en-US" b="1" dirty="0"/>
              <a:t>Explanation:</a:t>
            </a:r>
            <a:r>
              <a:rPr lang="en-US" dirty="0"/>
              <a:t> </a:t>
            </a:r>
            <a:r>
              <a:rPr lang="en-US" sz="2200" dirty="0"/>
              <a:t>Platform as a service (PaaS)—also called “hosted platform”—has some similarities to SaaS, but the customer develops applications with the service provider’s tools and infrastructure. After applications are developed, they can be delivered to the customer’s users from the provider’s servers. This setup differs from SaaS, in which the service provider owns the applications delivered to users; with PaaS, the customer develops and owns the application and then delivers it to a third party.</a:t>
            </a:r>
          </a:p>
        </p:txBody>
      </p:sp>
    </p:spTree>
    <p:extLst>
      <p:ext uri="{BB962C8B-B14F-4D97-AF65-F5344CB8AC3E}">
        <p14:creationId xmlns:p14="http://schemas.microsoft.com/office/powerpoint/2010/main" val="19977629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40525-58F2-4405-81C6-344F11016177}"/>
              </a:ext>
            </a:extLst>
          </p:cNvPr>
          <p:cNvSpPr>
            <a:spLocks noGrp="1"/>
          </p:cNvSpPr>
          <p:nvPr>
            <p:ph type="title"/>
          </p:nvPr>
        </p:nvSpPr>
        <p:spPr/>
        <p:txBody>
          <a:bodyPr/>
          <a:lstStyle/>
          <a:p>
            <a:r>
              <a:rPr lang="en-US" dirty="0"/>
              <a:t>Self Assessment</a:t>
            </a:r>
          </a:p>
        </p:txBody>
      </p:sp>
      <p:sp>
        <p:nvSpPr>
          <p:cNvPr id="3" name="Content Placeholder 2">
            <a:extLst>
              <a:ext uri="{FF2B5EF4-FFF2-40B4-BE49-F238E27FC236}">
                <a16:creationId xmlns:a16="http://schemas.microsoft.com/office/drawing/2014/main" id="{D90D28A5-F477-438F-8470-076D1B855E62}"/>
              </a:ext>
            </a:extLst>
          </p:cNvPr>
          <p:cNvSpPr>
            <a:spLocks noGrp="1"/>
          </p:cNvSpPr>
          <p:nvPr>
            <p:ph idx="1"/>
          </p:nvPr>
        </p:nvSpPr>
        <p:spPr/>
        <p:txBody>
          <a:bodyPr/>
          <a:lstStyle/>
          <a:p>
            <a:pPr marL="0" indent="0">
              <a:buNone/>
            </a:pPr>
            <a:r>
              <a:rPr lang="en-US" dirty="0"/>
              <a:t>Describe the differences between internetworks and WANs.</a:t>
            </a:r>
          </a:p>
          <a:p>
            <a:pPr marL="0" indent="0">
              <a:buNone/>
            </a:pPr>
            <a:endParaRPr lang="en-US" dirty="0"/>
          </a:p>
          <a:p>
            <a:pPr marL="0" indent="0">
              <a:buNone/>
            </a:pPr>
            <a:r>
              <a:rPr lang="en-US" dirty="0"/>
              <a:t>Compare the different categories of cloud computing. Describe the difference between a private cloud, public cloud, and a hybrid cloud infrastructure.</a:t>
            </a:r>
          </a:p>
        </p:txBody>
      </p:sp>
    </p:spTree>
    <p:extLst>
      <p:ext uri="{BB962C8B-B14F-4D97-AF65-F5344CB8AC3E}">
        <p14:creationId xmlns:p14="http://schemas.microsoft.com/office/powerpoint/2010/main" val="6237428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89388-57EA-415D-BA4C-9D237D98148B}"/>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6C62FF5B-1A90-449C-9F51-BCC153EB61C0}"/>
              </a:ext>
            </a:extLst>
          </p:cNvPr>
          <p:cNvSpPr>
            <a:spLocks noGrp="1"/>
          </p:cNvSpPr>
          <p:nvPr>
            <p:ph idx="1"/>
          </p:nvPr>
        </p:nvSpPr>
        <p:spPr>
          <a:xfrm>
            <a:off x="473242" y="1690692"/>
            <a:ext cx="11241915" cy="4351338"/>
          </a:xfrm>
        </p:spPr>
        <p:txBody>
          <a:bodyPr/>
          <a:lstStyle/>
          <a:p>
            <a:pPr marL="0" indent="0">
              <a:buNone/>
            </a:pPr>
            <a:r>
              <a:rPr lang="en-US" dirty="0"/>
              <a:t>Now that the lesson has ended, you should be able to:</a:t>
            </a:r>
          </a:p>
          <a:p>
            <a:pPr marL="457200" indent="-457200">
              <a:buFont typeface="+mj-lt"/>
              <a:buAutoNum type="arabicPeriod"/>
            </a:pPr>
            <a:r>
              <a:rPr lang="en-US" altLang="zh-CN" dirty="0"/>
              <a:t>Describe the fundamentals of WAN operation and devices</a:t>
            </a:r>
          </a:p>
          <a:p>
            <a:pPr marL="457200" indent="-457200">
              <a:buFont typeface="+mj-lt"/>
              <a:buAutoNum type="arabicPeriod"/>
            </a:pPr>
            <a:r>
              <a:rPr lang="en-US" altLang="zh-CN" dirty="0"/>
              <a:t>Discuss the methods used to connect to WANs</a:t>
            </a:r>
          </a:p>
          <a:p>
            <a:pPr marL="457200" indent="-457200">
              <a:buFont typeface="+mj-lt"/>
              <a:buAutoNum type="arabicPeriod"/>
            </a:pPr>
            <a:r>
              <a:rPr lang="en-US" altLang="zh-CN" dirty="0"/>
              <a:t>Configure and describe remote access protocols</a:t>
            </a:r>
          </a:p>
          <a:p>
            <a:pPr marL="457200" indent="-457200">
              <a:buFont typeface="+mj-lt"/>
              <a:buAutoNum type="arabicPeriod"/>
            </a:pPr>
            <a:r>
              <a:rPr lang="en-US" altLang="zh-CN" dirty="0"/>
              <a:t>Describe the three cloud computing models</a:t>
            </a:r>
          </a:p>
        </p:txBody>
      </p:sp>
    </p:spTree>
    <p:extLst>
      <p:ext uri="{BB962C8B-B14F-4D97-AF65-F5344CB8AC3E}">
        <p14:creationId xmlns:p14="http://schemas.microsoft.com/office/powerpoint/2010/main" val="23223707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FULL TEXT TEMPLATE MASTER" val="7pb33sBP"/>
  <p:tag name="ARTICULATE_DESIGN_ID_FULL TEXT TEMPLATE MASTER (CONT.)" val="V3Eg5WUK"/>
  <p:tag name="ARTICULATE_DESIGN_ID_OPTIMIZED TEMPLATE MASTER" val="rzwWCka7"/>
  <p:tag name="ARTICULATE_DESIGN_ID_OPTIMIZED TEMPLATE MASTER (CONT.)" val="klKJ3eZ5"/>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Cengage New">
      <a:majorFont>
        <a:latin typeface="Work Sans "/>
        <a:ea typeface=""/>
        <a:cs typeface=""/>
      </a:majorFont>
      <a:minorFont>
        <a:latin typeface="Work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11y_PPT_Template_Cengage_020221.pptx" id="{62A8FB47-AEAE-448A-A9EC-2B57E950A883}" vid="{DA52BCA4-C454-45F1-8147-C38687C7501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Admin xmlns="c8ecdccd-e3b0-4392-94c4-49d90f16d1d5">
      <UserInfo>
        <DisplayName/>
        <AccountId xsi:nil="true"/>
        <AccountType/>
      </UserInfo>
    </Admin>
    <PartnerProgram xmlns="c8ecdccd-e3b0-4392-94c4-49d90f16d1d5" xsi:nil="true"/>
    <Topic xmlns="c8ecdccd-e3b0-4392-94c4-49d90f16d1d5">
      <Value>Accessibility</Value>
    </Topic>
    <Copy xmlns="c8ecdccd-e3b0-4392-94c4-49d90f16d1d5">false</Copy>
    <MasterLocation_x0028_ifCopy_x003d_Yes_x0029_ xmlns="c8ecdccd-e3b0-4392-94c4-49d90f16d1d5">n/a</MasterLocation_x0028_ifCopy_x003d_Yes_x0029_>
    <Owner xmlns="c8ecdccd-e3b0-4392-94c4-49d90f16d1d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23" ma:contentTypeDescription="Create a new document." ma:contentTypeScope="" ma:versionID="bb91af784c98ffd54f07baef4de8c87a">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6483f901f2ec473eb96d4dadeaaace36" ns2:_="" ns3:_="">
    <xsd:import namespace="c8ecdccd-e3b0-4392-94c4-49d90f16d1d5"/>
    <xsd:import namespace="cc1e726a-7c3b-4654-9122-87de3e28a51c"/>
    <xsd:element name="properties">
      <xsd:complexType>
        <xsd:sequence>
          <xsd:element name="documentManagement">
            <xsd:complexType>
              <xsd:all>
                <xsd:element ref="ns2:Topic" minOccurs="0"/>
                <xsd:element ref="ns2:Owner" minOccurs="0"/>
                <xsd:element ref="ns2:Admin" minOccurs="0"/>
                <xsd:element ref="ns2:Copy" minOccurs="0"/>
                <xsd:element ref="ns2:MasterLocation_x0028_ifCopy_x003d_Yes_x0029_" minOccurs="0"/>
                <xsd:element ref="ns2:AdminNotes" minOccurs="0"/>
                <xsd:element ref="ns2:MediaServiceMetadata" minOccurs="0"/>
                <xsd:element ref="ns2:MediaServiceFastMetadata" minOccurs="0"/>
                <xsd:element ref="ns2:MediaServiceAutoTags"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OCR" minOccurs="0"/>
                <xsd:element ref="ns2:MediaServiceGenerationTime" minOccurs="0"/>
                <xsd:element ref="ns2:MediaServiceEventHashCode" minOccurs="0"/>
                <xsd:element ref="ns2:PartnerProgram"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Topic" ma:index="2" nillable="true" ma:displayName="Topic" ma:default="Unassigned" ma:format="Dropdown" ma:internalName="Topic">
      <xsd:complexType>
        <xsd:complexContent>
          <xsd:extension base="dms:MultiChoice">
            <xsd:sequence>
              <xsd:element name="Value" maxOccurs="unbounded" minOccurs="0" nillable="true">
                <xsd:simpleType>
                  <xsd:restriction base="dms:Choice">
                    <xsd:enumeration value="Accessibility"/>
                    <xsd:enumeration value="Alt text"/>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enumeration value="Design"/>
                    <xsd:enumeration value="Inclusivity &amp; Diversity"/>
                    <xsd:enumeration value="Choice 16"/>
                  </xsd:restriction>
                </xsd:simpleType>
              </xsd:element>
            </xsd:sequence>
          </xsd:extension>
        </xsd:complexContent>
      </xsd:complexType>
    </xsd:element>
    <xsd:element name="Owner" ma:index="3"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earning"/>
          <xsd:enumeration value="Manufacturing"/>
          <xsd:enumeration value="NGL"/>
          <xsd:enumeration value="Strategic Sourcing"/>
        </xsd:restriction>
      </xsd:simpleType>
    </xsd:element>
    <xsd:element name="Admin" ma:index="4" nillable="true" ma:displayName="Admin" ma:list="UserInfo" ma:SharePointGroup="0" ma:internalName="Admin"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Copy" ma:index="5"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6"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earning"/>
          <xsd:enumeration value="Strategic Sourcing"/>
          <xsd:enumeration value="VIP Documents"/>
          <xsd:enumeration value="n/a"/>
          <xsd:enumeration value="Creative Studio"/>
          <xsd:enumeration value="NGL"/>
        </xsd:restriction>
      </xsd:simpleType>
    </xsd:element>
    <xsd:element name="AdminNotes" ma:index="7" nillable="true" ma:displayName="Admin Notes" ma:format="Dropdown" ma:internalName="AdminNotes">
      <xsd:complexType>
        <xsd:complexContent>
          <xsd:extension base="dms:MultiChoiceFillIn">
            <xsd:sequence>
              <xsd:element name="Value" maxOccurs="unbounded" minOccurs="0" nillable="true">
                <xsd:simpleType>
                  <xsd:union memberTypes="dms:Text">
                    <xsd:simpleType>
                      <xsd:restriction base="dms:Choice">
                        <xsd:enumeration value="See VIP Source Documents"/>
                        <xsd:enumeration value="E2E copy"/>
                        <xsd:enumeration value="Link to VIP copy"/>
                        <xsd:enumeration value="Same as internal version"/>
                        <xsd:enumeration value="Vendor-facing version"/>
                        <xsd:enumeration value="Source document w/owner"/>
                      </xsd:restriction>
                    </xsd:simpleType>
                  </xsd:union>
                </xsd:simpleType>
              </xsd:element>
            </xsd:sequence>
          </xsd:extension>
        </xsd:complexContent>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PartnerProgram" ma:index="25" nillable="true" ma:displayName="Partner Program" ma:format="Dropdown" ma:internalName="PartnerProgram">
      <xsd:complexType>
        <xsd:complexContent>
          <xsd:extension base="dms:MultiChoice">
            <xsd:sequence>
              <xsd:element name="Value" maxOccurs="unbounded" minOccurs="0" nillable="true">
                <xsd:simpleType>
                  <xsd:restriction base="dms:Choice">
                    <xsd:enumeration value="HE Production"/>
                    <xsd:enumeration value="Design"/>
                    <xsd:enumeration value="Authoring"/>
                    <xsd:enumeration value="Ancillary Production"/>
                    <xsd:enumeration value="Archiving"/>
                    <xsd:enumeration value="NGL"/>
                    <xsd:enumeration value="Media"/>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schemas.microsoft.com/office/2006/documentManagement/types"/>
    <ds:schemaRef ds:uri="http://purl.org/dc/dcmitype/"/>
    <ds:schemaRef ds:uri="http://schemas.microsoft.com/office/infopath/2007/PartnerControls"/>
    <ds:schemaRef ds:uri="cc1e726a-7c3b-4654-9122-87de3e28a51c"/>
    <ds:schemaRef ds:uri="http://purl.org/dc/terms/"/>
    <ds:schemaRef ds:uri="http://schemas.openxmlformats.org/package/2006/metadata/core-properties"/>
    <ds:schemaRef ds:uri="http://www.w3.org/XML/1998/namespace"/>
    <ds:schemaRef ds:uri="http://purl.org/dc/elements/1.1/"/>
    <ds:schemaRef ds:uri="c8ecdccd-e3b0-4392-94c4-49d90f16d1d5"/>
    <ds:schemaRef ds:uri="http://schemas.microsoft.com/office/2006/metadata/properties"/>
  </ds:schemaRefs>
</ds:datastoreItem>
</file>

<file path=customXml/itemProps3.xml><?xml version="1.0" encoding="utf-8"?>
<ds:datastoreItem xmlns:ds="http://schemas.openxmlformats.org/officeDocument/2006/customXml" ds:itemID="{99006C67-D151-4DD6-B0C5-0010ADB115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A11y_PPT_Template_Cengage_020221</Template>
  <TotalTime>16794</TotalTime>
  <Words>3354</Words>
  <Application>Microsoft Office PowerPoint</Application>
  <PresentationFormat>Widescreen</PresentationFormat>
  <Paragraphs>254</Paragraphs>
  <Slides>49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Calibri</vt:lpstr>
      <vt:lpstr>Courier New</vt:lpstr>
      <vt:lpstr>Wingdings</vt:lpstr>
      <vt:lpstr>Work Sans</vt:lpstr>
      <vt:lpstr>Work Sans </vt:lpstr>
      <vt:lpstr>Optimized Template Master</vt:lpstr>
      <vt:lpstr>Guide to Networking Essentials, 9e</vt:lpstr>
      <vt:lpstr>Chapter Objectives</vt:lpstr>
      <vt:lpstr>Wide Area Network Fundamentals (1 of 2)</vt:lpstr>
      <vt:lpstr>Wide Area Network Fundamentals (2 of 2)</vt:lpstr>
      <vt:lpstr>WAN Devices (1 of 5)</vt:lpstr>
      <vt:lpstr>WAN Devices (2 of 5)</vt:lpstr>
      <vt:lpstr>WAN Devices (3 of 5)</vt:lpstr>
      <vt:lpstr>WAN Devices (4 of 5)</vt:lpstr>
      <vt:lpstr>WAN Devices (5 of 5)</vt:lpstr>
      <vt:lpstr>WAN Connection Methods</vt:lpstr>
      <vt:lpstr>Circuit-Switched WANs</vt:lpstr>
      <vt:lpstr>Leased Lines (1 of 6)</vt:lpstr>
      <vt:lpstr>Leased Lines (2 of 6)</vt:lpstr>
      <vt:lpstr>Leased Lines (3 of 6)</vt:lpstr>
      <vt:lpstr>Leased Lines (4 of 6)</vt:lpstr>
      <vt:lpstr>Leased Lines (5 of 6)</vt:lpstr>
      <vt:lpstr>Leased Lines (6 of 6)</vt:lpstr>
      <vt:lpstr>Packet-Switched WANs (1 of 7)</vt:lpstr>
      <vt:lpstr>Packet-Switched WANs (2 of 7)</vt:lpstr>
      <vt:lpstr>Packet-Switched WANs (3 of 7) </vt:lpstr>
      <vt:lpstr>Packet-Switched WANs (4 of 7)</vt:lpstr>
      <vt:lpstr>Packet-Switched WANs (5 of 7)</vt:lpstr>
      <vt:lpstr>Packet-Switched WANs (6 of 7) </vt:lpstr>
      <vt:lpstr>Packet-Switched WANs (7 of 7)</vt:lpstr>
      <vt:lpstr>Ethernet WANs</vt:lpstr>
      <vt:lpstr>WANs over the Internet</vt:lpstr>
      <vt:lpstr>WAN Equipment (1 of 3)</vt:lpstr>
      <vt:lpstr>WAN Equipment (2 of 3)</vt:lpstr>
      <vt:lpstr>WAN Equipment (3 of 3)</vt:lpstr>
      <vt:lpstr>Wireless WAN Technologies</vt:lpstr>
      <vt:lpstr>Knowledge Check Activity 10-1</vt:lpstr>
      <vt:lpstr>Knowledge Check Activity 10-1: Answer</vt:lpstr>
      <vt:lpstr>Remote Access Networking (1 of 2)</vt:lpstr>
      <vt:lpstr>Remote Access Networking (2 of 2)</vt:lpstr>
      <vt:lpstr>Making a VPN Connection in Windows (1 of 3)</vt:lpstr>
      <vt:lpstr>Making a VPN Connection in Windows (2 of 3)</vt:lpstr>
      <vt:lpstr>Making a VPN Connection in Windows (3 of 3)</vt:lpstr>
      <vt:lpstr>Remote Access Networking via the Web (1 of 2)</vt:lpstr>
      <vt:lpstr>Remote Access Networking via the Web (2 of 2)</vt:lpstr>
      <vt:lpstr>Cloud Computing (1 of 2)</vt:lpstr>
      <vt:lpstr>Cloud Computing (2 of 2)</vt:lpstr>
      <vt:lpstr>Software as a Service</vt:lpstr>
      <vt:lpstr>Platform as a Service</vt:lpstr>
      <vt:lpstr>Infrastructure as a Service</vt:lpstr>
      <vt:lpstr>Private Cloud versus Public Cloud</vt:lpstr>
      <vt:lpstr>Knowledge Check Activity 10-2</vt:lpstr>
      <vt:lpstr>Knowledge Check Activity 10-2: Answer</vt:lpstr>
      <vt:lpstr>Self Assessment</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 Williams</dc:creator>
  <cp:lastModifiedBy>ap247</cp:lastModifiedBy>
  <cp:revision>552</cp:revision>
  <cp:lastPrinted>2016-10-03T15:29:39Z</cp:lastPrinted>
  <dcterms:created xsi:type="dcterms:W3CDTF">2021-12-10T16:21:02Z</dcterms:created>
  <dcterms:modified xsi:type="dcterms:W3CDTF">2026-03-31T05:06:47Z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ies>
</file>