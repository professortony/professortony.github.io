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51"/>
  </p:notesMasterIdLst>
  <p:handoutMasterIdLst>
    <p:handoutMasterId r:id="rId52"/>
  </p:handoutMasterIdLst>
  <p:sldIdLst>
    <p:sldId id="257" r:id="rId5"/>
    <p:sldId id="259" r:id="rId6"/>
    <p:sldId id="517" r:id="rId7"/>
    <p:sldId id="518" r:id="rId8"/>
    <p:sldId id="519" r:id="rId9"/>
    <p:sldId id="520" r:id="rId10"/>
    <p:sldId id="521" r:id="rId11"/>
    <p:sldId id="522" r:id="rId12"/>
    <p:sldId id="523" r:id="rId13"/>
    <p:sldId id="524" r:id="rId14"/>
    <p:sldId id="525" r:id="rId15"/>
    <p:sldId id="526" r:id="rId16"/>
    <p:sldId id="268" r:id="rId17"/>
    <p:sldId id="527" r:id="rId18"/>
    <p:sldId id="262" r:id="rId19"/>
    <p:sldId id="263" r:id="rId20"/>
    <p:sldId id="528" r:id="rId21"/>
    <p:sldId id="529" r:id="rId22"/>
    <p:sldId id="479" r:id="rId23"/>
    <p:sldId id="530" r:id="rId24"/>
    <p:sldId id="531" r:id="rId25"/>
    <p:sldId id="406" r:id="rId26"/>
    <p:sldId id="532" r:id="rId27"/>
    <p:sldId id="450" r:id="rId28"/>
    <p:sldId id="533" r:id="rId29"/>
    <p:sldId id="491" r:id="rId30"/>
    <p:sldId id="534" r:id="rId31"/>
    <p:sldId id="492" r:id="rId32"/>
    <p:sldId id="535" r:id="rId33"/>
    <p:sldId id="536" r:id="rId34"/>
    <p:sldId id="407" r:id="rId35"/>
    <p:sldId id="537" r:id="rId36"/>
    <p:sldId id="466" r:id="rId37"/>
    <p:sldId id="538" r:id="rId38"/>
    <p:sldId id="473" r:id="rId39"/>
    <p:sldId id="539" r:id="rId40"/>
    <p:sldId id="540" r:id="rId41"/>
    <p:sldId id="541" r:id="rId42"/>
    <p:sldId id="500" r:id="rId43"/>
    <p:sldId id="542" r:id="rId44"/>
    <p:sldId id="543" r:id="rId45"/>
    <p:sldId id="433" r:id="rId46"/>
    <p:sldId id="313" r:id="rId47"/>
    <p:sldId id="314" r:id="rId48"/>
    <p:sldId id="269" r:id="rId49"/>
    <p:sldId id="270" r:id="rId50"/>
  </p:sldIdLst>
  <p:sldSz cx="12192000" cy="6858000"/>
  <p:notesSz cx="6858000" cy="9144000"/>
  <p:custDataLst>
    <p:tags r:id="rId53"/>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92F7C"/>
    <a:srgbClr val="F2F2F2"/>
    <a:srgbClr val="0098D4"/>
    <a:srgbClr val="003865"/>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25" autoAdjust="0"/>
    <p:restoredTop sz="91041" autoAdjust="0"/>
  </p:normalViewPr>
  <p:slideViewPr>
    <p:cSldViewPr snapToGrid="0" snapToObjects="1">
      <p:cViewPr varScale="1">
        <p:scale>
          <a:sx n="100" d="100"/>
          <a:sy n="100" d="100"/>
        </p:scale>
        <p:origin x="202" y="6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37D34044-DFC4-420A-9DA8-DDCD0F5EC377}"/>
    <pc:docChg chg="modSld">
      <pc:chgData name="Anthony Pacheco" userId="fdf46b62-f4f9-461f-bfbc-c3446c220a65" providerId="ADAL" clId="{37D34044-DFC4-420A-9DA8-DDCD0F5EC377}" dt="2026-04-23T15:30:51.188" v="45" actId="1035"/>
      <pc:docMkLst>
        <pc:docMk/>
      </pc:docMkLst>
      <pc:sldChg chg="addSp modSp mod">
        <pc:chgData name="Anthony Pacheco" userId="fdf46b62-f4f9-461f-bfbc-c3446c220a65" providerId="ADAL" clId="{37D34044-DFC4-420A-9DA8-DDCD0F5EC377}" dt="2026-04-23T15:30:51.188" v="45" actId="1035"/>
        <pc:sldMkLst>
          <pc:docMk/>
          <pc:sldMk cId="1318877529" sldId="433"/>
        </pc:sldMkLst>
        <pc:spChg chg="add mod">
          <ac:chgData name="Anthony Pacheco" userId="fdf46b62-f4f9-461f-bfbc-c3446c220a65" providerId="ADAL" clId="{37D34044-DFC4-420A-9DA8-DDCD0F5EC377}" dt="2026-04-23T15:30:02.820" v="33" actId="1076"/>
          <ac:spMkLst>
            <pc:docMk/>
            <pc:sldMk cId="1318877529" sldId="433"/>
            <ac:spMk id="6" creationId="{859C8634-B8AA-4D28-92CA-397EF6854CCC}"/>
          </ac:spMkLst>
        </pc:spChg>
        <pc:spChg chg="add mod">
          <ac:chgData name="Anthony Pacheco" userId="fdf46b62-f4f9-461f-bfbc-c3446c220a65" providerId="ADAL" clId="{37D34044-DFC4-420A-9DA8-DDCD0F5EC377}" dt="2026-04-23T15:30:51.188" v="45" actId="1035"/>
          <ac:spMkLst>
            <pc:docMk/>
            <pc:sldMk cId="1318877529" sldId="433"/>
            <ac:spMk id="8" creationId="{BC8F6792-010E-46A0-9402-A1EDFDD29BD4}"/>
          </ac:spMkLst>
        </pc:spChg>
      </pc:sldChg>
      <pc:sldChg chg="addSp modSp mod">
        <pc:chgData name="Anthony Pacheco" userId="fdf46b62-f4f9-461f-bfbc-c3446c220a65" providerId="ADAL" clId="{37D34044-DFC4-420A-9DA8-DDCD0F5EC377}" dt="2026-04-23T15:10:46.994" v="24" actId="113"/>
        <pc:sldMkLst>
          <pc:docMk/>
          <pc:sldMk cId="3489622811" sldId="534"/>
        </pc:sldMkLst>
        <pc:spChg chg="mod">
          <ac:chgData name="Anthony Pacheco" userId="fdf46b62-f4f9-461f-bfbc-c3446c220a65" providerId="ADAL" clId="{37D34044-DFC4-420A-9DA8-DDCD0F5EC377}" dt="2026-04-23T15:09:29.973" v="0" actId="14100"/>
          <ac:spMkLst>
            <pc:docMk/>
            <pc:sldMk cId="3489622811" sldId="534"/>
            <ac:spMk id="3" creationId="{92DA6D43-8A67-FA1D-B25F-94F8C26B8044}"/>
          </ac:spMkLst>
        </pc:spChg>
        <pc:spChg chg="add mod">
          <ac:chgData name="Anthony Pacheco" userId="fdf46b62-f4f9-461f-bfbc-c3446c220a65" providerId="ADAL" clId="{37D34044-DFC4-420A-9DA8-DDCD0F5EC377}" dt="2026-04-23T15:09:41.427" v="4" actId="255"/>
          <ac:spMkLst>
            <pc:docMk/>
            <pc:sldMk cId="3489622811" sldId="534"/>
            <ac:spMk id="6" creationId="{5F1919A5-ACA6-486F-AE3E-2899484A64F9}"/>
          </ac:spMkLst>
        </pc:spChg>
        <pc:spChg chg="add mod">
          <ac:chgData name="Anthony Pacheco" userId="fdf46b62-f4f9-461f-bfbc-c3446c220a65" providerId="ADAL" clId="{37D34044-DFC4-420A-9DA8-DDCD0F5EC377}" dt="2026-04-23T15:10:46.994" v="24" actId="113"/>
          <ac:spMkLst>
            <pc:docMk/>
            <pc:sldMk cId="3489622811" sldId="534"/>
            <ac:spMk id="8" creationId="{9B4D2573-ACA2-45F8-8DE2-1E7231F365B6}"/>
          </ac:spMkLst>
        </pc:spChg>
      </pc:sldChg>
      <pc:sldChg chg="modSp mod">
        <pc:chgData name="Anthony Pacheco" userId="fdf46b62-f4f9-461f-bfbc-c3446c220a65" providerId="ADAL" clId="{37D34044-DFC4-420A-9DA8-DDCD0F5EC377}" dt="2026-04-23T15:13:55.500" v="25" actId="14100"/>
        <pc:sldMkLst>
          <pc:docMk/>
          <pc:sldMk cId="3448295907" sldId="536"/>
        </pc:sldMkLst>
        <pc:spChg chg="mod">
          <ac:chgData name="Anthony Pacheco" userId="fdf46b62-f4f9-461f-bfbc-c3446c220a65" providerId="ADAL" clId="{37D34044-DFC4-420A-9DA8-DDCD0F5EC377}" dt="2026-04-23T15:13:55.500" v="25" actId="14100"/>
          <ac:spMkLst>
            <pc:docMk/>
            <pc:sldMk cId="3448295907" sldId="536"/>
            <ac:spMk id="3" creationId="{5CAE943F-9D4C-ED26-3094-321F58235069}"/>
          </ac:spMkLst>
        </pc:spChg>
      </pc:sldChg>
    </pc:docChg>
  </pc:docChgLst>
  <pc:docChgLst>
    <pc:chgData name="Anthony Pacheco" userId="fdf46b62-f4f9-461f-bfbc-c3446c220a65" providerId="ADAL" clId="{46C61306-57F8-4F30-B63F-8877BEB9A9E1}"/>
    <pc:docChg chg="custSel modSld modMainMaster">
      <pc:chgData name="Anthony Pacheco" userId="fdf46b62-f4f9-461f-bfbc-c3446c220a65" providerId="ADAL" clId="{46C61306-57F8-4F30-B63F-8877BEB9A9E1}" dt="2026-04-23T05:02:07.394" v="317" actId="1076"/>
      <pc:docMkLst>
        <pc:docMk/>
      </pc:docMkLst>
      <pc:sldChg chg="modSp mod">
        <pc:chgData name="Anthony Pacheco" userId="fdf46b62-f4f9-461f-bfbc-c3446c220a65" providerId="ADAL" clId="{46C61306-57F8-4F30-B63F-8877BEB9A9E1}" dt="2026-04-07T03:39:56.105" v="0" actId="20577"/>
        <pc:sldMkLst>
          <pc:docMk/>
          <pc:sldMk cId="2293288057" sldId="257"/>
        </pc:sldMkLst>
        <pc:spChg chg="mod">
          <ac:chgData name="Anthony Pacheco" userId="fdf46b62-f4f9-461f-bfbc-c3446c220a65" providerId="ADAL" clId="{46C61306-57F8-4F30-B63F-8877BEB9A9E1}" dt="2026-04-07T03:39:56.105" v="0" actId="20577"/>
          <ac:spMkLst>
            <pc:docMk/>
            <pc:sldMk cId="2293288057" sldId="257"/>
            <ac:spMk id="6" creationId="{8CA6B67B-9490-477D-A112-06C22B6F8640}"/>
          </ac:spMkLst>
        </pc:spChg>
      </pc:sldChg>
      <pc:sldChg chg="modSp mod">
        <pc:chgData name="Anthony Pacheco" userId="fdf46b62-f4f9-461f-bfbc-c3446c220a65" providerId="ADAL" clId="{46C61306-57F8-4F30-B63F-8877BEB9A9E1}" dt="2026-04-21T03:04:02.745" v="31" actId="113"/>
        <pc:sldMkLst>
          <pc:docMk/>
          <pc:sldMk cId="3724899739" sldId="259"/>
        </pc:sldMkLst>
        <pc:spChg chg="mod">
          <ac:chgData name="Anthony Pacheco" userId="fdf46b62-f4f9-461f-bfbc-c3446c220a65" providerId="ADAL" clId="{46C61306-57F8-4F30-B63F-8877BEB9A9E1}" dt="2026-04-21T03:04:02.745" v="31" actId="113"/>
          <ac:spMkLst>
            <pc:docMk/>
            <pc:sldMk cId="3724899739" sldId="259"/>
            <ac:spMk id="3" creationId="{5654B1CF-B9D3-4962-AD19-D9C1AB18881D}"/>
          </ac:spMkLst>
        </pc:spChg>
      </pc:sldChg>
      <pc:sldChg chg="modSp mod">
        <pc:chgData name="Anthony Pacheco" userId="fdf46b62-f4f9-461f-bfbc-c3446c220a65" providerId="ADAL" clId="{46C61306-57F8-4F30-B63F-8877BEB9A9E1}" dt="2026-04-21T03:19:41.768" v="87" actId="1076"/>
        <pc:sldMkLst>
          <pc:docMk/>
          <pc:sldMk cId="3683800090" sldId="262"/>
        </pc:sldMkLst>
        <pc:spChg chg="mod">
          <ac:chgData name="Anthony Pacheco" userId="fdf46b62-f4f9-461f-bfbc-c3446c220a65" providerId="ADAL" clId="{46C61306-57F8-4F30-B63F-8877BEB9A9E1}" dt="2026-04-21T03:19:41.768" v="87" actId="1076"/>
          <ac:spMkLst>
            <pc:docMk/>
            <pc:sldMk cId="3683800090" sldId="262"/>
            <ac:spMk id="15" creationId="{5464F008-21F9-FCFB-BF06-39C357DBA52E}"/>
          </ac:spMkLst>
        </pc:spChg>
      </pc:sldChg>
      <pc:sldChg chg="modSp mod">
        <pc:chgData name="Anthony Pacheco" userId="fdf46b62-f4f9-461f-bfbc-c3446c220a65" providerId="ADAL" clId="{46C61306-57F8-4F30-B63F-8877BEB9A9E1}" dt="2026-04-21T03:20:09.932" v="89" actId="14100"/>
        <pc:sldMkLst>
          <pc:docMk/>
          <pc:sldMk cId="3889104735" sldId="263"/>
        </pc:sldMkLst>
        <pc:spChg chg="mod">
          <ac:chgData name="Anthony Pacheco" userId="fdf46b62-f4f9-461f-bfbc-c3446c220a65" providerId="ADAL" clId="{46C61306-57F8-4F30-B63F-8877BEB9A9E1}" dt="2026-04-21T03:20:09.932" v="89" actId="14100"/>
          <ac:spMkLst>
            <pc:docMk/>
            <pc:sldMk cId="3889104735" sldId="263"/>
            <ac:spMk id="12" creationId="{945F9FD1-AEB1-00C2-F6D0-11C11AF9B426}"/>
          </ac:spMkLst>
        </pc:spChg>
      </pc:sldChg>
      <pc:sldChg chg="modSp mod">
        <pc:chgData name="Anthony Pacheco" userId="fdf46b62-f4f9-461f-bfbc-c3446c220a65" providerId="ADAL" clId="{46C61306-57F8-4F30-B63F-8877BEB9A9E1}" dt="2026-04-21T03:18:24.685" v="80" actId="1076"/>
        <pc:sldMkLst>
          <pc:docMk/>
          <pc:sldMk cId="1204174999" sldId="268"/>
        </pc:sldMkLst>
        <pc:spChg chg="mod">
          <ac:chgData name="Anthony Pacheco" userId="fdf46b62-f4f9-461f-bfbc-c3446c220a65" providerId="ADAL" clId="{46C61306-57F8-4F30-B63F-8877BEB9A9E1}" dt="2026-04-21T03:17:46.002" v="73" actId="255"/>
          <ac:spMkLst>
            <pc:docMk/>
            <pc:sldMk cId="1204174999" sldId="268"/>
            <ac:spMk id="2" creationId="{2EC5928A-C07D-49A3-93FF-EE908E021467}"/>
          </ac:spMkLst>
        </pc:spChg>
        <pc:spChg chg="mod">
          <ac:chgData name="Anthony Pacheco" userId="fdf46b62-f4f9-461f-bfbc-c3446c220a65" providerId="ADAL" clId="{46C61306-57F8-4F30-B63F-8877BEB9A9E1}" dt="2026-04-21T03:18:24.685" v="80" actId="1076"/>
          <ac:spMkLst>
            <pc:docMk/>
            <pc:sldMk cId="1204174999" sldId="268"/>
            <ac:spMk id="5" creationId="{7CB0BE92-E73F-42E9-B249-3B271B6E8AA4}"/>
          </ac:spMkLst>
        </pc:spChg>
        <pc:picChg chg="mod">
          <ac:chgData name="Anthony Pacheco" userId="fdf46b62-f4f9-461f-bfbc-c3446c220a65" providerId="ADAL" clId="{46C61306-57F8-4F30-B63F-8877BEB9A9E1}" dt="2026-04-21T03:18:21.688" v="79" actId="14100"/>
          <ac:picMkLst>
            <pc:docMk/>
            <pc:sldMk cId="1204174999" sldId="268"/>
            <ac:picMk id="4" creationId="{22F9219C-6D7A-A6D4-B461-01CA94F401DA}"/>
          </ac:picMkLst>
        </pc:picChg>
      </pc:sldChg>
      <pc:sldChg chg="modSp mod">
        <pc:chgData name="Anthony Pacheco" userId="fdf46b62-f4f9-461f-bfbc-c3446c220a65" providerId="ADAL" clId="{46C61306-57F8-4F30-B63F-8877BEB9A9E1}" dt="2026-04-23T05:01:45.602" v="315" actId="1076"/>
        <pc:sldMkLst>
          <pc:docMk/>
          <pc:sldMk cId="623742845" sldId="269"/>
        </pc:sldMkLst>
        <pc:spChg chg="mod">
          <ac:chgData name="Anthony Pacheco" userId="fdf46b62-f4f9-461f-bfbc-c3446c220a65" providerId="ADAL" clId="{46C61306-57F8-4F30-B63F-8877BEB9A9E1}" dt="2026-04-23T05:01:45.602" v="315" actId="1076"/>
          <ac:spMkLst>
            <pc:docMk/>
            <pc:sldMk cId="623742845" sldId="269"/>
            <ac:spMk id="3" creationId="{D90D28A5-F477-438F-8470-076D1B855E62}"/>
          </ac:spMkLst>
        </pc:spChg>
      </pc:sldChg>
      <pc:sldChg chg="modSp mod">
        <pc:chgData name="Anthony Pacheco" userId="fdf46b62-f4f9-461f-bfbc-c3446c220a65" providerId="ADAL" clId="{46C61306-57F8-4F30-B63F-8877BEB9A9E1}" dt="2026-04-23T05:02:07.394" v="317" actId="1076"/>
        <pc:sldMkLst>
          <pc:docMk/>
          <pc:sldMk cId="2322370733" sldId="270"/>
        </pc:sldMkLst>
        <pc:spChg chg="mod">
          <ac:chgData name="Anthony Pacheco" userId="fdf46b62-f4f9-461f-bfbc-c3446c220a65" providerId="ADAL" clId="{46C61306-57F8-4F30-B63F-8877BEB9A9E1}" dt="2026-04-23T05:02:07.394" v="317" actId="1076"/>
          <ac:spMkLst>
            <pc:docMk/>
            <pc:sldMk cId="2322370733" sldId="270"/>
            <ac:spMk id="3" creationId="{6C62FF5B-1A90-449C-9F51-BCC153EB61C0}"/>
          </ac:spMkLst>
        </pc:spChg>
      </pc:sldChg>
      <pc:sldChg chg="modSp mod">
        <pc:chgData name="Anthony Pacheco" userId="fdf46b62-f4f9-461f-bfbc-c3446c220a65" providerId="ADAL" clId="{46C61306-57F8-4F30-B63F-8877BEB9A9E1}" dt="2026-04-23T05:00:33.114" v="314" actId="1076"/>
        <pc:sldMkLst>
          <pc:docMk/>
          <pc:sldMk cId="1225153072" sldId="313"/>
        </pc:sldMkLst>
        <pc:spChg chg="mod">
          <ac:chgData name="Anthony Pacheco" userId="fdf46b62-f4f9-461f-bfbc-c3446c220a65" providerId="ADAL" clId="{46C61306-57F8-4F30-B63F-8877BEB9A9E1}" dt="2026-04-23T05:00:33.114" v="314" actId="1076"/>
          <ac:spMkLst>
            <pc:docMk/>
            <pc:sldMk cId="1225153072" sldId="313"/>
            <ac:spMk id="15" creationId="{5464F008-21F9-FCFB-BF06-39C357DBA52E}"/>
          </ac:spMkLst>
        </pc:spChg>
      </pc:sldChg>
      <pc:sldChg chg="modSp mod">
        <pc:chgData name="Anthony Pacheco" userId="fdf46b62-f4f9-461f-bfbc-c3446c220a65" providerId="ADAL" clId="{46C61306-57F8-4F30-B63F-8877BEB9A9E1}" dt="2026-04-21T03:24:41.498" v="109" actId="14100"/>
        <pc:sldMkLst>
          <pc:docMk/>
          <pc:sldMk cId="2650013312" sldId="406"/>
        </pc:sldMkLst>
        <pc:spChg chg="mod">
          <ac:chgData name="Anthony Pacheco" userId="fdf46b62-f4f9-461f-bfbc-c3446c220a65" providerId="ADAL" clId="{46C61306-57F8-4F30-B63F-8877BEB9A9E1}" dt="2026-04-21T03:24:37.486" v="108" actId="255"/>
          <ac:spMkLst>
            <pc:docMk/>
            <pc:sldMk cId="2650013312" sldId="406"/>
            <ac:spMk id="2" creationId="{69A1AFE2-5183-E39C-6A38-66F3A0B9FCAE}"/>
          </ac:spMkLst>
        </pc:spChg>
        <pc:picChg chg="mod">
          <ac:chgData name="Anthony Pacheco" userId="fdf46b62-f4f9-461f-bfbc-c3446c220a65" providerId="ADAL" clId="{46C61306-57F8-4F30-B63F-8877BEB9A9E1}" dt="2026-04-21T03:24:41.498" v="109" actId="14100"/>
          <ac:picMkLst>
            <pc:docMk/>
            <pc:sldMk cId="2650013312" sldId="406"/>
            <ac:picMk id="4" creationId="{D99D3F9F-70E2-E664-85A7-3EA349E7CFF8}"/>
          </ac:picMkLst>
        </pc:picChg>
      </pc:sldChg>
      <pc:sldChg chg="modSp mod">
        <pc:chgData name="Anthony Pacheco" userId="fdf46b62-f4f9-461f-bfbc-c3446c220a65" providerId="ADAL" clId="{46C61306-57F8-4F30-B63F-8877BEB9A9E1}" dt="2026-04-23T04:49:33.826" v="259" actId="14100"/>
        <pc:sldMkLst>
          <pc:docMk/>
          <pc:sldMk cId="1773535094" sldId="407"/>
        </pc:sldMkLst>
        <pc:spChg chg="mod">
          <ac:chgData name="Anthony Pacheco" userId="fdf46b62-f4f9-461f-bfbc-c3446c220a65" providerId="ADAL" clId="{46C61306-57F8-4F30-B63F-8877BEB9A9E1}" dt="2026-04-23T04:49:28.626" v="257" actId="255"/>
          <ac:spMkLst>
            <pc:docMk/>
            <pc:sldMk cId="1773535094" sldId="407"/>
            <ac:spMk id="2" creationId="{761E8841-AF26-92EC-4BEB-9CB0830108D5}"/>
          </ac:spMkLst>
        </pc:spChg>
        <pc:picChg chg="mod">
          <ac:chgData name="Anthony Pacheco" userId="fdf46b62-f4f9-461f-bfbc-c3446c220a65" providerId="ADAL" clId="{46C61306-57F8-4F30-B63F-8877BEB9A9E1}" dt="2026-04-23T04:49:33.826" v="259" actId="14100"/>
          <ac:picMkLst>
            <pc:docMk/>
            <pc:sldMk cId="1773535094" sldId="407"/>
            <ac:picMk id="4" creationId="{07019F59-E777-BE67-E54F-DC8F2C800288}"/>
          </ac:picMkLst>
        </pc:picChg>
      </pc:sldChg>
      <pc:sldChg chg="modSp mod">
        <pc:chgData name="Anthony Pacheco" userId="fdf46b62-f4f9-461f-bfbc-c3446c220a65" providerId="ADAL" clId="{46C61306-57F8-4F30-B63F-8877BEB9A9E1}" dt="2026-04-23T05:00:27.702" v="313" actId="14100"/>
        <pc:sldMkLst>
          <pc:docMk/>
          <pc:sldMk cId="1318877529" sldId="433"/>
        </pc:sldMkLst>
        <pc:spChg chg="mod">
          <ac:chgData name="Anthony Pacheco" userId="fdf46b62-f4f9-461f-bfbc-c3446c220a65" providerId="ADAL" clId="{46C61306-57F8-4F30-B63F-8877BEB9A9E1}" dt="2026-04-23T05:00:20.695" v="310" actId="255"/>
          <ac:spMkLst>
            <pc:docMk/>
            <pc:sldMk cId="1318877529" sldId="433"/>
            <ac:spMk id="2" creationId="{6C9D3480-C9DB-84C3-6FCB-BA6A48A4A0CE}"/>
          </ac:spMkLst>
        </pc:spChg>
        <pc:picChg chg="mod">
          <ac:chgData name="Anthony Pacheco" userId="fdf46b62-f4f9-461f-bfbc-c3446c220a65" providerId="ADAL" clId="{46C61306-57F8-4F30-B63F-8877BEB9A9E1}" dt="2026-04-23T05:00:27.702" v="313" actId="14100"/>
          <ac:picMkLst>
            <pc:docMk/>
            <pc:sldMk cId="1318877529" sldId="433"/>
            <ac:picMk id="4" creationId="{80CA9DF2-DB35-AE6E-F83F-888E724AAD6B}"/>
          </ac:picMkLst>
        </pc:picChg>
      </pc:sldChg>
      <pc:sldChg chg="modSp mod">
        <pc:chgData name="Anthony Pacheco" userId="fdf46b62-f4f9-461f-bfbc-c3446c220a65" providerId="ADAL" clId="{46C61306-57F8-4F30-B63F-8877BEB9A9E1}" dt="2026-04-21T03:26:31.491" v="116" actId="1076"/>
        <pc:sldMkLst>
          <pc:docMk/>
          <pc:sldMk cId="4093059358" sldId="450"/>
        </pc:sldMkLst>
        <pc:spChg chg="mod">
          <ac:chgData name="Anthony Pacheco" userId="fdf46b62-f4f9-461f-bfbc-c3446c220a65" providerId="ADAL" clId="{46C61306-57F8-4F30-B63F-8877BEB9A9E1}" dt="2026-04-21T03:25:31.934" v="113" actId="255"/>
          <ac:spMkLst>
            <pc:docMk/>
            <pc:sldMk cId="4093059358" sldId="450"/>
            <ac:spMk id="2" creationId="{696F138B-1456-986C-C80B-DF3E20601157}"/>
          </ac:spMkLst>
        </pc:spChg>
        <pc:spChg chg="mod">
          <ac:chgData name="Anthony Pacheco" userId="fdf46b62-f4f9-461f-bfbc-c3446c220a65" providerId="ADAL" clId="{46C61306-57F8-4F30-B63F-8877BEB9A9E1}" dt="2026-04-21T03:26:31.491" v="116" actId="1076"/>
          <ac:spMkLst>
            <pc:docMk/>
            <pc:sldMk cId="4093059358" sldId="450"/>
            <ac:spMk id="5" creationId="{2D9544EB-8182-5875-E8A4-D7CF3DEBB0B9}"/>
          </ac:spMkLst>
        </pc:spChg>
        <pc:picChg chg="mod">
          <ac:chgData name="Anthony Pacheco" userId="fdf46b62-f4f9-461f-bfbc-c3446c220a65" providerId="ADAL" clId="{46C61306-57F8-4F30-B63F-8877BEB9A9E1}" dt="2026-04-21T03:25:38.018" v="115" actId="1076"/>
          <ac:picMkLst>
            <pc:docMk/>
            <pc:sldMk cId="4093059358" sldId="450"/>
            <ac:picMk id="4" creationId="{F6229714-433A-3974-9D29-2BDBC9B75A97}"/>
          </ac:picMkLst>
        </pc:picChg>
      </pc:sldChg>
      <pc:sldChg chg="modSp mod">
        <pc:chgData name="Anthony Pacheco" userId="fdf46b62-f4f9-461f-bfbc-c3446c220a65" providerId="ADAL" clId="{46C61306-57F8-4F30-B63F-8877BEB9A9E1}" dt="2026-04-23T04:54:19.352" v="265" actId="1076"/>
        <pc:sldMkLst>
          <pc:docMk/>
          <pc:sldMk cId="1335286666" sldId="466"/>
        </pc:sldMkLst>
        <pc:spChg chg="mod">
          <ac:chgData name="Anthony Pacheco" userId="fdf46b62-f4f9-461f-bfbc-c3446c220a65" providerId="ADAL" clId="{46C61306-57F8-4F30-B63F-8877BEB9A9E1}" dt="2026-04-23T04:53:55.033" v="262" actId="255"/>
          <ac:spMkLst>
            <pc:docMk/>
            <pc:sldMk cId="1335286666" sldId="466"/>
            <ac:spMk id="2" creationId="{39FE37B2-CFF8-A781-08F0-F38D96CAD10F}"/>
          </ac:spMkLst>
        </pc:spChg>
        <pc:picChg chg="mod">
          <ac:chgData name="Anthony Pacheco" userId="fdf46b62-f4f9-461f-bfbc-c3446c220a65" providerId="ADAL" clId="{46C61306-57F8-4F30-B63F-8877BEB9A9E1}" dt="2026-04-23T04:54:19.352" v="265" actId="1076"/>
          <ac:picMkLst>
            <pc:docMk/>
            <pc:sldMk cId="1335286666" sldId="466"/>
            <ac:picMk id="4" creationId="{F8C769FA-AF22-DEA8-5D52-3FDA418B2682}"/>
          </ac:picMkLst>
        </pc:picChg>
      </pc:sldChg>
      <pc:sldChg chg="modSp mod">
        <pc:chgData name="Anthony Pacheco" userId="fdf46b62-f4f9-461f-bfbc-c3446c220a65" providerId="ADAL" clId="{46C61306-57F8-4F30-B63F-8877BEB9A9E1}" dt="2026-04-23T04:55:15.028" v="276" actId="14100"/>
        <pc:sldMkLst>
          <pc:docMk/>
          <pc:sldMk cId="2422417328" sldId="473"/>
        </pc:sldMkLst>
        <pc:spChg chg="mod">
          <ac:chgData name="Anthony Pacheco" userId="fdf46b62-f4f9-461f-bfbc-c3446c220a65" providerId="ADAL" clId="{46C61306-57F8-4F30-B63F-8877BEB9A9E1}" dt="2026-04-23T04:55:08.873" v="273" actId="255"/>
          <ac:spMkLst>
            <pc:docMk/>
            <pc:sldMk cId="2422417328" sldId="473"/>
            <ac:spMk id="2" creationId="{C7420B75-AA11-11FA-C4E7-B7B9B59D4100}"/>
          </ac:spMkLst>
        </pc:spChg>
        <pc:picChg chg="mod">
          <ac:chgData name="Anthony Pacheco" userId="fdf46b62-f4f9-461f-bfbc-c3446c220a65" providerId="ADAL" clId="{46C61306-57F8-4F30-B63F-8877BEB9A9E1}" dt="2026-04-23T04:55:15.028" v="276" actId="14100"/>
          <ac:picMkLst>
            <pc:docMk/>
            <pc:sldMk cId="2422417328" sldId="473"/>
            <ac:picMk id="4" creationId="{BC2A9C75-6721-CFE2-6439-D61AFA5A7680}"/>
          </ac:picMkLst>
        </pc:picChg>
      </pc:sldChg>
      <pc:sldChg chg="modSp mod">
        <pc:chgData name="Anthony Pacheco" userId="fdf46b62-f4f9-461f-bfbc-c3446c220a65" providerId="ADAL" clId="{46C61306-57F8-4F30-B63F-8877BEB9A9E1}" dt="2026-04-21T03:23:16.003" v="99" actId="1076"/>
        <pc:sldMkLst>
          <pc:docMk/>
          <pc:sldMk cId="3113432143" sldId="479"/>
        </pc:sldMkLst>
        <pc:spChg chg="mod">
          <ac:chgData name="Anthony Pacheco" userId="fdf46b62-f4f9-461f-bfbc-c3446c220a65" providerId="ADAL" clId="{46C61306-57F8-4F30-B63F-8877BEB9A9E1}" dt="2026-04-21T03:23:01.374" v="98" actId="255"/>
          <ac:spMkLst>
            <pc:docMk/>
            <pc:sldMk cId="3113432143" sldId="479"/>
            <ac:spMk id="2" creationId="{E18E6B92-5B8F-3897-60C6-190D2E26C05F}"/>
          </ac:spMkLst>
        </pc:spChg>
        <pc:spChg chg="mod">
          <ac:chgData name="Anthony Pacheco" userId="fdf46b62-f4f9-461f-bfbc-c3446c220a65" providerId="ADAL" clId="{46C61306-57F8-4F30-B63F-8877BEB9A9E1}" dt="2026-04-21T03:23:16.003" v="99" actId="1076"/>
          <ac:spMkLst>
            <pc:docMk/>
            <pc:sldMk cId="3113432143" sldId="479"/>
            <ac:spMk id="5" creationId="{99F77C21-A2D0-3F83-F19A-210B33EF41FC}"/>
          </ac:spMkLst>
        </pc:spChg>
      </pc:sldChg>
      <pc:sldChg chg="modSp mod">
        <pc:chgData name="Anthony Pacheco" userId="fdf46b62-f4f9-461f-bfbc-c3446c220a65" providerId="ADAL" clId="{46C61306-57F8-4F30-B63F-8877BEB9A9E1}" dt="2026-04-21T03:28:10.542" v="127" actId="1076"/>
        <pc:sldMkLst>
          <pc:docMk/>
          <pc:sldMk cId="2938829649" sldId="491"/>
        </pc:sldMkLst>
        <pc:spChg chg="mod">
          <ac:chgData name="Anthony Pacheco" userId="fdf46b62-f4f9-461f-bfbc-c3446c220a65" providerId="ADAL" clId="{46C61306-57F8-4F30-B63F-8877BEB9A9E1}" dt="2026-04-21T03:28:01.756" v="124" actId="255"/>
          <ac:spMkLst>
            <pc:docMk/>
            <pc:sldMk cId="2938829649" sldId="491"/>
            <ac:spMk id="2" creationId="{FF123973-4240-71CE-F48A-14C1B2AC2EC0}"/>
          </ac:spMkLst>
        </pc:spChg>
        <pc:picChg chg="mod">
          <ac:chgData name="Anthony Pacheco" userId="fdf46b62-f4f9-461f-bfbc-c3446c220a65" providerId="ADAL" clId="{46C61306-57F8-4F30-B63F-8877BEB9A9E1}" dt="2026-04-21T03:28:10.542" v="127" actId="1076"/>
          <ac:picMkLst>
            <pc:docMk/>
            <pc:sldMk cId="2938829649" sldId="491"/>
            <ac:picMk id="4" creationId="{09AC7382-0471-0C21-9CE3-FEF1888576DF}"/>
          </ac:picMkLst>
        </pc:picChg>
      </pc:sldChg>
      <pc:sldChg chg="modSp mod">
        <pc:chgData name="Anthony Pacheco" userId="fdf46b62-f4f9-461f-bfbc-c3446c220a65" providerId="ADAL" clId="{46C61306-57F8-4F30-B63F-8877BEB9A9E1}" dt="2026-04-23T04:48:12.906" v="247" actId="14100"/>
        <pc:sldMkLst>
          <pc:docMk/>
          <pc:sldMk cId="3137131589" sldId="492"/>
        </pc:sldMkLst>
        <pc:spChg chg="mod">
          <ac:chgData name="Anthony Pacheco" userId="fdf46b62-f4f9-461f-bfbc-c3446c220a65" providerId="ADAL" clId="{46C61306-57F8-4F30-B63F-8877BEB9A9E1}" dt="2026-04-21T03:29:27.508" v="157" actId="255"/>
          <ac:spMkLst>
            <pc:docMk/>
            <pc:sldMk cId="3137131589" sldId="492"/>
            <ac:spMk id="2" creationId="{AB211997-E8C6-9502-C38F-07537DF09A15}"/>
          </ac:spMkLst>
        </pc:spChg>
        <pc:picChg chg="mod">
          <ac:chgData name="Anthony Pacheco" userId="fdf46b62-f4f9-461f-bfbc-c3446c220a65" providerId="ADAL" clId="{46C61306-57F8-4F30-B63F-8877BEB9A9E1}" dt="2026-04-23T04:48:12.906" v="247" actId="14100"/>
          <ac:picMkLst>
            <pc:docMk/>
            <pc:sldMk cId="3137131589" sldId="492"/>
            <ac:picMk id="4" creationId="{08CF7A73-06E2-EBCE-163E-9906AD232113}"/>
          </ac:picMkLst>
        </pc:picChg>
      </pc:sldChg>
      <pc:sldChg chg="modSp mod">
        <pc:chgData name="Anthony Pacheco" userId="fdf46b62-f4f9-461f-bfbc-c3446c220a65" providerId="ADAL" clId="{46C61306-57F8-4F30-B63F-8877BEB9A9E1}" dt="2026-04-23T04:58:42.882" v="296" actId="14100"/>
        <pc:sldMkLst>
          <pc:docMk/>
          <pc:sldMk cId="691672770" sldId="500"/>
        </pc:sldMkLst>
        <pc:spChg chg="mod">
          <ac:chgData name="Anthony Pacheco" userId="fdf46b62-f4f9-461f-bfbc-c3446c220a65" providerId="ADAL" clId="{46C61306-57F8-4F30-B63F-8877BEB9A9E1}" dt="2026-04-23T04:58:26.200" v="291" actId="255"/>
          <ac:spMkLst>
            <pc:docMk/>
            <pc:sldMk cId="691672770" sldId="500"/>
            <ac:spMk id="2" creationId="{60C85AA0-1089-D38F-9610-E359C73732BF}"/>
          </ac:spMkLst>
        </pc:spChg>
        <pc:picChg chg="mod">
          <ac:chgData name="Anthony Pacheco" userId="fdf46b62-f4f9-461f-bfbc-c3446c220a65" providerId="ADAL" clId="{46C61306-57F8-4F30-B63F-8877BEB9A9E1}" dt="2026-04-23T04:58:42.882" v="296" actId="14100"/>
          <ac:picMkLst>
            <pc:docMk/>
            <pc:sldMk cId="691672770" sldId="500"/>
            <ac:picMk id="4" creationId="{8EDE2668-E09D-FAF3-DAE3-D7A69B465AB7}"/>
          </ac:picMkLst>
        </pc:picChg>
      </pc:sldChg>
      <pc:sldChg chg="modSp mod">
        <pc:chgData name="Anthony Pacheco" userId="fdf46b62-f4f9-461f-bfbc-c3446c220a65" providerId="ADAL" clId="{46C61306-57F8-4F30-B63F-8877BEB9A9E1}" dt="2026-04-21T04:08:46.793" v="168" actId="6549"/>
        <pc:sldMkLst>
          <pc:docMk/>
          <pc:sldMk cId="4141765856" sldId="517"/>
        </pc:sldMkLst>
        <pc:spChg chg="mod">
          <ac:chgData name="Anthony Pacheco" userId="fdf46b62-f4f9-461f-bfbc-c3446c220a65" providerId="ADAL" clId="{46C61306-57F8-4F30-B63F-8877BEB9A9E1}" dt="2026-04-21T04:08:46.793" v="168" actId="6549"/>
          <ac:spMkLst>
            <pc:docMk/>
            <pc:sldMk cId="4141765856" sldId="517"/>
            <ac:spMk id="3" creationId="{83F6E090-44BC-C3D4-BC3F-AEBA77713079}"/>
          </ac:spMkLst>
        </pc:spChg>
      </pc:sldChg>
      <pc:sldChg chg="modSp mod">
        <pc:chgData name="Anthony Pacheco" userId="fdf46b62-f4f9-461f-bfbc-c3446c220a65" providerId="ADAL" clId="{46C61306-57F8-4F30-B63F-8877BEB9A9E1}" dt="2026-04-21T03:11:27.406" v="44" actId="113"/>
        <pc:sldMkLst>
          <pc:docMk/>
          <pc:sldMk cId="252011670" sldId="518"/>
        </pc:sldMkLst>
        <pc:spChg chg="mod">
          <ac:chgData name="Anthony Pacheco" userId="fdf46b62-f4f9-461f-bfbc-c3446c220a65" providerId="ADAL" clId="{46C61306-57F8-4F30-B63F-8877BEB9A9E1}" dt="2026-04-21T03:11:27.406" v="44" actId="113"/>
          <ac:spMkLst>
            <pc:docMk/>
            <pc:sldMk cId="252011670" sldId="518"/>
            <ac:spMk id="3" creationId="{45574FB4-F1AB-F9AB-6089-DBBA1BA6B1AC}"/>
          </ac:spMkLst>
        </pc:spChg>
      </pc:sldChg>
      <pc:sldChg chg="modSp mod">
        <pc:chgData name="Anthony Pacheco" userId="fdf46b62-f4f9-461f-bfbc-c3446c220a65" providerId="ADAL" clId="{46C61306-57F8-4F30-B63F-8877BEB9A9E1}" dt="2026-04-21T03:10:19.615" v="41" actId="113"/>
        <pc:sldMkLst>
          <pc:docMk/>
          <pc:sldMk cId="4217901547" sldId="519"/>
        </pc:sldMkLst>
        <pc:spChg chg="mod">
          <ac:chgData name="Anthony Pacheco" userId="fdf46b62-f4f9-461f-bfbc-c3446c220a65" providerId="ADAL" clId="{46C61306-57F8-4F30-B63F-8877BEB9A9E1}" dt="2026-04-21T03:10:19.615" v="41" actId="113"/>
          <ac:spMkLst>
            <pc:docMk/>
            <pc:sldMk cId="4217901547" sldId="519"/>
            <ac:spMk id="3" creationId="{61132830-5CA9-750E-E752-01AD253688D0}"/>
          </ac:spMkLst>
        </pc:spChg>
      </pc:sldChg>
      <pc:sldChg chg="modSp mod">
        <pc:chgData name="Anthony Pacheco" userId="fdf46b62-f4f9-461f-bfbc-c3446c220a65" providerId="ADAL" clId="{46C61306-57F8-4F30-B63F-8877BEB9A9E1}" dt="2026-04-21T03:12:05.698" v="50" actId="113"/>
        <pc:sldMkLst>
          <pc:docMk/>
          <pc:sldMk cId="1029966898" sldId="520"/>
        </pc:sldMkLst>
        <pc:spChg chg="mod">
          <ac:chgData name="Anthony Pacheco" userId="fdf46b62-f4f9-461f-bfbc-c3446c220a65" providerId="ADAL" clId="{46C61306-57F8-4F30-B63F-8877BEB9A9E1}" dt="2026-04-21T03:12:05.698" v="50" actId="113"/>
          <ac:spMkLst>
            <pc:docMk/>
            <pc:sldMk cId="1029966898" sldId="520"/>
            <ac:spMk id="3" creationId="{AF64CADB-DD2D-B91A-9048-6D3717E2DA47}"/>
          </ac:spMkLst>
        </pc:spChg>
      </pc:sldChg>
      <pc:sldChg chg="modSp mod">
        <pc:chgData name="Anthony Pacheco" userId="fdf46b62-f4f9-461f-bfbc-c3446c220a65" providerId="ADAL" clId="{46C61306-57F8-4F30-B63F-8877BEB9A9E1}" dt="2026-04-21T03:14:04.158" v="57" actId="113"/>
        <pc:sldMkLst>
          <pc:docMk/>
          <pc:sldMk cId="1627653782" sldId="521"/>
        </pc:sldMkLst>
        <pc:spChg chg="mod">
          <ac:chgData name="Anthony Pacheco" userId="fdf46b62-f4f9-461f-bfbc-c3446c220a65" providerId="ADAL" clId="{46C61306-57F8-4F30-B63F-8877BEB9A9E1}" dt="2026-04-21T03:14:04.158" v="57" actId="113"/>
          <ac:spMkLst>
            <pc:docMk/>
            <pc:sldMk cId="1627653782" sldId="521"/>
            <ac:spMk id="3" creationId="{F37E8320-B475-6DF9-6D47-AA4C09292CC8}"/>
          </ac:spMkLst>
        </pc:spChg>
      </pc:sldChg>
      <pc:sldChg chg="modSp mod">
        <pc:chgData name="Anthony Pacheco" userId="fdf46b62-f4f9-461f-bfbc-c3446c220a65" providerId="ADAL" clId="{46C61306-57F8-4F30-B63F-8877BEB9A9E1}" dt="2026-04-21T03:14:33.202" v="61" actId="14100"/>
        <pc:sldMkLst>
          <pc:docMk/>
          <pc:sldMk cId="2870682353" sldId="522"/>
        </pc:sldMkLst>
        <pc:spChg chg="mod">
          <ac:chgData name="Anthony Pacheco" userId="fdf46b62-f4f9-461f-bfbc-c3446c220a65" providerId="ADAL" clId="{46C61306-57F8-4F30-B63F-8877BEB9A9E1}" dt="2026-04-21T03:14:33.202" v="61" actId="14100"/>
          <ac:spMkLst>
            <pc:docMk/>
            <pc:sldMk cId="2870682353" sldId="522"/>
            <ac:spMk id="3" creationId="{4C8EC670-1F52-114C-F910-ED2BF3E2ABA5}"/>
          </ac:spMkLst>
        </pc:spChg>
      </pc:sldChg>
      <pc:sldChg chg="addSp modSp mod">
        <pc:chgData name="Anthony Pacheco" userId="fdf46b62-f4f9-461f-bfbc-c3446c220a65" providerId="ADAL" clId="{46C61306-57F8-4F30-B63F-8877BEB9A9E1}" dt="2026-04-21T04:18:25.580" v="202" actId="1076"/>
        <pc:sldMkLst>
          <pc:docMk/>
          <pc:sldMk cId="2119930926" sldId="523"/>
        </pc:sldMkLst>
        <pc:spChg chg="mod">
          <ac:chgData name="Anthony Pacheco" userId="fdf46b62-f4f9-461f-bfbc-c3446c220a65" providerId="ADAL" clId="{46C61306-57F8-4F30-B63F-8877BEB9A9E1}" dt="2026-04-21T04:17:56.248" v="175" actId="14100"/>
          <ac:spMkLst>
            <pc:docMk/>
            <pc:sldMk cId="2119930926" sldId="523"/>
            <ac:spMk id="3" creationId="{13F5D245-C198-33D3-245D-9774A4C81631}"/>
          </ac:spMkLst>
        </pc:spChg>
        <pc:spChg chg="add mod">
          <ac:chgData name="Anthony Pacheco" userId="fdf46b62-f4f9-461f-bfbc-c3446c220a65" providerId="ADAL" clId="{46C61306-57F8-4F30-B63F-8877BEB9A9E1}" dt="2026-04-21T04:15:54.980" v="173" actId="14100"/>
          <ac:spMkLst>
            <pc:docMk/>
            <pc:sldMk cId="2119930926" sldId="523"/>
            <ac:spMk id="5" creationId="{508143C2-7850-2D25-CCF4-7675088D5F2D}"/>
          </ac:spMkLst>
        </pc:spChg>
        <pc:spChg chg="add mod">
          <ac:chgData name="Anthony Pacheco" userId="fdf46b62-f4f9-461f-bfbc-c3446c220a65" providerId="ADAL" clId="{46C61306-57F8-4F30-B63F-8877BEB9A9E1}" dt="2026-04-21T04:18:25.580" v="202" actId="1076"/>
          <ac:spMkLst>
            <pc:docMk/>
            <pc:sldMk cId="2119930926" sldId="523"/>
            <ac:spMk id="7" creationId="{2E7178E3-55B2-6688-56F5-A2986B13BC87}"/>
          </ac:spMkLst>
        </pc:spChg>
      </pc:sldChg>
      <pc:sldChg chg="modSp mod">
        <pc:chgData name="Anthony Pacheco" userId="fdf46b62-f4f9-461f-bfbc-c3446c220a65" providerId="ADAL" clId="{46C61306-57F8-4F30-B63F-8877BEB9A9E1}" dt="2026-04-21T03:15:20.885" v="67" actId="113"/>
        <pc:sldMkLst>
          <pc:docMk/>
          <pc:sldMk cId="745450845" sldId="524"/>
        </pc:sldMkLst>
        <pc:spChg chg="mod">
          <ac:chgData name="Anthony Pacheco" userId="fdf46b62-f4f9-461f-bfbc-c3446c220a65" providerId="ADAL" clId="{46C61306-57F8-4F30-B63F-8877BEB9A9E1}" dt="2026-04-21T03:15:20.885" v="67" actId="113"/>
          <ac:spMkLst>
            <pc:docMk/>
            <pc:sldMk cId="745450845" sldId="524"/>
            <ac:spMk id="3" creationId="{A1CDB577-9C89-4039-59EA-1C682A55D572}"/>
          </ac:spMkLst>
        </pc:spChg>
      </pc:sldChg>
      <pc:sldChg chg="modSp mod">
        <pc:chgData name="Anthony Pacheco" userId="fdf46b62-f4f9-461f-bfbc-c3446c220a65" providerId="ADAL" clId="{46C61306-57F8-4F30-B63F-8877BEB9A9E1}" dt="2026-04-21T03:17:20.716" v="71" actId="113"/>
        <pc:sldMkLst>
          <pc:docMk/>
          <pc:sldMk cId="2597507751" sldId="525"/>
        </pc:sldMkLst>
        <pc:spChg chg="mod">
          <ac:chgData name="Anthony Pacheco" userId="fdf46b62-f4f9-461f-bfbc-c3446c220a65" providerId="ADAL" clId="{46C61306-57F8-4F30-B63F-8877BEB9A9E1}" dt="2026-04-21T03:17:20.716" v="71" actId="113"/>
          <ac:spMkLst>
            <pc:docMk/>
            <pc:sldMk cId="2597507751" sldId="525"/>
            <ac:spMk id="3" creationId="{3A10E5FE-AA58-EDC0-A765-FCB39B56E451}"/>
          </ac:spMkLst>
        </pc:spChg>
      </pc:sldChg>
      <pc:sldChg chg="modSp mod">
        <pc:chgData name="Anthony Pacheco" userId="fdf46b62-f4f9-461f-bfbc-c3446c220a65" providerId="ADAL" clId="{46C61306-57F8-4F30-B63F-8877BEB9A9E1}" dt="2026-04-21T03:18:14.201" v="77" actId="113"/>
        <pc:sldMkLst>
          <pc:docMk/>
          <pc:sldMk cId="670228309" sldId="526"/>
        </pc:sldMkLst>
        <pc:spChg chg="mod">
          <ac:chgData name="Anthony Pacheco" userId="fdf46b62-f4f9-461f-bfbc-c3446c220a65" providerId="ADAL" clId="{46C61306-57F8-4F30-B63F-8877BEB9A9E1}" dt="2026-04-21T03:17:34.435" v="72" actId="255"/>
          <ac:spMkLst>
            <pc:docMk/>
            <pc:sldMk cId="670228309" sldId="526"/>
            <ac:spMk id="2" creationId="{D0B0FCFD-BFBB-2A93-B1C3-A70950E078B7}"/>
          </ac:spMkLst>
        </pc:spChg>
        <pc:spChg chg="mod">
          <ac:chgData name="Anthony Pacheco" userId="fdf46b62-f4f9-461f-bfbc-c3446c220a65" providerId="ADAL" clId="{46C61306-57F8-4F30-B63F-8877BEB9A9E1}" dt="2026-04-21T03:18:14.201" v="77" actId="113"/>
          <ac:spMkLst>
            <pc:docMk/>
            <pc:sldMk cId="670228309" sldId="526"/>
            <ac:spMk id="3" creationId="{041D10B4-A25D-CB69-5B49-0C2B1C4F5A3F}"/>
          </ac:spMkLst>
        </pc:spChg>
      </pc:sldChg>
      <pc:sldChg chg="modSp mod">
        <pc:chgData name="Anthony Pacheco" userId="fdf46b62-f4f9-461f-bfbc-c3446c220a65" providerId="ADAL" clId="{46C61306-57F8-4F30-B63F-8877BEB9A9E1}" dt="2026-04-21T03:19:06.779" v="86" actId="113"/>
        <pc:sldMkLst>
          <pc:docMk/>
          <pc:sldMk cId="3097335538" sldId="527"/>
        </pc:sldMkLst>
        <pc:spChg chg="mod">
          <ac:chgData name="Anthony Pacheco" userId="fdf46b62-f4f9-461f-bfbc-c3446c220a65" providerId="ADAL" clId="{46C61306-57F8-4F30-B63F-8877BEB9A9E1}" dt="2026-04-21T03:18:33.010" v="81" actId="255"/>
          <ac:spMkLst>
            <pc:docMk/>
            <pc:sldMk cId="3097335538" sldId="527"/>
            <ac:spMk id="2" creationId="{670C83D6-F96A-81B2-BB49-A89CD9C25053}"/>
          </ac:spMkLst>
        </pc:spChg>
        <pc:spChg chg="mod">
          <ac:chgData name="Anthony Pacheco" userId="fdf46b62-f4f9-461f-bfbc-c3446c220a65" providerId="ADAL" clId="{46C61306-57F8-4F30-B63F-8877BEB9A9E1}" dt="2026-04-21T03:19:06.779" v="86" actId="113"/>
          <ac:spMkLst>
            <pc:docMk/>
            <pc:sldMk cId="3097335538" sldId="527"/>
            <ac:spMk id="3" creationId="{C9D3CEFB-AE0F-3C16-FE38-F9456AFC31A0}"/>
          </ac:spMkLst>
        </pc:spChg>
      </pc:sldChg>
      <pc:sldChg chg="modSp mod">
        <pc:chgData name="Anthony Pacheco" userId="fdf46b62-f4f9-461f-bfbc-c3446c220a65" providerId="ADAL" clId="{46C61306-57F8-4F30-B63F-8877BEB9A9E1}" dt="2026-04-21T03:22:18.271" v="93" actId="113"/>
        <pc:sldMkLst>
          <pc:docMk/>
          <pc:sldMk cId="1016158390" sldId="528"/>
        </pc:sldMkLst>
        <pc:spChg chg="mod">
          <ac:chgData name="Anthony Pacheco" userId="fdf46b62-f4f9-461f-bfbc-c3446c220a65" providerId="ADAL" clId="{46C61306-57F8-4F30-B63F-8877BEB9A9E1}" dt="2026-04-21T03:22:18.271" v="93" actId="113"/>
          <ac:spMkLst>
            <pc:docMk/>
            <pc:sldMk cId="1016158390" sldId="528"/>
            <ac:spMk id="3" creationId="{B3BDBF34-EC2F-C783-06B6-8FFB83F80F3E}"/>
          </ac:spMkLst>
        </pc:spChg>
      </pc:sldChg>
      <pc:sldChg chg="modSp mod">
        <pc:chgData name="Anthony Pacheco" userId="fdf46b62-f4f9-461f-bfbc-c3446c220a65" providerId="ADAL" clId="{46C61306-57F8-4F30-B63F-8877BEB9A9E1}" dt="2026-04-21T03:22:52.119" v="97" actId="113"/>
        <pc:sldMkLst>
          <pc:docMk/>
          <pc:sldMk cId="3683767328" sldId="529"/>
        </pc:sldMkLst>
        <pc:spChg chg="mod">
          <ac:chgData name="Anthony Pacheco" userId="fdf46b62-f4f9-461f-bfbc-c3446c220a65" providerId="ADAL" clId="{46C61306-57F8-4F30-B63F-8877BEB9A9E1}" dt="2026-04-21T03:22:28.895" v="94" actId="255"/>
          <ac:spMkLst>
            <pc:docMk/>
            <pc:sldMk cId="3683767328" sldId="529"/>
            <ac:spMk id="2" creationId="{DAADEC89-777A-70E3-705F-5641B54E172A}"/>
          </ac:spMkLst>
        </pc:spChg>
        <pc:spChg chg="mod">
          <ac:chgData name="Anthony Pacheco" userId="fdf46b62-f4f9-461f-bfbc-c3446c220a65" providerId="ADAL" clId="{46C61306-57F8-4F30-B63F-8877BEB9A9E1}" dt="2026-04-21T03:22:52.119" v="97" actId="113"/>
          <ac:spMkLst>
            <pc:docMk/>
            <pc:sldMk cId="3683767328" sldId="529"/>
            <ac:spMk id="3" creationId="{EA6344A9-C41D-0496-36CF-A1C2703E19DB}"/>
          </ac:spMkLst>
        </pc:spChg>
      </pc:sldChg>
      <pc:sldChg chg="modSp mod">
        <pc:chgData name="Anthony Pacheco" userId="fdf46b62-f4f9-461f-bfbc-c3446c220a65" providerId="ADAL" clId="{46C61306-57F8-4F30-B63F-8877BEB9A9E1}" dt="2026-04-21T03:23:51.199" v="101" actId="1076"/>
        <pc:sldMkLst>
          <pc:docMk/>
          <pc:sldMk cId="2093953749" sldId="530"/>
        </pc:sldMkLst>
        <pc:spChg chg="mod">
          <ac:chgData name="Anthony Pacheco" userId="fdf46b62-f4f9-461f-bfbc-c3446c220a65" providerId="ADAL" clId="{46C61306-57F8-4F30-B63F-8877BEB9A9E1}" dt="2026-04-21T03:23:46.669" v="100" actId="255"/>
          <ac:spMkLst>
            <pc:docMk/>
            <pc:sldMk cId="2093953749" sldId="530"/>
            <ac:spMk id="2" creationId="{5185E09E-0C46-A6A2-1B59-10B993F994D3}"/>
          </ac:spMkLst>
        </pc:spChg>
        <pc:spChg chg="mod">
          <ac:chgData name="Anthony Pacheco" userId="fdf46b62-f4f9-461f-bfbc-c3446c220a65" providerId="ADAL" clId="{46C61306-57F8-4F30-B63F-8877BEB9A9E1}" dt="2026-04-21T03:23:51.199" v="101" actId="1076"/>
          <ac:spMkLst>
            <pc:docMk/>
            <pc:sldMk cId="2093953749" sldId="530"/>
            <ac:spMk id="5" creationId="{3DE8FDD2-5C74-AD0A-1AC3-18589BAB5A17}"/>
          </ac:spMkLst>
        </pc:spChg>
      </pc:sldChg>
      <pc:sldChg chg="modSp mod">
        <pc:chgData name="Anthony Pacheco" userId="fdf46b62-f4f9-461f-bfbc-c3446c220a65" providerId="ADAL" clId="{46C61306-57F8-4F30-B63F-8877BEB9A9E1}" dt="2026-04-21T03:24:27.715" v="107" actId="113"/>
        <pc:sldMkLst>
          <pc:docMk/>
          <pc:sldMk cId="4227566256" sldId="531"/>
        </pc:sldMkLst>
        <pc:spChg chg="mod">
          <ac:chgData name="Anthony Pacheco" userId="fdf46b62-f4f9-461f-bfbc-c3446c220a65" providerId="ADAL" clId="{46C61306-57F8-4F30-B63F-8877BEB9A9E1}" dt="2026-04-21T03:23:58.413" v="102" actId="255"/>
          <ac:spMkLst>
            <pc:docMk/>
            <pc:sldMk cId="4227566256" sldId="531"/>
            <ac:spMk id="2" creationId="{8F11A693-0FE5-8EDF-1D70-9507DBF19BF7}"/>
          </ac:spMkLst>
        </pc:spChg>
        <pc:spChg chg="mod">
          <ac:chgData name="Anthony Pacheco" userId="fdf46b62-f4f9-461f-bfbc-c3446c220a65" providerId="ADAL" clId="{46C61306-57F8-4F30-B63F-8877BEB9A9E1}" dt="2026-04-21T03:24:27.715" v="107" actId="113"/>
          <ac:spMkLst>
            <pc:docMk/>
            <pc:sldMk cId="4227566256" sldId="531"/>
            <ac:spMk id="3" creationId="{A7A56E9E-9BC7-F38E-4B1E-2064B2EAF31C}"/>
          </ac:spMkLst>
        </pc:spChg>
      </pc:sldChg>
      <pc:sldChg chg="modSp mod">
        <pc:chgData name="Anthony Pacheco" userId="fdf46b62-f4f9-461f-bfbc-c3446c220a65" providerId="ADAL" clId="{46C61306-57F8-4F30-B63F-8877BEB9A9E1}" dt="2026-04-21T03:24:59.465" v="112" actId="113"/>
        <pc:sldMkLst>
          <pc:docMk/>
          <pc:sldMk cId="3358834910" sldId="532"/>
        </pc:sldMkLst>
        <pc:spChg chg="mod">
          <ac:chgData name="Anthony Pacheco" userId="fdf46b62-f4f9-461f-bfbc-c3446c220a65" providerId="ADAL" clId="{46C61306-57F8-4F30-B63F-8877BEB9A9E1}" dt="2026-04-21T03:24:49.565" v="110" actId="255"/>
          <ac:spMkLst>
            <pc:docMk/>
            <pc:sldMk cId="3358834910" sldId="532"/>
            <ac:spMk id="2" creationId="{BC1A8FFC-74BE-28C2-D79F-4553DEE50D96}"/>
          </ac:spMkLst>
        </pc:spChg>
        <pc:spChg chg="mod">
          <ac:chgData name="Anthony Pacheco" userId="fdf46b62-f4f9-461f-bfbc-c3446c220a65" providerId="ADAL" clId="{46C61306-57F8-4F30-B63F-8877BEB9A9E1}" dt="2026-04-21T03:24:59.465" v="112" actId="113"/>
          <ac:spMkLst>
            <pc:docMk/>
            <pc:sldMk cId="3358834910" sldId="532"/>
            <ac:spMk id="3" creationId="{494DACA5-3C8A-15D6-06FB-6F15D9F842BB}"/>
          </ac:spMkLst>
        </pc:spChg>
      </pc:sldChg>
      <pc:sldChg chg="addSp modSp mod">
        <pc:chgData name="Anthony Pacheco" userId="fdf46b62-f4f9-461f-bfbc-c3446c220a65" providerId="ADAL" clId="{46C61306-57F8-4F30-B63F-8877BEB9A9E1}" dt="2026-04-21T04:23:00.504" v="240" actId="1076"/>
        <pc:sldMkLst>
          <pc:docMk/>
          <pc:sldMk cId="3075041639" sldId="533"/>
        </pc:sldMkLst>
        <pc:spChg chg="mod">
          <ac:chgData name="Anthony Pacheco" userId="fdf46b62-f4f9-461f-bfbc-c3446c220a65" providerId="ADAL" clId="{46C61306-57F8-4F30-B63F-8877BEB9A9E1}" dt="2026-04-21T03:26:45.900" v="117" actId="255"/>
          <ac:spMkLst>
            <pc:docMk/>
            <pc:sldMk cId="3075041639" sldId="533"/>
            <ac:spMk id="2" creationId="{45517FCE-EC35-7780-350A-060C6E9A1C89}"/>
          </ac:spMkLst>
        </pc:spChg>
        <pc:spChg chg="mod">
          <ac:chgData name="Anthony Pacheco" userId="fdf46b62-f4f9-461f-bfbc-c3446c220a65" providerId="ADAL" clId="{46C61306-57F8-4F30-B63F-8877BEB9A9E1}" dt="2026-04-21T04:22:25.372" v="208" actId="14100"/>
          <ac:spMkLst>
            <pc:docMk/>
            <pc:sldMk cId="3075041639" sldId="533"/>
            <ac:spMk id="3" creationId="{4D968F45-4BA5-C897-C6E0-51CC87F1DABA}"/>
          </ac:spMkLst>
        </pc:spChg>
        <pc:spChg chg="add mod">
          <ac:chgData name="Anthony Pacheco" userId="fdf46b62-f4f9-461f-bfbc-c3446c220a65" providerId="ADAL" clId="{46C61306-57F8-4F30-B63F-8877BEB9A9E1}" dt="2026-04-21T04:22:14.812" v="207" actId="14100"/>
          <ac:spMkLst>
            <pc:docMk/>
            <pc:sldMk cId="3075041639" sldId="533"/>
            <ac:spMk id="5" creationId="{0101A285-E9E6-6657-83C0-C46653D36F19}"/>
          </ac:spMkLst>
        </pc:spChg>
        <pc:spChg chg="add mod">
          <ac:chgData name="Anthony Pacheco" userId="fdf46b62-f4f9-461f-bfbc-c3446c220a65" providerId="ADAL" clId="{46C61306-57F8-4F30-B63F-8877BEB9A9E1}" dt="2026-04-21T04:23:00.504" v="240" actId="1076"/>
          <ac:spMkLst>
            <pc:docMk/>
            <pc:sldMk cId="3075041639" sldId="533"/>
            <ac:spMk id="7" creationId="{FACBD2F7-E6C1-3A95-94B2-1E687B93AA1B}"/>
          </ac:spMkLst>
        </pc:spChg>
      </pc:sldChg>
      <pc:sldChg chg="addSp modSp mod">
        <pc:chgData name="Anthony Pacheco" userId="fdf46b62-f4f9-461f-bfbc-c3446c220a65" providerId="ADAL" clId="{46C61306-57F8-4F30-B63F-8877BEB9A9E1}" dt="2026-04-23T04:48:07.406" v="245" actId="113"/>
        <pc:sldMkLst>
          <pc:docMk/>
          <pc:sldMk cId="3489622811" sldId="534"/>
        </pc:sldMkLst>
        <pc:spChg chg="mod">
          <ac:chgData name="Anthony Pacheco" userId="fdf46b62-f4f9-461f-bfbc-c3446c220a65" providerId="ADAL" clId="{46C61306-57F8-4F30-B63F-8877BEB9A9E1}" dt="2026-04-21T03:28:21.348" v="128" actId="255"/>
          <ac:spMkLst>
            <pc:docMk/>
            <pc:sldMk cId="3489622811" sldId="534"/>
            <ac:spMk id="2" creationId="{F49B0D98-52B6-27F6-02C7-F177CFDC83DF}"/>
          </ac:spMkLst>
        </pc:spChg>
        <pc:spChg chg="mod">
          <ac:chgData name="Anthony Pacheco" userId="fdf46b62-f4f9-461f-bfbc-c3446c220a65" providerId="ADAL" clId="{46C61306-57F8-4F30-B63F-8877BEB9A9E1}" dt="2026-04-23T04:48:07.406" v="245" actId="113"/>
          <ac:spMkLst>
            <pc:docMk/>
            <pc:sldMk cId="3489622811" sldId="534"/>
            <ac:spMk id="3" creationId="{92DA6D43-8A67-FA1D-B25F-94F8C26B8044}"/>
          </ac:spMkLst>
        </pc:spChg>
        <pc:spChg chg="add mod">
          <ac:chgData name="Anthony Pacheco" userId="fdf46b62-f4f9-461f-bfbc-c3446c220a65" providerId="ADAL" clId="{46C61306-57F8-4F30-B63F-8877BEB9A9E1}" dt="2026-04-21T03:29:15.043" v="156" actId="1035"/>
          <ac:spMkLst>
            <pc:docMk/>
            <pc:sldMk cId="3489622811" sldId="534"/>
            <ac:spMk id="5" creationId="{7710A318-4ADF-11C4-1275-02E9B2AC64CF}"/>
          </ac:spMkLst>
        </pc:spChg>
      </pc:sldChg>
      <pc:sldChg chg="modSp mod">
        <pc:chgData name="Anthony Pacheco" userId="fdf46b62-f4f9-461f-bfbc-c3446c220a65" providerId="ADAL" clId="{46C61306-57F8-4F30-B63F-8877BEB9A9E1}" dt="2026-04-21T03:30:07.306" v="165" actId="14100"/>
        <pc:sldMkLst>
          <pc:docMk/>
          <pc:sldMk cId="333488422" sldId="535"/>
        </pc:sldMkLst>
        <pc:spChg chg="mod">
          <ac:chgData name="Anthony Pacheco" userId="fdf46b62-f4f9-461f-bfbc-c3446c220a65" providerId="ADAL" clId="{46C61306-57F8-4F30-B63F-8877BEB9A9E1}" dt="2026-04-21T03:29:44.572" v="161" actId="255"/>
          <ac:spMkLst>
            <pc:docMk/>
            <pc:sldMk cId="333488422" sldId="535"/>
            <ac:spMk id="2" creationId="{5578C304-2B79-C1D0-5C40-CA3B29FFDAD4}"/>
          </ac:spMkLst>
        </pc:spChg>
        <pc:spChg chg="mod">
          <ac:chgData name="Anthony Pacheco" userId="fdf46b62-f4f9-461f-bfbc-c3446c220a65" providerId="ADAL" clId="{46C61306-57F8-4F30-B63F-8877BEB9A9E1}" dt="2026-04-21T03:30:07.306" v="165" actId="14100"/>
          <ac:spMkLst>
            <pc:docMk/>
            <pc:sldMk cId="333488422" sldId="535"/>
            <ac:spMk id="5" creationId="{11318ECA-021E-2464-DEC2-44A870EF0C0C}"/>
          </ac:spMkLst>
        </pc:spChg>
        <pc:picChg chg="mod">
          <ac:chgData name="Anthony Pacheco" userId="fdf46b62-f4f9-461f-bfbc-c3446c220a65" providerId="ADAL" clId="{46C61306-57F8-4F30-B63F-8877BEB9A9E1}" dt="2026-04-21T03:30:02.016" v="164" actId="1076"/>
          <ac:picMkLst>
            <pc:docMk/>
            <pc:sldMk cId="333488422" sldId="535"/>
            <ac:picMk id="4" creationId="{A9B30B0A-040B-24F6-8847-EC4B717D6B44}"/>
          </ac:picMkLst>
        </pc:picChg>
      </pc:sldChg>
      <pc:sldChg chg="modSp mod">
        <pc:chgData name="Anthony Pacheco" userId="fdf46b62-f4f9-461f-bfbc-c3446c220a65" providerId="ADAL" clId="{46C61306-57F8-4F30-B63F-8877BEB9A9E1}" dt="2026-04-23T04:49:19.578" v="256" actId="113"/>
        <pc:sldMkLst>
          <pc:docMk/>
          <pc:sldMk cId="3448295907" sldId="536"/>
        </pc:sldMkLst>
        <pc:spChg chg="mod">
          <ac:chgData name="Anthony Pacheco" userId="fdf46b62-f4f9-461f-bfbc-c3446c220a65" providerId="ADAL" clId="{46C61306-57F8-4F30-B63F-8877BEB9A9E1}" dt="2026-04-23T04:48:27.501" v="248" actId="255"/>
          <ac:spMkLst>
            <pc:docMk/>
            <pc:sldMk cId="3448295907" sldId="536"/>
            <ac:spMk id="2" creationId="{056CC268-7670-5BE5-EE88-0C5DDD56DA5A}"/>
          </ac:spMkLst>
        </pc:spChg>
        <pc:spChg chg="mod">
          <ac:chgData name="Anthony Pacheco" userId="fdf46b62-f4f9-461f-bfbc-c3446c220a65" providerId="ADAL" clId="{46C61306-57F8-4F30-B63F-8877BEB9A9E1}" dt="2026-04-23T04:49:19.578" v="256" actId="113"/>
          <ac:spMkLst>
            <pc:docMk/>
            <pc:sldMk cId="3448295907" sldId="536"/>
            <ac:spMk id="3" creationId="{5CAE943F-9D4C-ED26-3094-321F58235069}"/>
          </ac:spMkLst>
        </pc:spChg>
      </pc:sldChg>
      <pc:sldChg chg="modSp mod">
        <pc:chgData name="Anthony Pacheco" userId="fdf46b62-f4f9-461f-bfbc-c3446c220a65" providerId="ADAL" clId="{46C61306-57F8-4F30-B63F-8877BEB9A9E1}" dt="2026-04-23T04:50:01.621" v="261" actId="113"/>
        <pc:sldMkLst>
          <pc:docMk/>
          <pc:sldMk cId="3620263505" sldId="537"/>
        </pc:sldMkLst>
        <pc:spChg chg="mod">
          <ac:chgData name="Anthony Pacheco" userId="fdf46b62-f4f9-461f-bfbc-c3446c220a65" providerId="ADAL" clId="{46C61306-57F8-4F30-B63F-8877BEB9A9E1}" dt="2026-04-23T04:49:46.419" v="260" actId="255"/>
          <ac:spMkLst>
            <pc:docMk/>
            <pc:sldMk cId="3620263505" sldId="537"/>
            <ac:spMk id="2" creationId="{718FD255-3795-74BA-BA71-B1F87D5E2069}"/>
          </ac:spMkLst>
        </pc:spChg>
        <pc:spChg chg="mod">
          <ac:chgData name="Anthony Pacheco" userId="fdf46b62-f4f9-461f-bfbc-c3446c220a65" providerId="ADAL" clId="{46C61306-57F8-4F30-B63F-8877BEB9A9E1}" dt="2026-04-23T04:50:01.621" v="261" actId="113"/>
          <ac:spMkLst>
            <pc:docMk/>
            <pc:sldMk cId="3620263505" sldId="537"/>
            <ac:spMk id="3" creationId="{557C9623-7D5A-83DD-3881-EB0625997731}"/>
          </ac:spMkLst>
        </pc:spChg>
      </pc:sldChg>
      <pc:sldChg chg="modSp mod">
        <pc:chgData name="Anthony Pacheco" userId="fdf46b62-f4f9-461f-bfbc-c3446c220a65" providerId="ADAL" clId="{46C61306-57F8-4F30-B63F-8877BEB9A9E1}" dt="2026-04-23T04:54:59.816" v="272" actId="113"/>
        <pc:sldMkLst>
          <pc:docMk/>
          <pc:sldMk cId="1802073748" sldId="538"/>
        </pc:sldMkLst>
        <pc:spChg chg="mod">
          <ac:chgData name="Anthony Pacheco" userId="fdf46b62-f4f9-461f-bfbc-c3446c220a65" providerId="ADAL" clId="{46C61306-57F8-4F30-B63F-8877BEB9A9E1}" dt="2026-04-23T04:54:28.529" v="266" actId="255"/>
          <ac:spMkLst>
            <pc:docMk/>
            <pc:sldMk cId="1802073748" sldId="538"/>
            <ac:spMk id="2" creationId="{68E8F626-E4D2-BA98-7AE3-339F54E2D5A9}"/>
          </ac:spMkLst>
        </pc:spChg>
        <pc:spChg chg="mod">
          <ac:chgData name="Anthony Pacheco" userId="fdf46b62-f4f9-461f-bfbc-c3446c220a65" providerId="ADAL" clId="{46C61306-57F8-4F30-B63F-8877BEB9A9E1}" dt="2026-04-23T04:54:59.816" v="272" actId="113"/>
          <ac:spMkLst>
            <pc:docMk/>
            <pc:sldMk cId="1802073748" sldId="538"/>
            <ac:spMk id="3" creationId="{3605F73D-A6BA-E212-2BD8-1058AAA47FA0}"/>
          </ac:spMkLst>
        </pc:spChg>
      </pc:sldChg>
      <pc:sldChg chg="modSp mod">
        <pc:chgData name="Anthony Pacheco" userId="fdf46b62-f4f9-461f-bfbc-c3446c220a65" providerId="ADAL" clId="{46C61306-57F8-4F30-B63F-8877BEB9A9E1}" dt="2026-04-23T04:55:25.377" v="278" actId="113"/>
        <pc:sldMkLst>
          <pc:docMk/>
          <pc:sldMk cId="3794265412" sldId="539"/>
        </pc:sldMkLst>
        <pc:spChg chg="mod">
          <ac:chgData name="Anthony Pacheco" userId="fdf46b62-f4f9-461f-bfbc-c3446c220a65" providerId="ADAL" clId="{46C61306-57F8-4F30-B63F-8877BEB9A9E1}" dt="2026-04-23T04:55:25.377" v="278" actId="113"/>
          <ac:spMkLst>
            <pc:docMk/>
            <pc:sldMk cId="3794265412" sldId="539"/>
            <ac:spMk id="3" creationId="{6680C3E6-98CA-0246-6BCC-1422AD65C387}"/>
          </ac:spMkLst>
        </pc:spChg>
      </pc:sldChg>
      <pc:sldChg chg="modSp mod">
        <pc:chgData name="Anthony Pacheco" userId="fdf46b62-f4f9-461f-bfbc-c3446c220a65" providerId="ADAL" clId="{46C61306-57F8-4F30-B63F-8877BEB9A9E1}" dt="2026-04-23T04:56:10.657" v="284" actId="113"/>
        <pc:sldMkLst>
          <pc:docMk/>
          <pc:sldMk cId="2719857116" sldId="540"/>
        </pc:sldMkLst>
        <pc:spChg chg="mod">
          <ac:chgData name="Anthony Pacheco" userId="fdf46b62-f4f9-461f-bfbc-c3446c220a65" providerId="ADAL" clId="{46C61306-57F8-4F30-B63F-8877BEB9A9E1}" dt="2026-04-23T04:55:38.048" v="279" actId="255"/>
          <ac:spMkLst>
            <pc:docMk/>
            <pc:sldMk cId="2719857116" sldId="540"/>
            <ac:spMk id="2" creationId="{FEDCD04B-6859-E36F-DE34-9C972F65506E}"/>
          </ac:spMkLst>
        </pc:spChg>
        <pc:spChg chg="mod">
          <ac:chgData name="Anthony Pacheco" userId="fdf46b62-f4f9-461f-bfbc-c3446c220a65" providerId="ADAL" clId="{46C61306-57F8-4F30-B63F-8877BEB9A9E1}" dt="2026-04-23T04:56:10.657" v="284" actId="113"/>
          <ac:spMkLst>
            <pc:docMk/>
            <pc:sldMk cId="2719857116" sldId="540"/>
            <ac:spMk id="3" creationId="{F4168E79-5319-7D62-FB4E-B6685752ED1E}"/>
          </ac:spMkLst>
        </pc:spChg>
      </pc:sldChg>
      <pc:sldChg chg="modSp mod">
        <pc:chgData name="Anthony Pacheco" userId="fdf46b62-f4f9-461f-bfbc-c3446c220a65" providerId="ADAL" clId="{46C61306-57F8-4F30-B63F-8877BEB9A9E1}" dt="2026-04-23T04:58:12.368" v="290" actId="113"/>
        <pc:sldMkLst>
          <pc:docMk/>
          <pc:sldMk cId="631437029" sldId="541"/>
        </pc:sldMkLst>
        <pc:spChg chg="mod">
          <ac:chgData name="Anthony Pacheco" userId="fdf46b62-f4f9-461f-bfbc-c3446c220a65" providerId="ADAL" clId="{46C61306-57F8-4F30-B63F-8877BEB9A9E1}" dt="2026-04-23T04:56:30.464" v="285" actId="255"/>
          <ac:spMkLst>
            <pc:docMk/>
            <pc:sldMk cId="631437029" sldId="541"/>
            <ac:spMk id="2" creationId="{AD704A23-A7D5-CE38-17B9-AF6FF84ABDD5}"/>
          </ac:spMkLst>
        </pc:spChg>
        <pc:spChg chg="mod">
          <ac:chgData name="Anthony Pacheco" userId="fdf46b62-f4f9-461f-bfbc-c3446c220a65" providerId="ADAL" clId="{46C61306-57F8-4F30-B63F-8877BEB9A9E1}" dt="2026-04-23T04:58:12.368" v="290" actId="113"/>
          <ac:spMkLst>
            <pc:docMk/>
            <pc:sldMk cId="631437029" sldId="541"/>
            <ac:spMk id="3" creationId="{B257C3EE-0C48-96C4-6DDB-EF6C82B0430B}"/>
          </ac:spMkLst>
        </pc:spChg>
      </pc:sldChg>
      <pc:sldChg chg="modSp mod">
        <pc:chgData name="Anthony Pacheco" userId="fdf46b62-f4f9-461f-bfbc-c3446c220a65" providerId="ADAL" clId="{46C61306-57F8-4F30-B63F-8877BEB9A9E1}" dt="2026-04-23T04:59:23.894" v="302" actId="113"/>
        <pc:sldMkLst>
          <pc:docMk/>
          <pc:sldMk cId="2994292232" sldId="542"/>
        </pc:sldMkLst>
        <pc:spChg chg="mod">
          <ac:chgData name="Anthony Pacheco" userId="fdf46b62-f4f9-461f-bfbc-c3446c220a65" providerId="ADAL" clId="{46C61306-57F8-4F30-B63F-8877BEB9A9E1}" dt="2026-04-23T04:58:50.424" v="297" actId="255"/>
          <ac:spMkLst>
            <pc:docMk/>
            <pc:sldMk cId="2994292232" sldId="542"/>
            <ac:spMk id="2" creationId="{27C50A38-BDA5-8F57-B1CE-D698D11BA830}"/>
          </ac:spMkLst>
        </pc:spChg>
        <pc:spChg chg="mod">
          <ac:chgData name="Anthony Pacheco" userId="fdf46b62-f4f9-461f-bfbc-c3446c220a65" providerId="ADAL" clId="{46C61306-57F8-4F30-B63F-8877BEB9A9E1}" dt="2026-04-23T04:59:23.894" v="302" actId="113"/>
          <ac:spMkLst>
            <pc:docMk/>
            <pc:sldMk cId="2994292232" sldId="542"/>
            <ac:spMk id="3" creationId="{BD189516-EA8E-C7C2-DBD8-2C2B98A0A38A}"/>
          </ac:spMkLst>
        </pc:spChg>
      </pc:sldChg>
      <pc:sldChg chg="modSp mod">
        <pc:chgData name="Anthony Pacheco" userId="fdf46b62-f4f9-461f-bfbc-c3446c220a65" providerId="ADAL" clId="{46C61306-57F8-4F30-B63F-8877BEB9A9E1}" dt="2026-04-23T05:00:07.623" v="309" actId="113"/>
        <pc:sldMkLst>
          <pc:docMk/>
          <pc:sldMk cId="2339079515" sldId="543"/>
        </pc:sldMkLst>
        <pc:spChg chg="mod">
          <ac:chgData name="Anthony Pacheco" userId="fdf46b62-f4f9-461f-bfbc-c3446c220a65" providerId="ADAL" clId="{46C61306-57F8-4F30-B63F-8877BEB9A9E1}" dt="2026-04-23T05:00:07.623" v="309" actId="113"/>
          <ac:spMkLst>
            <pc:docMk/>
            <pc:sldMk cId="2339079515" sldId="543"/>
            <ac:spMk id="2" creationId="{4AEBDDCD-30E9-26BC-6437-437DA689B67A}"/>
          </ac:spMkLst>
        </pc:spChg>
        <pc:spChg chg="mod">
          <ac:chgData name="Anthony Pacheco" userId="fdf46b62-f4f9-461f-bfbc-c3446c220a65" providerId="ADAL" clId="{46C61306-57F8-4F30-B63F-8877BEB9A9E1}" dt="2026-04-23T04:59:52.349" v="307" actId="113"/>
          <ac:spMkLst>
            <pc:docMk/>
            <pc:sldMk cId="2339079515" sldId="543"/>
            <ac:spMk id="3" creationId="{F1C345EC-7F19-6D6D-CD56-0E547228A039}"/>
          </ac:spMkLst>
        </pc:spChg>
      </pc:sldChg>
      <pc:sldMasterChg chg="delSp modSp mod modSldLayout">
        <pc:chgData name="Anthony Pacheco" userId="fdf46b62-f4f9-461f-bfbc-c3446c220a65" providerId="ADAL" clId="{46C61306-57F8-4F30-B63F-8877BEB9A9E1}" dt="2026-04-21T03:02:24.869" v="27" actId="20577"/>
        <pc:sldMasterMkLst>
          <pc:docMk/>
          <pc:sldMasterMk cId="682046013" sldId="2147483725"/>
        </pc:sldMasterMkLst>
        <pc:spChg chg="mod">
          <ac:chgData name="Anthony Pacheco" userId="fdf46b62-f4f9-461f-bfbc-c3446c220a65" providerId="ADAL" clId="{46C61306-57F8-4F30-B63F-8877BEB9A9E1}" dt="2026-04-21T02:59:29.510" v="22" actId="20577"/>
          <ac:spMkLst>
            <pc:docMk/>
            <pc:sldMasterMk cId="682046013" sldId="2147483725"/>
            <ac:spMk id="8" creationId="{0E6636BF-D3CC-4DFC-A057-41CF18719446}"/>
          </ac:spMkLst>
        </pc:spChg>
        <pc:spChg chg="mod">
          <ac:chgData name="Anthony Pacheco" userId="fdf46b62-f4f9-461f-bfbc-c3446c220a65" providerId="ADAL" clId="{46C61306-57F8-4F30-B63F-8877BEB9A9E1}" dt="2026-04-21T03:02:04.328" v="23" actId="14100"/>
          <ac:spMkLst>
            <pc:docMk/>
            <pc:sldMasterMk cId="682046013" sldId="2147483725"/>
            <ac:spMk id="13" creationId="{A34EF16C-F8E9-4C74-8268-011BE18366AF}"/>
          </ac:spMkLst>
        </pc:spChg>
        <pc:sldLayoutChg chg="delSp modSp mod">
          <pc:chgData name="Anthony Pacheco" userId="fdf46b62-f4f9-461f-bfbc-c3446c220a65" providerId="ADAL" clId="{46C61306-57F8-4F30-B63F-8877BEB9A9E1}" dt="2026-04-21T03:02:24.869" v="27" actId="20577"/>
          <pc:sldLayoutMkLst>
            <pc:docMk/>
            <pc:sldMasterMk cId="682046013" sldId="2147483725"/>
            <pc:sldLayoutMk cId="803553635" sldId="2147483763"/>
          </pc:sldLayoutMkLst>
          <pc:spChg chg="mod">
            <ac:chgData name="Anthony Pacheco" userId="fdf46b62-f4f9-461f-bfbc-c3446c220a65" providerId="ADAL" clId="{46C61306-57F8-4F30-B63F-8877BEB9A9E1}" dt="2026-04-21T03:02:24.869" v="27" actId="20577"/>
            <ac:spMkLst>
              <pc:docMk/>
              <pc:sldMasterMk cId="682046013" sldId="2147483725"/>
              <pc:sldLayoutMk cId="803553635" sldId="2147483763"/>
              <ac:spMk id="11" creationId="{09216FC3-84E9-4B73-9DA8-CF771043770B}"/>
            </ac:spMkLst>
          </pc:spChg>
        </pc:sldLayoutChg>
        <pc:sldLayoutChg chg="delSp mod">
          <pc:chgData name="Anthony Pacheco" userId="fdf46b62-f4f9-461f-bfbc-c3446c220a65" providerId="ADAL" clId="{46C61306-57F8-4F30-B63F-8877BEB9A9E1}" dt="2026-04-21T03:02:09.061" v="24" actId="478"/>
          <pc:sldLayoutMkLst>
            <pc:docMk/>
            <pc:sldMasterMk cId="682046013" sldId="2147483725"/>
            <pc:sldLayoutMk cId="2170826813" sldId="2147483765"/>
          </pc:sldLayoutMkLst>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1502756" y="6310599"/>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449053"/>
            <a:ext cx="12192000" cy="4089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144734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81GdhsfDnsg"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w0bZrOG9WR0"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wCycn_4VEe4"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hyperlink" Target="https://www.youtube.com/watch?v=dVG8W-0p6vg"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www.adafruit.com/" TargetMode="External"/><Relationship Id="rId2" Type="http://schemas.openxmlformats.org/officeDocument/2006/relationships/hyperlink" Target="http://www.sparkfun.com/"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youtube.com/watch?v=WEMffdUgWCk" TargetMode="External"/><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p:txBody>
          <a:bodyPr/>
          <a:lstStyle/>
          <a:p>
            <a:r>
              <a:rPr lang="en-US" dirty="0"/>
              <a:t>Chapter 13: The Internet of Things (IoT)</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75E37AC6-0AA9-E0A4-61FB-BEF781862BD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61081" y="1034171"/>
            <a:ext cx="3716402" cy="4759345"/>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476843" y="1690692"/>
            <a:ext cx="11241915" cy="4351338"/>
          </a:xfrm>
        </p:spPr>
        <p:txBody>
          <a:bodyPr/>
          <a:lstStyle/>
          <a:p>
            <a:pPr marL="0" indent="0">
              <a:buNone/>
            </a:pPr>
            <a:r>
              <a:rPr lang="en-US" dirty="0"/>
              <a:t>By the end of this chapter, you should be able to:</a:t>
            </a:r>
          </a:p>
          <a:p>
            <a:pPr marL="457200" indent="-457200">
              <a:buFont typeface="+mj-lt"/>
              <a:buAutoNum type="arabicPeriod"/>
            </a:pPr>
            <a:r>
              <a:rPr lang="en-US" altLang="zh-CN" b="1" dirty="0"/>
              <a:t>Define</a:t>
            </a:r>
            <a:r>
              <a:rPr lang="en-US" altLang="zh-CN" dirty="0"/>
              <a:t> the Internet of Things and list use cases</a:t>
            </a:r>
          </a:p>
          <a:p>
            <a:pPr marL="457200" indent="-457200">
              <a:buFont typeface="+mj-lt"/>
              <a:buAutoNum type="arabicPeriod"/>
            </a:pPr>
            <a:r>
              <a:rPr lang="en-US" altLang="zh-CN" b="1" dirty="0"/>
              <a:t>Describe</a:t>
            </a:r>
            <a:r>
              <a:rPr lang="en-US" altLang="zh-CN" dirty="0"/>
              <a:t> IoT network technologies</a:t>
            </a:r>
          </a:p>
          <a:p>
            <a:pPr marL="457200" indent="-457200">
              <a:buFont typeface="+mj-lt"/>
              <a:buAutoNum type="arabicPeriod"/>
            </a:pPr>
            <a:r>
              <a:rPr lang="en-US" altLang="zh-CN" dirty="0"/>
              <a:t>Discuss a </a:t>
            </a:r>
            <a:r>
              <a:rPr lang="en-US" altLang="zh-CN" b="1" dirty="0"/>
              <a:t>variety</a:t>
            </a:r>
            <a:r>
              <a:rPr lang="en-US" altLang="zh-CN" dirty="0"/>
              <a:t> of IoT devices</a:t>
            </a:r>
          </a:p>
          <a:p>
            <a:pPr marL="457200" indent="-457200">
              <a:buFont typeface="+mj-lt"/>
              <a:buAutoNum type="arabicPeriod"/>
            </a:pPr>
            <a:r>
              <a:rPr lang="en-US" altLang="zh-CN" b="1" dirty="0"/>
              <a:t>Utilize</a:t>
            </a:r>
            <a:r>
              <a:rPr lang="en-US" altLang="zh-CN" dirty="0"/>
              <a:t> DIY IoT devices</a:t>
            </a:r>
          </a:p>
          <a:p>
            <a:pPr marL="457200" indent="-457200">
              <a:buFont typeface="+mj-lt"/>
              <a:buAutoNum type="arabicPeriod"/>
            </a:pPr>
            <a:endParaRPr lang="en-US" altLang="zh-CN" dirty="0"/>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67BD-159F-AE36-5602-EAF9ACEAFE81}"/>
              </a:ext>
            </a:extLst>
          </p:cNvPr>
          <p:cNvSpPr>
            <a:spLocks noGrp="1"/>
          </p:cNvSpPr>
          <p:nvPr>
            <p:ph type="title"/>
          </p:nvPr>
        </p:nvSpPr>
        <p:spPr/>
        <p:txBody>
          <a:bodyPr/>
          <a:lstStyle/>
          <a:p>
            <a:r>
              <a:rPr lang="en-US" dirty="0"/>
              <a:t>Introduction to the Internet of Things</a:t>
            </a:r>
          </a:p>
        </p:txBody>
      </p:sp>
      <p:sp>
        <p:nvSpPr>
          <p:cNvPr id="3" name="Content Placeholder 2">
            <a:extLst>
              <a:ext uri="{FF2B5EF4-FFF2-40B4-BE49-F238E27FC236}">
                <a16:creationId xmlns:a16="http://schemas.microsoft.com/office/drawing/2014/main" id="{83F6E090-44BC-C3D4-BC3F-AEBA77713079}"/>
              </a:ext>
            </a:extLst>
          </p:cNvPr>
          <p:cNvSpPr>
            <a:spLocks noGrp="1"/>
          </p:cNvSpPr>
          <p:nvPr>
            <p:ph idx="1"/>
          </p:nvPr>
        </p:nvSpPr>
        <p:spPr>
          <a:xfrm>
            <a:off x="476843" y="1409065"/>
            <a:ext cx="11241915" cy="4260215"/>
          </a:xfrm>
        </p:spPr>
        <p:txBody>
          <a:bodyPr/>
          <a:lstStyle/>
          <a:p>
            <a:r>
              <a:rPr lang="en-US" dirty="0"/>
              <a:t>The </a:t>
            </a:r>
            <a:r>
              <a:rPr lang="en-US" b="1" dirty="0"/>
              <a:t>Internet of Things </a:t>
            </a:r>
            <a:r>
              <a:rPr lang="en-US" dirty="0"/>
              <a:t>(</a:t>
            </a:r>
            <a:r>
              <a:rPr lang="en-US" b="1" dirty="0"/>
              <a:t>IoT</a:t>
            </a:r>
            <a:r>
              <a:rPr lang="en-US" dirty="0"/>
              <a:t>) is the digitization of items through the use of networked microprocessors and microcontrollers along with sensors, actuators, motors, and other I/O devices, plus software</a:t>
            </a:r>
          </a:p>
          <a:p>
            <a:r>
              <a:rPr lang="en-US" dirty="0"/>
              <a:t>Examples of IoT:</a:t>
            </a:r>
          </a:p>
          <a:p>
            <a:pPr lvl="1"/>
            <a:r>
              <a:rPr lang="en-US" sz="2200" dirty="0"/>
              <a:t>Amazon Echo or Google Assistant</a:t>
            </a:r>
          </a:p>
          <a:p>
            <a:pPr lvl="1"/>
            <a:r>
              <a:rPr lang="en-US" sz="2200" dirty="0"/>
              <a:t>Smoke detectors, motion sensors, and intelligent thermostats</a:t>
            </a:r>
          </a:p>
          <a:p>
            <a:pPr lvl="1"/>
            <a:r>
              <a:rPr lang="en-US" sz="2200" dirty="0"/>
              <a:t>Water pumps</a:t>
            </a:r>
          </a:p>
          <a:p>
            <a:r>
              <a:rPr lang="en-US" sz="2200" dirty="0"/>
              <a:t>Between </a:t>
            </a:r>
            <a:r>
              <a:rPr lang="en-US" sz="2200" b="1" dirty="0"/>
              <a:t>17 and 18 billion </a:t>
            </a:r>
            <a:r>
              <a:rPr lang="en-US" sz="2200" dirty="0"/>
              <a:t>IoT devices are estimated to be connected to the Internet in 2024</a:t>
            </a:r>
          </a:p>
          <a:p>
            <a:r>
              <a:rPr lang="en-US">
                <a:hlinkClick r:id="rId2"/>
              </a:rPr>
              <a:t>youtube.com/watch?v=81GdhsfDnsg</a:t>
            </a:r>
            <a:endParaRPr lang="en-US" dirty="0"/>
          </a:p>
        </p:txBody>
      </p:sp>
    </p:spTree>
    <p:extLst>
      <p:ext uri="{BB962C8B-B14F-4D97-AF65-F5344CB8AC3E}">
        <p14:creationId xmlns:p14="http://schemas.microsoft.com/office/powerpoint/2010/main" val="4141765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159FC-9A06-8AFB-D4DF-F1CA0C035D9E}"/>
              </a:ext>
            </a:extLst>
          </p:cNvPr>
          <p:cNvSpPr>
            <a:spLocks noGrp="1"/>
          </p:cNvSpPr>
          <p:nvPr>
            <p:ph type="title"/>
          </p:nvPr>
        </p:nvSpPr>
        <p:spPr/>
        <p:txBody>
          <a:bodyPr/>
          <a:lstStyle/>
          <a:p>
            <a:r>
              <a:rPr lang="en-US" dirty="0"/>
              <a:t>IoT Use Cases (1 of 3)</a:t>
            </a:r>
          </a:p>
        </p:txBody>
      </p:sp>
      <p:sp>
        <p:nvSpPr>
          <p:cNvPr id="3" name="Content Placeholder 2">
            <a:extLst>
              <a:ext uri="{FF2B5EF4-FFF2-40B4-BE49-F238E27FC236}">
                <a16:creationId xmlns:a16="http://schemas.microsoft.com/office/drawing/2014/main" id="{45574FB4-F1AB-F9AB-6089-DBBA1BA6B1AC}"/>
              </a:ext>
            </a:extLst>
          </p:cNvPr>
          <p:cNvSpPr>
            <a:spLocks noGrp="1"/>
          </p:cNvSpPr>
          <p:nvPr>
            <p:ph idx="1"/>
          </p:nvPr>
        </p:nvSpPr>
        <p:spPr>
          <a:xfrm>
            <a:off x="476843" y="1426532"/>
            <a:ext cx="11241915" cy="4351338"/>
          </a:xfrm>
        </p:spPr>
        <p:txBody>
          <a:bodyPr/>
          <a:lstStyle/>
          <a:p>
            <a:r>
              <a:rPr lang="en-US" dirty="0"/>
              <a:t>IoT and </a:t>
            </a:r>
            <a:r>
              <a:rPr lang="en-US" b="1" dirty="0"/>
              <a:t>Transportation</a:t>
            </a:r>
            <a:r>
              <a:rPr lang="en-US" dirty="0"/>
              <a:t> </a:t>
            </a:r>
          </a:p>
          <a:p>
            <a:pPr lvl="1"/>
            <a:r>
              <a:rPr lang="en-US" sz="2200" dirty="0"/>
              <a:t>Google uses </a:t>
            </a:r>
            <a:r>
              <a:rPr lang="en-US" sz="2200" b="1" dirty="0"/>
              <a:t>location, speed, and direction </a:t>
            </a:r>
            <a:r>
              <a:rPr lang="en-US" sz="2200" dirty="0"/>
              <a:t>information provided by smartphones being used on roads to detect traffic jams or accidents</a:t>
            </a:r>
          </a:p>
          <a:p>
            <a:pPr lvl="1"/>
            <a:r>
              <a:rPr lang="en-US" sz="2200" dirty="0"/>
              <a:t>Self-driving cars are filled with sensors, communication devices, and microprocessors</a:t>
            </a:r>
          </a:p>
          <a:p>
            <a:r>
              <a:rPr lang="en-US" b="1" dirty="0"/>
              <a:t>IoT and Energy</a:t>
            </a:r>
          </a:p>
          <a:p>
            <a:pPr lvl="1"/>
            <a:r>
              <a:rPr lang="en-US" sz="2200" b="1" dirty="0"/>
              <a:t>Utility usage </a:t>
            </a:r>
            <a:r>
              <a:rPr lang="en-US" sz="2200" dirty="0"/>
              <a:t>patterns can be used to determine peak usage periods and even detect leaks or illegal activity</a:t>
            </a:r>
          </a:p>
          <a:p>
            <a:pPr lvl="1"/>
            <a:r>
              <a:rPr lang="en-US" sz="2200" dirty="0"/>
              <a:t>IoT is being used to improve </a:t>
            </a:r>
            <a:r>
              <a:rPr lang="en-US" sz="2200" b="1" dirty="0"/>
              <a:t>operator safety in mining </a:t>
            </a:r>
            <a:r>
              <a:rPr lang="en-US" sz="2200" dirty="0"/>
              <a:t>for energy products such as coal and natural gas</a:t>
            </a:r>
          </a:p>
          <a:p>
            <a:pPr lvl="1"/>
            <a:endParaRPr lang="en-US" dirty="0"/>
          </a:p>
        </p:txBody>
      </p:sp>
    </p:spTree>
    <p:extLst>
      <p:ext uri="{BB962C8B-B14F-4D97-AF65-F5344CB8AC3E}">
        <p14:creationId xmlns:p14="http://schemas.microsoft.com/office/powerpoint/2010/main" val="252011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4B02A-D680-7FB4-DD0B-223426009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0CA18-ABD1-77FA-4CB2-B873459D92D3}"/>
              </a:ext>
            </a:extLst>
          </p:cNvPr>
          <p:cNvSpPr>
            <a:spLocks noGrp="1"/>
          </p:cNvSpPr>
          <p:nvPr>
            <p:ph type="title"/>
          </p:nvPr>
        </p:nvSpPr>
        <p:spPr/>
        <p:txBody>
          <a:bodyPr/>
          <a:lstStyle/>
          <a:p>
            <a:r>
              <a:rPr lang="en-US" dirty="0"/>
              <a:t>IoT Use Cases (2 of 3)</a:t>
            </a:r>
          </a:p>
        </p:txBody>
      </p:sp>
      <p:sp>
        <p:nvSpPr>
          <p:cNvPr id="3" name="Content Placeholder 2">
            <a:extLst>
              <a:ext uri="{FF2B5EF4-FFF2-40B4-BE49-F238E27FC236}">
                <a16:creationId xmlns:a16="http://schemas.microsoft.com/office/drawing/2014/main" id="{61132830-5CA9-750E-E752-01AD253688D0}"/>
              </a:ext>
            </a:extLst>
          </p:cNvPr>
          <p:cNvSpPr>
            <a:spLocks noGrp="1"/>
          </p:cNvSpPr>
          <p:nvPr>
            <p:ph idx="1"/>
          </p:nvPr>
        </p:nvSpPr>
        <p:spPr>
          <a:xfrm>
            <a:off x="476843" y="1548452"/>
            <a:ext cx="11241915" cy="4351338"/>
          </a:xfrm>
        </p:spPr>
        <p:txBody>
          <a:bodyPr/>
          <a:lstStyle/>
          <a:p>
            <a:r>
              <a:rPr lang="en-US" dirty="0"/>
              <a:t>IoT and </a:t>
            </a:r>
            <a:r>
              <a:rPr lang="en-US" b="1" dirty="0"/>
              <a:t>Manufacturing</a:t>
            </a:r>
          </a:p>
          <a:p>
            <a:pPr lvl="1"/>
            <a:r>
              <a:rPr lang="en-US" sz="2200" dirty="0"/>
              <a:t>The majority of machines used in manufacturing are not connected to a network, but most </a:t>
            </a:r>
            <a:r>
              <a:rPr lang="en-US" sz="2200" b="1" dirty="0"/>
              <a:t>would benefit </a:t>
            </a:r>
            <a:r>
              <a:rPr lang="en-US" sz="2200" dirty="0"/>
              <a:t>from such a connection</a:t>
            </a:r>
          </a:p>
          <a:p>
            <a:pPr lvl="1"/>
            <a:r>
              <a:rPr lang="en-US" sz="2200" dirty="0"/>
              <a:t>IoT can be used to </a:t>
            </a:r>
            <a:r>
              <a:rPr lang="en-US" sz="2200" b="1" dirty="0"/>
              <a:t>monitor the status of equipment </a:t>
            </a:r>
            <a:r>
              <a:rPr lang="en-US" sz="2200" dirty="0"/>
              <a:t>and detect potential problem indicators such as excessive heat build-up, excessive vibration, or too many operation cycles between standard and maintenance tasks</a:t>
            </a:r>
          </a:p>
          <a:p>
            <a:pPr lvl="1"/>
            <a:r>
              <a:rPr lang="en-US" sz="2200" b="1" dirty="0"/>
              <a:t>Data-driven manufacturing </a:t>
            </a:r>
            <a:r>
              <a:rPr lang="en-US" sz="2200" dirty="0"/>
              <a:t>reduces waste in material goods and energy</a:t>
            </a:r>
          </a:p>
          <a:p>
            <a:pPr lvl="1"/>
            <a:endParaRPr lang="en-US" dirty="0"/>
          </a:p>
        </p:txBody>
      </p:sp>
    </p:spTree>
    <p:extLst>
      <p:ext uri="{BB962C8B-B14F-4D97-AF65-F5344CB8AC3E}">
        <p14:creationId xmlns:p14="http://schemas.microsoft.com/office/powerpoint/2010/main" val="4217901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02D67-10FA-43E8-03C4-BCFDDB12F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D1A50E-3F79-518E-164D-781AC1616D4F}"/>
              </a:ext>
            </a:extLst>
          </p:cNvPr>
          <p:cNvSpPr>
            <a:spLocks noGrp="1"/>
          </p:cNvSpPr>
          <p:nvPr>
            <p:ph type="title"/>
          </p:nvPr>
        </p:nvSpPr>
        <p:spPr/>
        <p:txBody>
          <a:bodyPr/>
          <a:lstStyle/>
          <a:p>
            <a:r>
              <a:rPr lang="en-US" dirty="0"/>
              <a:t>IoT Use Cases (3 of 3)</a:t>
            </a:r>
          </a:p>
        </p:txBody>
      </p:sp>
      <p:sp>
        <p:nvSpPr>
          <p:cNvPr id="3" name="Content Placeholder 2">
            <a:extLst>
              <a:ext uri="{FF2B5EF4-FFF2-40B4-BE49-F238E27FC236}">
                <a16:creationId xmlns:a16="http://schemas.microsoft.com/office/drawing/2014/main" id="{AF64CADB-DD2D-B91A-9048-6D3717E2DA47}"/>
              </a:ext>
            </a:extLst>
          </p:cNvPr>
          <p:cNvSpPr>
            <a:spLocks noGrp="1"/>
          </p:cNvSpPr>
          <p:nvPr>
            <p:ph idx="1"/>
          </p:nvPr>
        </p:nvSpPr>
        <p:spPr>
          <a:xfrm>
            <a:off x="476843" y="1396052"/>
            <a:ext cx="11241915" cy="4351338"/>
          </a:xfrm>
        </p:spPr>
        <p:txBody>
          <a:bodyPr/>
          <a:lstStyle/>
          <a:p>
            <a:r>
              <a:rPr lang="en-US" dirty="0"/>
              <a:t>IoT and </a:t>
            </a:r>
            <a:r>
              <a:rPr lang="en-US" b="1" dirty="0"/>
              <a:t>Emergency Services</a:t>
            </a:r>
          </a:p>
          <a:p>
            <a:pPr lvl="1"/>
            <a:r>
              <a:rPr lang="en-US" sz="2200" dirty="0"/>
              <a:t>IoT can be used to </a:t>
            </a:r>
            <a:r>
              <a:rPr lang="en-US" sz="2200" b="1" dirty="0"/>
              <a:t>locate victims</a:t>
            </a:r>
          </a:p>
          <a:p>
            <a:pPr lvl="1"/>
            <a:r>
              <a:rPr lang="en-US" sz="2200" b="1" dirty="0"/>
              <a:t>Wearable fitness devices </a:t>
            </a:r>
            <a:r>
              <a:rPr lang="en-US" sz="2200" dirty="0"/>
              <a:t>could monitor respiration, blood pressure, temperature, and other vital signs and could be sent to a mobile diagnostic device carried by a first responder</a:t>
            </a:r>
          </a:p>
          <a:p>
            <a:pPr lvl="1"/>
            <a:r>
              <a:rPr lang="en-US" sz="2200" dirty="0"/>
              <a:t>Emergency responders may also carry specialized </a:t>
            </a:r>
            <a:r>
              <a:rPr lang="en-US" sz="2200" b="1" dirty="0"/>
              <a:t>sensors</a:t>
            </a:r>
            <a:r>
              <a:rPr lang="en-US" sz="2200" dirty="0"/>
              <a:t> to collect data from the environment and the victim</a:t>
            </a:r>
          </a:p>
          <a:p>
            <a:pPr lvl="1"/>
            <a:r>
              <a:rPr lang="en-US" sz="2200" b="1" dirty="0"/>
              <a:t>Robots</a:t>
            </a:r>
            <a:r>
              <a:rPr lang="en-US" sz="2200" dirty="0"/>
              <a:t> are being used to investigate dangerous environments such as collapsed buildings or mine shafts, and to investigate suspicious objects that could contain explosives</a:t>
            </a:r>
          </a:p>
          <a:p>
            <a:pPr lvl="1"/>
            <a:endParaRPr lang="en-US" dirty="0"/>
          </a:p>
        </p:txBody>
      </p:sp>
    </p:spTree>
    <p:extLst>
      <p:ext uri="{BB962C8B-B14F-4D97-AF65-F5344CB8AC3E}">
        <p14:creationId xmlns:p14="http://schemas.microsoft.com/office/powerpoint/2010/main" val="1029966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6142D-DF3F-00A7-19DA-371825219EDD}"/>
              </a:ext>
            </a:extLst>
          </p:cNvPr>
          <p:cNvSpPr>
            <a:spLocks noGrp="1"/>
          </p:cNvSpPr>
          <p:nvPr>
            <p:ph type="title"/>
          </p:nvPr>
        </p:nvSpPr>
        <p:spPr/>
        <p:txBody>
          <a:bodyPr/>
          <a:lstStyle/>
          <a:p>
            <a:r>
              <a:rPr lang="en-US" dirty="0"/>
              <a:t>IoT Technologies (1 of 3)</a:t>
            </a:r>
          </a:p>
        </p:txBody>
      </p:sp>
      <p:sp>
        <p:nvSpPr>
          <p:cNvPr id="3" name="Content Placeholder 2">
            <a:extLst>
              <a:ext uri="{FF2B5EF4-FFF2-40B4-BE49-F238E27FC236}">
                <a16:creationId xmlns:a16="http://schemas.microsoft.com/office/drawing/2014/main" id="{F37E8320-B475-6DF9-6D47-AA4C09292CC8}"/>
              </a:ext>
            </a:extLst>
          </p:cNvPr>
          <p:cNvSpPr>
            <a:spLocks noGrp="1"/>
          </p:cNvSpPr>
          <p:nvPr>
            <p:ph idx="1"/>
          </p:nvPr>
        </p:nvSpPr>
        <p:spPr>
          <a:xfrm>
            <a:off x="476843" y="1419225"/>
            <a:ext cx="11241915" cy="4351338"/>
          </a:xfrm>
        </p:spPr>
        <p:txBody>
          <a:bodyPr/>
          <a:lstStyle/>
          <a:p>
            <a:r>
              <a:rPr lang="en-US" dirty="0"/>
              <a:t>The </a:t>
            </a:r>
            <a:r>
              <a:rPr lang="en-US" b="1" dirty="0"/>
              <a:t>goals</a:t>
            </a:r>
            <a:r>
              <a:rPr lang="en-US" dirty="0"/>
              <a:t> of most IoT technologies are to </a:t>
            </a:r>
            <a:r>
              <a:rPr lang="en-US" b="1" dirty="0"/>
              <a:t>collect, process, analyze</a:t>
            </a:r>
            <a:r>
              <a:rPr lang="en-US" dirty="0"/>
              <a:t>, react to, and communicate data</a:t>
            </a:r>
          </a:p>
          <a:p>
            <a:pPr lvl="1"/>
            <a:r>
              <a:rPr lang="en-US" sz="2200" dirty="0"/>
              <a:t>Any technology that does one or more of those tasks is a candidate for use in </a:t>
            </a:r>
            <a:r>
              <a:rPr lang="en-US" sz="2200" b="1" dirty="0"/>
              <a:t>IoT applications</a:t>
            </a:r>
          </a:p>
          <a:p>
            <a:r>
              <a:rPr lang="en-US" dirty="0"/>
              <a:t>IoT </a:t>
            </a:r>
            <a:r>
              <a:rPr lang="en-US" b="1" dirty="0"/>
              <a:t>Data Collection</a:t>
            </a:r>
          </a:p>
          <a:p>
            <a:pPr lvl="1"/>
            <a:r>
              <a:rPr lang="en-US" sz="2200" b="1" dirty="0"/>
              <a:t>Common</a:t>
            </a:r>
            <a:r>
              <a:rPr lang="en-US" sz="2200" dirty="0"/>
              <a:t> types of </a:t>
            </a:r>
            <a:r>
              <a:rPr lang="en-US" sz="2200" b="1" dirty="0"/>
              <a:t>sensors</a:t>
            </a:r>
            <a:r>
              <a:rPr lang="en-US" sz="2200" dirty="0"/>
              <a:t> used in IoT include:</a:t>
            </a:r>
          </a:p>
          <a:p>
            <a:pPr lvl="2"/>
            <a:r>
              <a:rPr lang="en-US" sz="2200" dirty="0"/>
              <a:t>Audio sensors, proximity sensors, light sensors, accelerometers and gyroscopes, temperature and humidity sensors, motion and occupancy sensors, biometric sensors</a:t>
            </a:r>
          </a:p>
          <a:p>
            <a:endParaRPr lang="en-US" dirty="0"/>
          </a:p>
        </p:txBody>
      </p:sp>
    </p:spTree>
    <p:extLst>
      <p:ext uri="{BB962C8B-B14F-4D97-AF65-F5344CB8AC3E}">
        <p14:creationId xmlns:p14="http://schemas.microsoft.com/office/powerpoint/2010/main" val="1627653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BFC40-7EA1-97A0-5C90-9850F2AED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99421-848D-98C7-1564-650D3EF492C9}"/>
              </a:ext>
            </a:extLst>
          </p:cNvPr>
          <p:cNvSpPr>
            <a:spLocks noGrp="1"/>
          </p:cNvSpPr>
          <p:nvPr>
            <p:ph type="title"/>
          </p:nvPr>
        </p:nvSpPr>
        <p:spPr/>
        <p:txBody>
          <a:bodyPr/>
          <a:lstStyle/>
          <a:p>
            <a:r>
              <a:rPr lang="en-US" dirty="0"/>
              <a:t>IoT Technologies (2 of 3)</a:t>
            </a:r>
          </a:p>
        </p:txBody>
      </p:sp>
      <p:sp>
        <p:nvSpPr>
          <p:cNvPr id="3" name="Content Placeholder 2">
            <a:extLst>
              <a:ext uri="{FF2B5EF4-FFF2-40B4-BE49-F238E27FC236}">
                <a16:creationId xmlns:a16="http://schemas.microsoft.com/office/drawing/2014/main" id="{4C8EC670-1F52-114C-F910-ED2BF3E2ABA5}"/>
              </a:ext>
            </a:extLst>
          </p:cNvPr>
          <p:cNvSpPr>
            <a:spLocks noGrp="1"/>
          </p:cNvSpPr>
          <p:nvPr>
            <p:ph idx="1"/>
          </p:nvPr>
        </p:nvSpPr>
        <p:spPr>
          <a:xfrm>
            <a:off x="473242" y="1382830"/>
            <a:ext cx="11241915" cy="4550609"/>
          </a:xfrm>
        </p:spPr>
        <p:txBody>
          <a:bodyPr/>
          <a:lstStyle/>
          <a:p>
            <a:r>
              <a:rPr lang="en-US" dirty="0"/>
              <a:t>IoT </a:t>
            </a:r>
            <a:r>
              <a:rPr lang="en-US" b="1" dirty="0"/>
              <a:t>Data Processing</a:t>
            </a:r>
          </a:p>
          <a:p>
            <a:pPr lvl="1"/>
            <a:r>
              <a:rPr lang="en-US" sz="2200" dirty="0"/>
              <a:t>IoT data processing occurs in two places: </a:t>
            </a:r>
          </a:p>
          <a:p>
            <a:pPr lvl="2"/>
            <a:r>
              <a:rPr lang="en-US" sz="2000" dirty="0"/>
              <a:t>The front end, where the sensors collect the data are located; this is often referred to as </a:t>
            </a:r>
            <a:r>
              <a:rPr lang="en-US" sz="2000" b="1" dirty="0"/>
              <a:t>edge processing </a:t>
            </a:r>
            <a:r>
              <a:rPr lang="en-US" sz="2000" dirty="0"/>
              <a:t>or </a:t>
            </a:r>
            <a:r>
              <a:rPr lang="en-US" sz="2000" b="1" dirty="0"/>
              <a:t>edge computing</a:t>
            </a:r>
          </a:p>
          <a:p>
            <a:pPr lvl="2"/>
            <a:r>
              <a:rPr lang="en-US" sz="2000" dirty="0"/>
              <a:t>The back end, a central location where data is usually sent via a network connection</a:t>
            </a:r>
          </a:p>
          <a:p>
            <a:pPr lvl="1"/>
            <a:r>
              <a:rPr lang="en-US" sz="2200" dirty="0"/>
              <a:t>A </a:t>
            </a:r>
            <a:r>
              <a:rPr lang="en-US" sz="2200" b="1" dirty="0"/>
              <a:t>microcontroller</a:t>
            </a:r>
            <a:r>
              <a:rPr lang="en-US" sz="2200" dirty="0"/>
              <a:t> is a </a:t>
            </a:r>
            <a:r>
              <a:rPr lang="en-US" sz="2200" b="1" dirty="0"/>
              <a:t>small, low-power processor </a:t>
            </a:r>
            <a:r>
              <a:rPr lang="en-US" sz="2200" dirty="0"/>
              <a:t>with built-in analog and digital I/O lines and memory that usually runs at speeds measured in the tens of Megahertz</a:t>
            </a:r>
          </a:p>
          <a:p>
            <a:pPr lvl="2"/>
            <a:r>
              <a:rPr lang="en-US" sz="2000" dirty="0"/>
              <a:t>A microcontroller is usually at the heart of an </a:t>
            </a:r>
            <a:r>
              <a:rPr lang="en-US" sz="2000" b="1" dirty="0"/>
              <a:t>embedded system</a:t>
            </a:r>
            <a:r>
              <a:rPr lang="en-US" sz="2000" dirty="0"/>
              <a:t>, a computing system designed to perform a specific function</a:t>
            </a:r>
          </a:p>
          <a:p>
            <a:endParaRPr lang="en-US" dirty="0"/>
          </a:p>
        </p:txBody>
      </p:sp>
    </p:spTree>
    <p:extLst>
      <p:ext uri="{BB962C8B-B14F-4D97-AF65-F5344CB8AC3E}">
        <p14:creationId xmlns:p14="http://schemas.microsoft.com/office/powerpoint/2010/main" val="2870682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321D9-FC78-7357-24CA-BAAB6B10E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094D85-51C7-0077-C71D-C0AE530AB34E}"/>
              </a:ext>
            </a:extLst>
          </p:cNvPr>
          <p:cNvSpPr>
            <a:spLocks noGrp="1"/>
          </p:cNvSpPr>
          <p:nvPr>
            <p:ph type="title"/>
          </p:nvPr>
        </p:nvSpPr>
        <p:spPr/>
        <p:txBody>
          <a:bodyPr/>
          <a:lstStyle/>
          <a:p>
            <a:r>
              <a:rPr lang="en-US" dirty="0"/>
              <a:t>IoT Technologies (3 of 3)</a:t>
            </a:r>
          </a:p>
        </p:txBody>
      </p:sp>
      <p:sp>
        <p:nvSpPr>
          <p:cNvPr id="3" name="Content Placeholder 2">
            <a:extLst>
              <a:ext uri="{FF2B5EF4-FFF2-40B4-BE49-F238E27FC236}">
                <a16:creationId xmlns:a16="http://schemas.microsoft.com/office/drawing/2014/main" id="{13F5D245-C198-33D3-245D-9774A4C81631}"/>
              </a:ext>
            </a:extLst>
          </p:cNvPr>
          <p:cNvSpPr>
            <a:spLocks noGrp="1"/>
          </p:cNvSpPr>
          <p:nvPr>
            <p:ph idx="1"/>
          </p:nvPr>
        </p:nvSpPr>
        <p:spPr>
          <a:xfrm>
            <a:off x="476843" y="1650920"/>
            <a:ext cx="11241915" cy="2687400"/>
          </a:xfrm>
        </p:spPr>
        <p:txBody>
          <a:bodyPr/>
          <a:lstStyle/>
          <a:p>
            <a:r>
              <a:rPr lang="en-US" dirty="0"/>
              <a:t>IoT </a:t>
            </a:r>
            <a:r>
              <a:rPr lang="en-US" b="1" dirty="0"/>
              <a:t>Data Communication</a:t>
            </a:r>
          </a:p>
          <a:p>
            <a:pPr lvl="1"/>
            <a:r>
              <a:rPr lang="en-US" sz="2200" dirty="0"/>
              <a:t>Various consortiums are in the process of developing standards for IoT communications </a:t>
            </a:r>
          </a:p>
          <a:p>
            <a:pPr lvl="1"/>
            <a:r>
              <a:rPr lang="en-US" sz="2200" dirty="0"/>
              <a:t>The communication aspect of IoT is complex because so many of the “things” that generate data are </a:t>
            </a:r>
            <a:r>
              <a:rPr lang="en-US" sz="2200" b="1" dirty="0"/>
              <a:t>incompatible with one another </a:t>
            </a:r>
            <a:r>
              <a:rPr lang="en-US" sz="2200" dirty="0"/>
              <a:t>or lack modern communication technologies and protocols</a:t>
            </a:r>
          </a:p>
          <a:p>
            <a:endParaRPr lang="en-US" dirty="0"/>
          </a:p>
        </p:txBody>
      </p:sp>
      <p:sp>
        <p:nvSpPr>
          <p:cNvPr id="5" name="TextBox 4">
            <a:extLst>
              <a:ext uri="{FF2B5EF4-FFF2-40B4-BE49-F238E27FC236}">
                <a16:creationId xmlns:a16="http://schemas.microsoft.com/office/drawing/2014/main" id="{508143C2-7850-2D25-CCF4-7675088D5F2D}"/>
              </a:ext>
            </a:extLst>
          </p:cNvPr>
          <p:cNvSpPr txBox="1"/>
          <p:nvPr/>
        </p:nvSpPr>
        <p:spPr>
          <a:xfrm>
            <a:off x="2103120" y="4676894"/>
            <a:ext cx="5059680" cy="461665"/>
          </a:xfrm>
          <a:prstGeom prst="rect">
            <a:avLst/>
          </a:prstGeom>
          <a:noFill/>
        </p:spPr>
        <p:txBody>
          <a:bodyPr wrap="square">
            <a:spAutoFit/>
          </a:bodyPr>
          <a:lstStyle/>
          <a:p>
            <a:r>
              <a:rPr lang="en-US" sz="2400">
                <a:hlinkClick r:id="rId2"/>
              </a:rPr>
              <a:t>youtube.com/watch?v=w0bZrOG9WR0</a:t>
            </a:r>
            <a:endParaRPr lang="en-US" sz="2400"/>
          </a:p>
        </p:txBody>
      </p:sp>
      <p:sp>
        <p:nvSpPr>
          <p:cNvPr id="7" name="TextBox 6">
            <a:extLst>
              <a:ext uri="{FF2B5EF4-FFF2-40B4-BE49-F238E27FC236}">
                <a16:creationId xmlns:a16="http://schemas.microsoft.com/office/drawing/2014/main" id="{2E7178E3-55B2-6688-56F5-A2986B13BC87}"/>
              </a:ext>
            </a:extLst>
          </p:cNvPr>
          <p:cNvSpPr txBox="1"/>
          <p:nvPr/>
        </p:nvSpPr>
        <p:spPr>
          <a:xfrm>
            <a:off x="5537200" y="5123121"/>
            <a:ext cx="2214880" cy="369332"/>
          </a:xfrm>
          <a:prstGeom prst="rect">
            <a:avLst/>
          </a:prstGeom>
          <a:noFill/>
        </p:spPr>
        <p:txBody>
          <a:bodyPr wrap="square">
            <a:spAutoFit/>
          </a:bodyPr>
          <a:lstStyle/>
          <a:p>
            <a:r>
              <a:rPr lang="en-US" sz="1800"/>
              <a:t>Data – Deception IoT</a:t>
            </a:r>
            <a:endParaRPr lang="en-US"/>
          </a:p>
        </p:txBody>
      </p:sp>
    </p:spTree>
    <p:extLst>
      <p:ext uri="{BB962C8B-B14F-4D97-AF65-F5344CB8AC3E}">
        <p14:creationId xmlns:p14="http://schemas.microsoft.com/office/powerpoint/2010/main" val="2119930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4F234-EF1C-6190-0355-FA9046C4FF60}"/>
              </a:ext>
            </a:extLst>
          </p:cNvPr>
          <p:cNvSpPr>
            <a:spLocks noGrp="1"/>
          </p:cNvSpPr>
          <p:nvPr>
            <p:ph type="title"/>
          </p:nvPr>
        </p:nvSpPr>
        <p:spPr/>
        <p:txBody>
          <a:bodyPr/>
          <a:lstStyle/>
          <a:p>
            <a:r>
              <a:rPr lang="en-US" dirty="0"/>
              <a:t>IoT Networking (1 of 2)</a:t>
            </a:r>
          </a:p>
        </p:txBody>
      </p:sp>
      <p:sp>
        <p:nvSpPr>
          <p:cNvPr id="3" name="Content Placeholder 2">
            <a:extLst>
              <a:ext uri="{FF2B5EF4-FFF2-40B4-BE49-F238E27FC236}">
                <a16:creationId xmlns:a16="http://schemas.microsoft.com/office/drawing/2014/main" id="{A1CDB577-9C89-4039-59EA-1C682A55D572}"/>
              </a:ext>
            </a:extLst>
          </p:cNvPr>
          <p:cNvSpPr>
            <a:spLocks noGrp="1"/>
          </p:cNvSpPr>
          <p:nvPr>
            <p:ph idx="1"/>
          </p:nvPr>
        </p:nvSpPr>
        <p:spPr>
          <a:xfrm>
            <a:off x="476843" y="1459865"/>
            <a:ext cx="11241915" cy="4351338"/>
          </a:xfrm>
        </p:spPr>
        <p:txBody>
          <a:bodyPr/>
          <a:lstStyle/>
          <a:p>
            <a:r>
              <a:rPr lang="en-US" b="1" dirty="0"/>
              <a:t>Different types </a:t>
            </a:r>
            <a:r>
              <a:rPr lang="en-US" dirty="0"/>
              <a:t>of devices and different environments dictate what type of networking technology is likely to be used by a particular IoT device</a:t>
            </a:r>
          </a:p>
          <a:p>
            <a:r>
              <a:rPr lang="en-US" dirty="0"/>
              <a:t>Many IoT devices use some form of </a:t>
            </a:r>
            <a:r>
              <a:rPr lang="en-US" b="1" dirty="0"/>
              <a:t>wireless communication</a:t>
            </a:r>
          </a:p>
          <a:p>
            <a:r>
              <a:rPr lang="en-US" dirty="0"/>
              <a:t>The network technology used by an IoT device largely depends on the following </a:t>
            </a:r>
            <a:r>
              <a:rPr lang="en-US" b="1" dirty="0"/>
              <a:t>factors</a:t>
            </a:r>
            <a:r>
              <a:rPr lang="en-US" dirty="0"/>
              <a:t>:</a:t>
            </a:r>
          </a:p>
          <a:p>
            <a:pPr lvl="1"/>
            <a:r>
              <a:rPr lang="en-US" sz="2200" dirty="0"/>
              <a:t>Distance</a:t>
            </a:r>
          </a:p>
          <a:p>
            <a:pPr lvl="1"/>
            <a:r>
              <a:rPr lang="en-US" sz="2200" dirty="0"/>
              <a:t>Bandwidth</a:t>
            </a:r>
          </a:p>
          <a:p>
            <a:pPr lvl="1"/>
            <a:r>
              <a:rPr lang="en-US" sz="2200" dirty="0"/>
              <a:t>Power consumption</a:t>
            </a:r>
          </a:p>
        </p:txBody>
      </p:sp>
    </p:spTree>
    <p:extLst>
      <p:ext uri="{BB962C8B-B14F-4D97-AF65-F5344CB8AC3E}">
        <p14:creationId xmlns:p14="http://schemas.microsoft.com/office/powerpoint/2010/main" val="745450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28869-55A5-38E8-2373-BF1E3413E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4630A-649A-0E72-F2BF-3CA0BEF36FFC}"/>
              </a:ext>
            </a:extLst>
          </p:cNvPr>
          <p:cNvSpPr>
            <a:spLocks noGrp="1"/>
          </p:cNvSpPr>
          <p:nvPr>
            <p:ph type="title"/>
          </p:nvPr>
        </p:nvSpPr>
        <p:spPr/>
        <p:txBody>
          <a:bodyPr/>
          <a:lstStyle/>
          <a:p>
            <a:r>
              <a:rPr lang="en-US" dirty="0"/>
              <a:t>IoT Networking (2 of 2)</a:t>
            </a:r>
          </a:p>
        </p:txBody>
      </p:sp>
      <p:sp>
        <p:nvSpPr>
          <p:cNvPr id="3" name="Content Placeholder 2">
            <a:extLst>
              <a:ext uri="{FF2B5EF4-FFF2-40B4-BE49-F238E27FC236}">
                <a16:creationId xmlns:a16="http://schemas.microsoft.com/office/drawing/2014/main" id="{3A10E5FE-AA58-EDC0-A765-FCB39B56E451}"/>
              </a:ext>
            </a:extLst>
          </p:cNvPr>
          <p:cNvSpPr>
            <a:spLocks noGrp="1"/>
          </p:cNvSpPr>
          <p:nvPr>
            <p:ph idx="1"/>
          </p:nvPr>
        </p:nvSpPr>
        <p:spPr>
          <a:xfrm>
            <a:off x="476843" y="1429385"/>
            <a:ext cx="11241915" cy="4351338"/>
          </a:xfrm>
        </p:spPr>
        <p:txBody>
          <a:bodyPr/>
          <a:lstStyle/>
          <a:p>
            <a:r>
              <a:rPr lang="en-US" b="1" dirty="0"/>
              <a:t>Primary IoT area </a:t>
            </a:r>
            <a:r>
              <a:rPr lang="en-US" dirty="0"/>
              <a:t>network types and some of the technologies they are likely to use include the following:</a:t>
            </a:r>
          </a:p>
          <a:p>
            <a:pPr lvl="1"/>
            <a:r>
              <a:rPr lang="en-US" sz="2200" b="1" dirty="0"/>
              <a:t>Neighborhood area network </a:t>
            </a:r>
            <a:r>
              <a:rPr lang="en-US" sz="2200" dirty="0"/>
              <a:t>(</a:t>
            </a:r>
            <a:r>
              <a:rPr lang="en-US" sz="2200" b="1" dirty="0"/>
              <a:t>NAN</a:t>
            </a:r>
            <a:r>
              <a:rPr lang="en-US" sz="2200" dirty="0"/>
              <a:t>)—primarily used in the utility industry to wirelessly collect data from utility meters</a:t>
            </a:r>
          </a:p>
          <a:p>
            <a:pPr lvl="2"/>
            <a:r>
              <a:rPr lang="en-US" sz="2200" dirty="0"/>
              <a:t>A similar network type, a </a:t>
            </a:r>
            <a:r>
              <a:rPr lang="en-US" sz="2200" b="1" dirty="0"/>
              <a:t>field area network</a:t>
            </a:r>
            <a:r>
              <a:rPr lang="en-US" sz="2200" dirty="0"/>
              <a:t> (</a:t>
            </a:r>
            <a:r>
              <a:rPr lang="en-US" sz="2200" b="1" dirty="0"/>
              <a:t>FAN</a:t>
            </a:r>
            <a:r>
              <a:rPr lang="en-US" sz="2200" dirty="0"/>
              <a:t>), is also used in utility applications and works with NAN technologies</a:t>
            </a:r>
          </a:p>
          <a:p>
            <a:pPr lvl="1"/>
            <a:r>
              <a:rPr lang="en-US" sz="2200" b="1" dirty="0"/>
              <a:t>Local area network </a:t>
            </a:r>
            <a:r>
              <a:rPr lang="en-US" sz="2200" dirty="0"/>
              <a:t>(LAN)—IoT devices use the same LAN technologies that any connected computing device might use</a:t>
            </a:r>
          </a:p>
          <a:p>
            <a:pPr lvl="1"/>
            <a:r>
              <a:rPr lang="en-US" sz="2200" b="1" dirty="0"/>
              <a:t>Personal area network </a:t>
            </a:r>
            <a:r>
              <a:rPr lang="en-US" sz="2200" dirty="0"/>
              <a:t>(PAN)—PANs use short-range network technologies such as 802.15 Bluetooth</a:t>
            </a:r>
          </a:p>
        </p:txBody>
      </p:sp>
    </p:spTree>
    <p:extLst>
      <p:ext uri="{BB962C8B-B14F-4D97-AF65-F5344CB8AC3E}">
        <p14:creationId xmlns:p14="http://schemas.microsoft.com/office/powerpoint/2010/main" val="2597507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0FCFD-BFBB-2A93-B1C3-A70950E078B7}"/>
              </a:ext>
            </a:extLst>
          </p:cNvPr>
          <p:cNvSpPr>
            <a:spLocks noGrp="1"/>
          </p:cNvSpPr>
          <p:nvPr>
            <p:ph type="title"/>
          </p:nvPr>
        </p:nvSpPr>
        <p:spPr/>
        <p:txBody>
          <a:bodyPr/>
          <a:lstStyle/>
          <a:p>
            <a:r>
              <a:rPr lang="en-US" dirty="0"/>
              <a:t>IoT Networking Technologies Overview </a:t>
            </a:r>
            <a:r>
              <a:rPr lang="en-US" sz="1800" dirty="0"/>
              <a:t>(1 of 3)</a:t>
            </a:r>
          </a:p>
        </p:txBody>
      </p:sp>
      <p:sp>
        <p:nvSpPr>
          <p:cNvPr id="3" name="Content Placeholder 2">
            <a:extLst>
              <a:ext uri="{FF2B5EF4-FFF2-40B4-BE49-F238E27FC236}">
                <a16:creationId xmlns:a16="http://schemas.microsoft.com/office/drawing/2014/main" id="{041D10B4-A25D-CB69-5B49-0C2B1C4F5A3F}"/>
              </a:ext>
            </a:extLst>
          </p:cNvPr>
          <p:cNvSpPr>
            <a:spLocks noGrp="1"/>
          </p:cNvSpPr>
          <p:nvPr>
            <p:ph idx="1"/>
          </p:nvPr>
        </p:nvSpPr>
        <p:spPr>
          <a:xfrm>
            <a:off x="476843" y="1253331"/>
            <a:ext cx="11241915" cy="4351338"/>
          </a:xfrm>
        </p:spPr>
        <p:txBody>
          <a:bodyPr/>
          <a:lstStyle/>
          <a:p>
            <a:r>
              <a:rPr lang="en-US" b="1" dirty="0"/>
              <a:t>Wired technologies </a:t>
            </a:r>
            <a:r>
              <a:rPr lang="en-US" dirty="0"/>
              <a:t>are sometimes used in IoT—however, wireless dominates the field in most applications</a:t>
            </a:r>
          </a:p>
          <a:p>
            <a:pPr lvl="1"/>
            <a:r>
              <a:rPr lang="en-US" sz="2200" dirty="0"/>
              <a:t>802.11 Wi-Fi—IoT devices can use one of the 802.11 Wi-Fi LAN standards if the bandwidth requirements are high and power is plentiful</a:t>
            </a:r>
          </a:p>
          <a:p>
            <a:pPr lvl="1"/>
            <a:r>
              <a:rPr lang="en-US" sz="2200" b="1" dirty="0"/>
              <a:t>Bluetooth</a:t>
            </a:r>
            <a:r>
              <a:rPr lang="en-US" sz="2200" dirty="0"/>
              <a:t>—There are IoT-specific revisions to the Bluetooth standard (Bluetooth 4.2 and 5.0)</a:t>
            </a:r>
          </a:p>
          <a:p>
            <a:pPr lvl="2"/>
            <a:r>
              <a:rPr lang="en-US" sz="2200" dirty="0"/>
              <a:t>Bluetooth 6.0 includes improved distance measurement between devices for enhanced security and other improved reliability features</a:t>
            </a:r>
          </a:p>
          <a:p>
            <a:pPr lvl="1"/>
            <a:r>
              <a:rPr lang="en-US" sz="2200" b="1" dirty="0"/>
              <a:t>Zigbee, 6LoWPAN, and Thread</a:t>
            </a:r>
            <a:r>
              <a:rPr lang="en-US" sz="2200" dirty="0"/>
              <a:t>—These technologies are based on IEEE 802.15.4, which specifies low-bandwidth, low-power, and inexpensive devices</a:t>
            </a:r>
          </a:p>
          <a:p>
            <a:endParaRPr lang="en-US" dirty="0"/>
          </a:p>
        </p:txBody>
      </p:sp>
    </p:spTree>
    <p:extLst>
      <p:ext uri="{BB962C8B-B14F-4D97-AF65-F5344CB8AC3E}">
        <p14:creationId xmlns:p14="http://schemas.microsoft.com/office/powerpoint/2010/main" val="670228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IoT Networking Technologies Overview </a:t>
            </a:r>
            <a:r>
              <a:rPr lang="en-US" sz="1800" dirty="0"/>
              <a:t>(2 of 3)</a:t>
            </a:r>
          </a:p>
        </p:txBody>
      </p:sp>
      <p:sp>
        <p:nvSpPr>
          <p:cNvPr id="5" name="TextBox 4">
            <a:extLst>
              <a:ext uri="{FF2B5EF4-FFF2-40B4-BE49-F238E27FC236}">
                <a16:creationId xmlns:a16="http://schemas.microsoft.com/office/drawing/2014/main" id="{7CB0BE92-E73F-42E9-B249-3B271B6E8AA4}"/>
              </a:ext>
            </a:extLst>
          </p:cNvPr>
          <p:cNvSpPr txBox="1"/>
          <p:nvPr/>
        </p:nvSpPr>
        <p:spPr>
          <a:xfrm>
            <a:off x="6160042" y="2175893"/>
            <a:ext cx="4294598" cy="830997"/>
          </a:xfrm>
          <a:prstGeom prst="rect">
            <a:avLst/>
          </a:prstGeom>
          <a:noFill/>
        </p:spPr>
        <p:txBody>
          <a:bodyPr wrap="square" rtlCol="0">
            <a:spAutoFit/>
          </a:bodyPr>
          <a:lstStyle/>
          <a:p>
            <a:r>
              <a:rPr lang="en-US" sz="2400" b="1" dirty="0">
                <a:latin typeface="Work Sans" pitchFamily="2" charset="0"/>
              </a:rPr>
              <a:t>Figure 13-2  </a:t>
            </a:r>
            <a:r>
              <a:rPr lang="en-US" sz="2400" dirty="0">
                <a:latin typeface="Work Sans" pitchFamily="2" charset="0"/>
              </a:rPr>
              <a:t>A Zigbee-enabled smart lock</a:t>
            </a:r>
          </a:p>
        </p:txBody>
      </p:sp>
      <p:pic>
        <p:nvPicPr>
          <p:cNvPr id="4" name="Picture 3" descr="A Schlage Zigbee-enabled smart lock with a brushed metal finish. The rectangular device has a touchscreen keypad with white illuminated numbers arranged in a 3-by-3 grid, followed by 0 at the bottom. Below the keypad, a checkmark and an X symbol are present for confirming or canceling entries. The Schlage logo is displayed above the keypad. A traditional keyhole is positioned at the bottom center.&#10;">
            <a:extLst>
              <a:ext uri="{FF2B5EF4-FFF2-40B4-BE49-F238E27FC236}">
                <a16:creationId xmlns:a16="http://schemas.microsoft.com/office/drawing/2014/main" id="{22F9219C-6D7A-A6D4-B461-01CA94F401D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540000" y="1318360"/>
            <a:ext cx="3139440" cy="4154740"/>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2B24A-E3F8-42C2-CD0E-7ABDC6C671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C83D6-F96A-81B2-BB49-A89CD9C25053}"/>
              </a:ext>
            </a:extLst>
          </p:cNvPr>
          <p:cNvSpPr>
            <a:spLocks noGrp="1"/>
          </p:cNvSpPr>
          <p:nvPr>
            <p:ph type="title"/>
          </p:nvPr>
        </p:nvSpPr>
        <p:spPr/>
        <p:txBody>
          <a:bodyPr/>
          <a:lstStyle/>
          <a:p>
            <a:r>
              <a:rPr lang="en-US" dirty="0"/>
              <a:t>IoT Networking Technologies Overview </a:t>
            </a:r>
            <a:r>
              <a:rPr lang="en-US" sz="1800" dirty="0"/>
              <a:t>(3 of 3)</a:t>
            </a:r>
          </a:p>
        </p:txBody>
      </p:sp>
      <p:sp>
        <p:nvSpPr>
          <p:cNvPr id="3" name="Content Placeholder 2">
            <a:extLst>
              <a:ext uri="{FF2B5EF4-FFF2-40B4-BE49-F238E27FC236}">
                <a16:creationId xmlns:a16="http://schemas.microsoft.com/office/drawing/2014/main" id="{C9D3CEFB-AE0F-3C16-FE38-F9456AFC31A0}"/>
              </a:ext>
            </a:extLst>
          </p:cNvPr>
          <p:cNvSpPr>
            <a:spLocks noGrp="1"/>
          </p:cNvSpPr>
          <p:nvPr>
            <p:ph idx="1"/>
          </p:nvPr>
        </p:nvSpPr>
        <p:spPr>
          <a:xfrm>
            <a:off x="476843" y="1467172"/>
            <a:ext cx="11241915" cy="4351338"/>
          </a:xfrm>
        </p:spPr>
        <p:txBody>
          <a:bodyPr/>
          <a:lstStyle/>
          <a:p>
            <a:r>
              <a:rPr lang="en-US" b="1" dirty="0"/>
              <a:t>Wired technologies </a:t>
            </a:r>
            <a:r>
              <a:rPr lang="en-US" dirty="0"/>
              <a:t>are sometimes used in IoT—however, wireless dominates the field in most applications (continued)</a:t>
            </a:r>
          </a:p>
          <a:p>
            <a:pPr lvl="1"/>
            <a:r>
              <a:rPr lang="en-US" sz="2200" b="1" dirty="0"/>
              <a:t>Z-Wave</a:t>
            </a:r>
            <a:r>
              <a:rPr lang="en-US" sz="2200" dirty="0"/>
              <a:t>—is used primarily in home automation to wirelessly connect smart devices such as locks, thermostats, lighting, and security systems</a:t>
            </a:r>
          </a:p>
          <a:p>
            <a:pPr lvl="2"/>
            <a:r>
              <a:rPr lang="en-US" sz="2200" dirty="0"/>
              <a:t>It is a </a:t>
            </a:r>
            <a:r>
              <a:rPr lang="en-US" sz="2200" b="1" dirty="0"/>
              <a:t>wireless mesh </a:t>
            </a:r>
            <a:r>
              <a:rPr lang="en-US" sz="2200" dirty="0"/>
              <a:t>technology that allows devices to communicate with one another and with a central control hub that serves as a gateway to the home Wi-Fi network so devices can be controlled with smart home assistants and smartphones</a:t>
            </a:r>
          </a:p>
          <a:p>
            <a:pPr lvl="1"/>
            <a:r>
              <a:rPr lang="en-US" sz="2200" b="1" dirty="0"/>
              <a:t>LoRaWAN</a:t>
            </a:r>
            <a:r>
              <a:rPr lang="en-US" sz="2200" dirty="0"/>
              <a:t>—is a low-power wide-area network technology that operates over a wide range of frequencies under 1 GHz</a:t>
            </a:r>
          </a:p>
          <a:p>
            <a:endParaRPr lang="en-US" dirty="0"/>
          </a:p>
        </p:txBody>
      </p:sp>
    </p:spTree>
    <p:extLst>
      <p:ext uri="{BB962C8B-B14F-4D97-AF65-F5344CB8AC3E}">
        <p14:creationId xmlns:p14="http://schemas.microsoft.com/office/powerpoint/2010/main" val="3097335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13-1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409065"/>
            <a:ext cx="11241915" cy="4351338"/>
          </a:xfrm>
        </p:spPr>
        <p:txBody>
          <a:bodyPr/>
          <a:lstStyle/>
          <a:p>
            <a:pPr marL="0" indent="0">
              <a:buNone/>
            </a:pPr>
            <a:r>
              <a:rPr lang="en-US" dirty="0"/>
              <a:t>Which type of network might be used to collect data from a consumer utility meter?</a:t>
            </a:r>
          </a:p>
          <a:p>
            <a:pPr marL="0" indent="0">
              <a:buNone/>
            </a:pPr>
            <a:r>
              <a:rPr lang="en-US" dirty="0"/>
              <a:t>a. NAN</a:t>
            </a:r>
          </a:p>
          <a:p>
            <a:pPr marL="0" indent="0">
              <a:buNone/>
            </a:pPr>
            <a:r>
              <a:rPr lang="en-US" dirty="0"/>
              <a:t>b. WAN</a:t>
            </a:r>
          </a:p>
          <a:p>
            <a:pPr marL="0" indent="0">
              <a:buNone/>
            </a:pPr>
            <a:r>
              <a:rPr lang="en-US" dirty="0"/>
              <a:t>c. FAN</a:t>
            </a:r>
          </a:p>
          <a:p>
            <a:pPr marL="0" indent="0">
              <a:buNone/>
            </a:pPr>
            <a:r>
              <a:rPr lang="en-US" dirty="0"/>
              <a:t>d. MAN</a:t>
            </a:r>
          </a:p>
        </p:txBody>
      </p:sp>
    </p:spTree>
    <p:extLst>
      <p:ext uri="{BB962C8B-B14F-4D97-AF65-F5344CB8AC3E}">
        <p14:creationId xmlns:p14="http://schemas.microsoft.com/office/powerpoint/2010/main" val="3683800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13-1: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484282"/>
            <a:ext cx="11241915" cy="4388198"/>
          </a:xfrm>
        </p:spPr>
        <p:txBody>
          <a:bodyPr/>
          <a:lstStyle/>
          <a:p>
            <a:pPr marL="0" indent="0">
              <a:buNone/>
            </a:pPr>
            <a:r>
              <a:rPr lang="en-US" dirty="0"/>
              <a:t>Which type of network might be used to collect data from a consumer utility meter?</a:t>
            </a:r>
          </a:p>
          <a:p>
            <a:pPr marL="0" indent="0">
              <a:buNone/>
            </a:pPr>
            <a:r>
              <a:rPr lang="en-US" b="1" dirty="0"/>
              <a:t>Answer: a</a:t>
            </a:r>
            <a:r>
              <a:rPr lang="en-US" dirty="0"/>
              <a:t>. NAN</a:t>
            </a:r>
          </a:p>
          <a:p>
            <a:pPr marL="0" indent="0">
              <a:buNone/>
            </a:pPr>
            <a:r>
              <a:rPr lang="en-US" b="1" dirty="0"/>
              <a:t>Explanation:</a:t>
            </a:r>
            <a:r>
              <a:rPr lang="en-US" dirty="0"/>
              <a:t> </a:t>
            </a:r>
            <a:r>
              <a:rPr lang="en-US" sz="2200" dirty="0"/>
              <a:t>Neighborhood area networks (NANs) are primarily used in the utility industry to wirelessly collect data from utility meters. NAN technologies can reach distances of dozens of kilometers and have low bandwidth requirements. A similar network type, a field area network (FAN), is also used in utility applications and works with NAN technologies. Whereas NAN technologies connect from the consumer endpoint to the utility network, FAN technologies connect utility network nodes with one another.</a:t>
            </a:r>
          </a:p>
        </p:txBody>
      </p:sp>
    </p:spTree>
    <p:extLst>
      <p:ext uri="{BB962C8B-B14F-4D97-AF65-F5344CB8AC3E}">
        <p14:creationId xmlns:p14="http://schemas.microsoft.com/office/powerpoint/2010/main" val="3889104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807A3-F3B3-22F5-99D4-629BD2B1CD25}"/>
              </a:ext>
            </a:extLst>
          </p:cNvPr>
          <p:cNvSpPr>
            <a:spLocks noGrp="1"/>
          </p:cNvSpPr>
          <p:nvPr>
            <p:ph type="title"/>
          </p:nvPr>
        </p:nvSpPr>
        <p:spPr/>
        <p:txBody>
          <a:bodyPr/>
          <a:lstStyle/>
          <a:p>
            <a:r>
              <a:rPr lang="en-US" dirty="0"/>
              <a:t>Home Automation and Industrial IoT Devices</a:t>
            </a:r>
          </a:p>
        </p:txBody>
      </p:sp>
      <p:sp>
        <p:nvSpPr>
          <p:cNvPr id="3" name="Content Placeholder 2">
            <a:extLst>
              <a:ext uri="{FF2B5EF4-FFF2-40B4-BE49-F238E27FC236}">
                <a16:creationId xmlns:a16="http://schemas.microsoft.com/office/drawing/2014/main" id="{B3BDBF34-EC2F-C783-06B6-8FFB83F80F3E}"/>
              </a:ext>
            </a:extLst>
          </p:cNvPr>
          <p:cNvSpPr>
            <a:spLocks noGrp="1"/>
          </p:cNvSpPr>
          <p:nvPr>
            <p:ph idx="1"/>
          </p:nvPr>
        </p:nvSpPr>
        <p:spPr/>
        <p:txBody>
          <a:bodyPr/>
          <a:lstStyle/>
          <a:p>
            <a:r>
              <a:rPr lang="en-US" b="1" dirty="0"/>
              <a:t>Industrial IoT </a:t>
            </a:r>
            <a:r>
              <a:rPr lang="en-US" dirty="0"/>
              <a:t>(</a:t>
            </a:r>
            <a:r>
              <a:rPr lang="en-US" b="1" dirty="0"/>
              <a:t>IIoT</a:t>
            </a:r>
            <a:r>
              <a:rPr lang="en-US" dirty="0"/>
              <a:t>) uses some of the same technologies as other IoT devices but differs in many aspects, such as security, ruggedness, networking, and the types of devices involved</a:t>
            </a:r>
          </a:p>
          <a:p>
            <a:r>
              <a:rPr lang="en-US" dirty="0"/>
              <a:t>IIoT is used in </a:t>
            </a:r>
            <a:r>
              <a:rPr lang="en-US" b="1" dirty="0"/>
              <a:t>utilities</a:t>
            </a:r>
            <a:r>
              <a:rPr lang="en-US" dirty="0"/>
              <a:t>, </a:t>
            </a:r>
            <a:r>
              <a:rPr lang="en-US" b="1" dirty="0"/>
              <a:t>energy</a:t>
            </a:r>
            <a:r>
              <a:rPr lang="en-US" dirty="0"/>
              <a:t>, </a:t>
            </a:r>
            <a:r>
              <a:rPr lang="en-US" b="1" dirty="0"/>
              <a:t>healthcare</a:t>
            </a:r>
            <a:r>
              <a:rPr lang="en-US" dirty="0"/>
              <a:t>, manufacturing, city infrastructure, and other industries</a:t>
            </a:r>
          </a:p>
          <a:p>
            <a:r>
              <a:rPr lang="en-US" dirty="0"/>
              <a:t>This section introduces you to </a:t>
            </a:r>
            <a:r>
              <a:rPr lang="en-US" b="1" dirty="0"/>
              <a:t>common IoT devices </a:t>
            </a:r>
            <a:r>
              <a:rPr lang="en-US" dirty="0"/>
              <a:t>and use cases from both commercial and industrial sectors of IoT</a:t>
            </a:r>
          </a:p>
          <a:p>
            <a:endParaRPr lang="en-US" dirty="0"/>
          </a:p>
        </p:txBody>
      </p:sp>
    </p:spTree>
    <p:extLst>
      <p:ext uri="{BB962C8B-B14F-4D97-AF65-F5344CB8AC3E}">
        <p14:creationId xmlns:p14="http://schemas.microsoft.com/office/powerpoint/2010/main" val="1016158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DEC89-777A-70E3-705F-5641B54E172A}"/>
              </a:ext>
            </a:extLst>
          </p:cNvPr>
          <p:cNvSpPr>
            <a:spLocks noGrp="1"/>
          </p:cNvSpPr>
          <p:nvPr>
            <p:ph type="title"/>
          </p:nvPr>
        </p:nvSpPr>
        <p:spPr/>
        <p:txBody>
          <a:bodyPr/>
          <a:lstStyle/>
          <a:p>
            <a:r>
              <a:rPr lang="en-US" dirty="0"/>
              <a:t>A Sampler of Home Automation IoT Devices </a:t>
            </a:r>
            <a:r>
              <a:rPr lang="en-US" sz="2200" dirty="0"/>
              <a:t>(1 of 3)</a:t>
            </a:r>
          </a:p>
        </p:txBody>
      </p:sp>
      <p:sp>
        <p:nvSpPr>
          <p:cNvPr id="3" name="Content Placeholder 2">
            <a:extLst>
              <a:ext uri="{FF2B5EF4-FFF2-40B4-BE49-F238E27FC236}">
                <a16:creationId xmlns:a16="http://schemas.microsoft.com/office/drawing/2014/main" id="{EA6344A9-C41D-0496-36CF-A1C2703E19DB}"/>
              </a:ext>
            </a:extLst>
          </p:cNvPr>
          <p:cNvSpPr>
            <a:spLocks noGrp="1"/>
          </p:cNvSpPr>
          <p:nvPr>
            <p:ph idx="1"/>
          </p:nvPr>
        </p:nvSpPr>
        <p:spPr>
          <a:xfrm>
            <a:off x="476843" y="1571625"/>
            <a:ext cx="11241915" cy="4351338"/>
          </a:xfrm>
        </p:spPr>
        <p:txBody>
          <a:bodyPr/>
          <a:lstStyle/>
          <a:p>
            <a:r>
              <a:rPr lang="en-US" b="1" dirty="0"/>
              <a:t>Popular</a:t>
            </a:r>
            <a:r>
              <a:rPr lang="en-US" dirty="0"/>
              <a:t> IoT devices used in the </a:t>
            </a:r>
            <a:r>
              <a:rPr lang="en-US" b="1" dirty="0"/>
              <a:t>home and office </a:t>
            </a:r>
            <a:r>
              <a:rPr lang="en-US" dirty="0"/>
              <a:t>include:</a:t>
            </a:r>
          </a:p>
          <a:p>
            <a:pPr lvl="1"/>
            <a:r>
              <a:rPr lang="en-US" sz="2200" dirty="0"/>
              <a:t>Smart home assistants</a:t>
            </a:r>
          </a:p>
          <a:p>
            <a:pPr lvl="1"/>
            <a:r>
              <a:rPr lang="en-US" sz="2200" dirty="0"/>
              <a:t>Smart thermostats, smart vents, smart light bulbs, smart door locks</a:t>
            </a:r>
          </a:p>
          <a:p>
            <a:pPr lvl="1"/>
            <a:r>
              <a:rPr lang="en-US" sz="2200" dirty="0"/>
              <a:t>Video doorbells</a:t>
            </a:r>
          </a:p>
          <a:p>
            <a:pPr lvl="1"/>
            <a:r>
              <a:rPr lang="en-US" sz="2200" dirty="0"/>
              <a:t>Smoke alarms</a:t>
            </a:r>
          </a:p>
          <a:p>
            <a:pPr lvl="1"/>
            <a:r>
              <a:rPr lang="en-US" sz="2200" dirty="0"/>
              <a:t>Garage door openers and security systems </a:t>
            </a:r>
          </a:p>
          <a:p>
            <a:pPr lvl="1"/>
            <a:r>
              <a:rPr lang="en-US" sz="2200" dirty="0"/>
              <a:t>Irrigation systems</a:t>
            </a:r>
          </a:p>
          <a:p>
            <a:pPr lvl="1"/>
            <a:r>
              <a:rPr lang="en-US" sz="2200" dirty="0"/>
              <a:t>Smart appliances</a:t>
            </a:r>
          </a:p>
        </p:txBody>
      </p:sp>
    </p:spTree>
    <p:extLst>
      <p:ext uri="{BB962C8B-B14F-4D97-AF65-F5344CB8AC3E}">
        <p14:creationId xmlns:p14="http://schemas.microsoft.com/office/powerpoint/2010/main" val="3683767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32D62-241E-51ED-7D99-87EDBC090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E6B92-5B8F-3897-60C6-190D2E26C05F}"/>
              </a:ext>
            </a:extLst>
          </p:cNvPr>
          <p:cNvSpPr>
            <a:spLocks noGrp="1"/>
          </p:cNvSpPr>
          <p:nvPr>
            <p:ph type="title"/>
          </p:nvPr>
        </p:nvSpPr>
        <p:spPr/>
        <p:txBody>
          <a:bodyPr/>
          <a:lstStyle/>
          <a:p>
            <a:r>
              <a:rPr lang="en-US" dirty="0"/>
              <a:t>A Sampler of Home Automation IoT Devices </a:t>
            </a:r>
            <a:r>
              <a:rPr lang="en-US" sz="2200" dirty="0"/>
              <a:t>(2 of 3)</a:t>
            </a:r>
          </a:p>
        </p:txBody>
      </p:sp>
      <p:sp>
        <p:nvSpPr>
          <p:cNvPr id="5" name="TextBox 4">
            <a:extLst>
              <a:ext uri="{FF2B5EF4-FFF2-40B4-BE49-F238E27FC236}">
                <a16:creationId xmlns:a16="http://schemas.microsoft.com/office/drawing/2014/main" id="{99F77C21-A2D0-3F83-F19A-210B33EF41FC}"/>
              </a:ext>
            </a:extLst>
          </p:cNvPr>
          <p:cNvSpPr txBox="1"/>
          <p:nvPr/>
        </p:nvSpPr>
        <p:spPr>
          <a:xfrm>
            <a:off x="6482080" y="1980198"/>
            <a:ext cx="4294598" cy="2308324"/>
          </a:xfrm>
          <a:prstGeom prst="rect">
            <a:avLst/>
          </a:prstGeom>
          <a:noFill/>
        </p:spPr>
        <p:txBody>
          <a:bodyPr wrap="square" rtlCol="0">
            <a:spAutoFit/>
          </a:bodyPr>
          <a:lstStyle/>
          <a:p>
            <a:r>
              <a:rPr lang="en-US" sz="2400" b="1" dirty="0">
                <a:latin typeface="Work Sans" pitchFamily="2" charset="0"/>
              </a:rPr>
              <a:t>Figure 13-3 </a:t>
            </a:r>
            <a:r>
              <a:rPr lang="en-US" sz="2400" dirty="0">
                <a:latin typeface="Work Sans" pitchFamily="2" charset="0"/>
              </a:rPr>
              <a:t>Amazon Echo</a:t>
            </a: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r>
              <a:rPr lang="en-US" sz="2400" b="1" dirty="0">
                <a:latin typeface="Work Sans" pitchFamily="2" charset="0"/>
              </a:rPr>
              <a:t>Figure 13-4 </a:t>
            </a:r>
            <a:r>
              <a:rPr lang="en-US" sz="2400" dirty="0">
                <a:latin typeface="Work Sans" pitchFamily="2" charset="0"/>
              </a:rPr>
              <a:t>Google Home</a:t>
            </a:r>
          </a:p>
        </p:txBody>
      </p:sp>
      <p:pic>
        <p:nvPicPr>
          <p:cNvPr id="4" name="Picture 3" descr="An Amazon Echo smart speaker in a cylindrical shape with a fabric exterior. The top panel has four buttons for volume control, microphone muting, and action functions. A L E D light ring encircles the top edge, indicating activation. The Amazon logo is subtly visible near the bottom.&#10;">
            <a:extLst>
              <a:ext uri="{FF2B5EF4-FFF2-40B4-BE49-F238E27FC236}">
                <a16:creationId xmlns:a16="http://schemas.microsoft.com/office/drawing/2014/main" id="{DAACD36A-CB2D-E620-2709-E86998B5FD5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42238" y="1551354"/>
            <a:ext cx="1439602" cy="2434977"/>
          </a:xfrm>
          <a:prstGeom prst="rect">
            <a:avLst/>
          </a:prstGeom>
        </p:spPr>
      </p:pic>
      <p:pic>
        <p:nvPicPr>
          <p:cNvPr id="7" name="Picture 6" descr="A Google Home smart speaker with a cylindrical design featuring an upper section and a gray fabric-covered lower section. The top surface is slightly angled and displays four L E D dots. A power cable extends from the base.&#10;">
            <a:extLst>
              <a:ext uri="{FF2B5EF4-FFF2-40B4-BE49-F238E27FC236}">
                <a16:creationId xmlns:a16="http://schemas.microsoft.com/office/drawing/2014/main" id="{5007B775-8D77-D799-A431-9E895A45239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20040" y="3819418"/>
            <a:ext cx="1156960" cy="1828895"/>
          </a:xfrm>
          <a:prstGeom prst="rect">
            <a:avLst/>
          </a:prstGeom>
        </p:spPr>
      </p:pic>
    </p:spTree>
    <p:extLst>
      <p:ext uri="{BB962C8B-B14F-4D97-AF65-F5344CB8AC3E}">
        <p14:creationId xmlns:p14="http://schemas.microsoft.com/office/powerpoint/2010/main" val="3113432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006B9-FEDA-0092-25F6-D2B687044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5E09E-0C46-A6A2-1B59-10B993F994D3}"/>
              </a:ext>
            </a:extLst>
          </p:cNvPr>
          <p:cNvSpPr>
            <a:spLocks noGrp="1"/>
          </p:cNvSpPr>
          <p:nvPr>
            <p:ph type="title"/>
          </p:nvPr>
        </p:nvSpPr>
        <p:spPr/>
        <p:txBody>
          <a:bodyPr/>
          <a:lstStyle/>
          <a:p>
            <a:r>
              <a:rPr lang="en-US" dirty="0"/>
              <a:t>A Sampler of Home Automation IoT Devices </a:t>
            </a:r>
            <a:r>
              <a:rPr lang="en-US" sz="2200" dirty="0"/>
              <a:t>(3 of 3)</a:t>
            </a:r>
          </a:p>
        </p:txBody>
      </p:sp>
      <p:sp>
        <p:nvSpPr>
          <p:cNvPr id="5" name="TextBox 4">
            <a:extLst>
              <a:ext uri="{FF2B5EF4-FFF2-40B4-BE49-F238E27FC236}">
                <a16:creationId xmlns:a16="http://schemas.microsoft.com/office/drawing/2014/main" id="{3DE8FDD2-5C74-AD0A-1AC3-18589BAB5A17}"/>
              </a:ext>
            </a:extLst>
          </p:cNvPr>
          <p:cNvSpPr txBox="1"/>
          <p:nvPr/>
        </p:nvSpPr>
        <p:spPr>
          <a:xfrm>
            <a:off x="6592014" y="2976563"/>
            <a:ext cx="4294598" cy="1200329"/>
          </a:xfrm>
          <a:prstGeom prst="rect">
            <a:avLst/>
          </a:prstGeom>
          <a:noFill/>
        </p:spPr>
        <p:txBody>
          <a:bodyPr wrap="square" rtlCol="0">
            <a:spAutoFit/>
          </a:bodyPr>
          <a:lstStyle/>
          <a:p>
            <a:r>
              <a:rPr lang="en-US" sz="2400" b="1" dirty="0">
                <a:latin typeface="Work Sans" pitchFamily="2" charset="0"/>
              </a:rPr>
              <a:t>Figure 13-5 </a:t>
            </a:r>
            <a:r>
              <a:rPr lang="en-US" sz="2400" dirty="0">
                <a:latin typeface="Work Sans" pitchFamily="2" charset="0"/>
              </a:rPr>
              <a:t>ecobee smart thermostat</a:t>
            </a:r>
          </a:p>
          <a:p>
            <a:endParaRPr lang="en-US" sz="2400" dirty="0">
              <a:latin typeface="Work Sans" pitchFamily="2" charset="0"/>
            </a:endParaRPr>
          </a:p>
        </p:txBody>
      </p:sp>
      <p:pic>
        <p:nvPicPr>
          <p:cNvPr id="4" name="Picture 3" descr="An Ecobee smart thermostat with a rounded square design and a touchscreen interface displaying the current temperature set to 72 degrees. The screen includes icons for settings, weather, and microphone control. A L E D light strip is positioned at the top. A small remote sensor with the Ecobee logo is placed beside the thermostat.&#10;">
            <a:extLst>
              <a:ext uri="{FF2B5EF4-FFF2-40B4-BE49-F238E27FC236}">
                <a16:creationId xmlns:a16="http://schemas.microsoft.com/office/drawing/2014/main" id="{5832AE2E-E3D1-172D-8C9E-82373E9F5F0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40810" y="2112442"/>
            <a:ext cx="4270931" cy="3477209"/>
          </a:xfrm>
          <a:prstGeom prst="rect">
            <a:avLst/>
          </a:prstGeom>
        </p:spPr>
      </p:pic>
    </p:spTree>
    <p:extLst>
      <p:ext uri="{BB962C8B-B14F-4D97-AF65-F5344CB8AC3E}">
        <p14:creationId xmlns:p14="http://schemas.microsoft.com/office/powerpoint/2010/main" val="2093953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1A693-0FE5-8EDF-1D70-9507DBF19BF7}"/>
              </a:ext>
            </a:extLst>
          </p:cNvPr>
          <p:cNvSpPr>
            <a:spLocks noGrp="1"/>
          </p:cNvSpPr>
          <p:nvPr>
            <p:ph type="title"/>
          </p:nvPr>
        </p:nvSpPr>
        <p:spPr/>
        <p:txBody>
          <a:bodyPr/>
          <a:lstStyle/>
          <a:p>
            <a:r>
              <a:rPr lang="en-US" dirty="0"/>
              <a:t>Industrial IoT Devices </a:t>
            </a:r>
            <a:r>
              <a:rPr lang="en-US" sz="2200" dirty="0"/>
              <a:t>(1 of 6)</a:t>
            </a:r>
          </a:p>
        </p:txBody>
      </p:sp>
      <p:sp>
        <p:nvSpPr>
          <p:cNvPr id="3" name="Content Placeholder 2">
            <a:extLst>
              <a:ext uri="{FF2B5EF4-FFF2-40B4-BE49-F238E27FC236}">
                <a16:creationId xmlns:a16="http://schemas.microsoft.com/office/drawing/2014/main" id="{A7A56E9E-9BC7-F38E-4B1E-2064B2EAF31C}"/>
              </a:ext>
            </a:extLst>
          </p:cNvPr>
          <p:cNvSpPr>
            <a:spLocks noGrp="1"/>
          </p:cNvSpPr>
          <p:nvPr>
            <p:ph idx="1"/>
          </p:nvPr>
        </p:nvSpPr>
        <p:spPr>
          <a:xfrm>
            <a:off x="476843" y="1500505"/>
            <a:ext cx="11241915" cy="4351338"/>
          </a:xfrm>
        </p:spPr>
        <p:txBody>
          <a:bodyPr/>
          <a:lstStyle/>
          <a:p>
            <a:r>
              <a:rPr lang="en-US" dirty="0"/>
              <a:t>The use of IoT technologies in </a:t>
            </a:r>
            <a:r>
              <a:rPr lang="en-US" b="1" dirty="0"/>
              <a:t>industry</a:t>
            </a:r>
            <a:r>
              <a:rPr lang="en-US" dirty="0"/>
              <a:t> has been dubbed </a:t>
            </a:r>
            <a:r>
              <a:rPr lang="en-US" b="1" dirty="0"/>
              <a:t>Industry 4.0</a:t>
            </a:r>
          </a:p>
          <a:p>
            <a:r>
              <a:rPr lang="en-US" dirty="0"/>
              <a:t>Industry 4.0 makes use of </a:t>
            </a:r>
            <a:r>
              <a:rPr lang="en-US" b="1" dirty="0"/>
              <a:t>virtualization</a:t>
            </a:r>
            <a:r>
              <a:rPr lang="en-US" dirty="0"/>
              <a:t>, cloud computing, and artificial intelligence to create what is called a </a:t>
            </a:r>
            <a:r>
              <a:rPr lang="en-US" b="1" dirty="0"/>
              <a:t>cyber-physical system </a:t>
            </a:r>
            <a:r>
              <a:rPr lang="en-US" dirty="0"/>
              <a:t>(</a:t>
            </a:r>
            <a:r>
              <a:rPr lang="en-US" b="1" dirty="0"/>
              <a:t>CPS</a:t>
            </a:r>
            <a:r>
              <a:rPr lang="en-US" dirty="0"/>
              <a:t>)</a:t>
            </a:r>
          </a:p>
          <a:p>
            <a:r>
              <a:rPr lang="en-US" dirty="0"/>
              <a:t>Some of the same IoT technologies are used in </a:t>
            </a:r>
            <a:r>
              <a:rPr lang="en-US" b="1" dirty="0"/>
              <a:t>both home automation and industry</a:t>
            </a:r>
          </a:p>
          <a:p>
            <a:r>
              <a:rPr lang="en-US" dirty="0"/>
              <a:t>Industrial usage often </a:t>
            </a:r>
            <a:r>
              <a:rPr lang="en-US" b="1" dirty="0"/>
              <a:t>requires industrial versions </a:t>
            </a:r>
            <a:r>
              <a:rPr lang="en-US" dirty="0"/>
              <a:t>of sensors because they must hold up under harsh environments, high vibrations, and possibly extreme temperatures </a:t>
            </a:r>
          </a:p>
          <a:p>
            <a:endParaRPr lang="en-US" dirty="0"/>
          </a:p>
        </p:txBody>
      </p:sp>
    </p:spTree>
    <p:extLst>
      <p:ext uri="{BB962C8B-B14F-4D97-AF65-F5344CB8AC3E}">
        <p14:creationId xmlns:p14="http://schemas.microsoft.com/office/powerpoint/2010/main" val="4227566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1BB0-E40C-8AFA-4BE5-DCAB5455A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1AFE2-5183-E39C-6A38-66F3A0B9FCAE}"/>
              </a:ext>
            </a:extLst>
          </p:cNvPr>
          <p:cNvSpPr>
            <a:spLocks noGrp="1"/>
          </p:cNvSpPr>
          <p:nvPr>
            <p:ph type="title"/>
          </p:nvPr>
        </p:nvSpPr>
        <p:spPr/>
        <p:txBody>
          <a:bodyPr/>
          <a:lstStyle/>
          <a:p>
            <a:r>
              <a:rPr lang="en-US" dirty="0"/>
              <a:t>Industrial IoT Devices </a:t>
            </a:r>
            <a:r>
              <a:rPr lang="en-US" sz="2200" dirty="0"/>
              <a:t>(2 of 6)</a:t>
            </a:r>
          </a:p>
        </p:txBody>
      </p:sp>
      <p:sp>
        <p:nvSpPr>
          <p:cNvPr id="5" name="TextBox 4">
            <a:extLst>
              <a:ext uri="{FF2B5EF4-FFF2-40B4-BE49-F238E27FC236}">
                <a16:creationId xmlns:a16="http://schemas.microsoft.com/office/drawing/2014/main" id="{67F29E93-1DBB-F25F-2A14-40F514F0EA90}"/>
              </a:ext>
            </a:extLst>
          </p:cNvPr>
          <p:cNvSpPr txBox="1"/>
          <p:nvPr/>
        </p:nvSpPr>
        <p:spPr>
          <a:xfrm>
            <a:off x="7315200" y="2828835"/>
            <a:ext cx="4294598" cy="1200329"/>
          </a:xfrm>
          <a:prstGeom prst="rect">
            <a:avLst/>
          </a:prstGeom>
          <a:noFill/>
        </p:spPr>
        <p:txBody>
          <a:bodyPr wrap="square" rtlCol="0">
            <a:spAutoFit/>
          </a:bodyPr>
          <a:lstStyle/>
          <a:p>
            <a:r>
              <a:rPr lang="en-US" sz="2400" b="1" dirty="0">
                <a:latin typeface="Work Sans" pitchFamily="2" charset="0"/>
              </a:rPr>
              <a:t>Figure 13-7  </a:t>
            </a:r>
            <a:r>
              <a:rPr lang="en-US" sz="2400" dirty="0">
                <a:latin typeface="Work Sans" pitchFamily="2" charset="0"/>
              </a:rPr>
              <a:t>An industrial IoT wireless vibration sensor</a:t>
            </a:r>
          </a:p>
        </p:txBody>
      </p:sp>
      <p:pic>
        <p:nvPicPr>
          <p:cNvPr id="4" name="Picture 3" descr="An industrial I o T wireless vibration sensor by N C D. The rectangular device has mounting flanges on both sides and features a detachable antenna extending from the top left corner. The front panel displays the N C D logo, the website n c d i o, and labels indicating its vibration and temperature sensing capabilities. Small L E D indicators for reset and configuration are present.&#10;">
            <a:extLst>
              <a:ext uri="{FF2B5EF4-FFF2-40B4-BE49-F238E27FC236}">
                <a16:creationId xmlns:a16="http://schemas.microsoft.com/office/drawing/2014/main" id="{D99D3F9F-70E2-E664-85A7-3EA349E7CFF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78125" y="2109722"/>
            <a:ext cx="4664355" cy="3051574"/>
          </a:xfrm>
          <a:prstGeom prst="rect">
            <a:avLst/>
          </a:prstGeom>
        </p:spPr>
      </p:pic>
    </p:spTree>
    <p:extLst>
      <p:ext uri="{BB962C8B-B14F-4D97-AF65-F5344CB8AC3E}">
        <p14:creationId xmlns:p14="http://schemas.microsoft.com/office/powerpoint/2010/main" val="2650013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26643-06B1-D656-8AF2-68B16EFF3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A8FFC-74BE-28C2-D79F-4553DEE50D96}"/>
              </a:ext>
            </a:extLst>
          </p:cNvPr>
          <p:cNvSpPr>
            <a:spLocks noGrp="1"/>
          </p:cNvSpPr>
          <p:nvPr>
            <p:ph type="title"/>
          </p:nvPr>
        </p:nvSpPr>
        <p:spPr/>
        <p:txBody>
          <a:bodyPr/>
          <a:lstStyle/>
          <a:p>
            <a:r>
              <a:rPr lang="en-US" dirty="0"/>
              <a:t>Industrial IoT Devices </a:t>
            </a:r>
            <a:r>
              <a:rPr lang="en-US" sz="2200" dirty="0"/>
              <a:t>(3 of 6)</a:t>
            </a:r>
          </a:p>
        </p:txBody>
      </p:sp>
      <p:sp>
        <p:nvSpPr>
          <p:cNvPr id="3" name="Content Placeholder 2">
            <a:extLst>
              <a:ext uri="{FF2B5EF4-FFF2-40B4-BE49-F238E27FC236}">
                <a16:creationId xmlns:a16="http://schemas.microsoft.com/office/drawing/2014/main" id="{494DACA5-3C8A-15D6-06FB-6F15D9F842BB}"/>
              </a:ext>
            </a:extLst>
          </p:cNvPr>
          <p:cNvSpPr>
            <a:spLocks noGrp="1"/>
          </p:cNvSpPr>
          <p:nvPr>
            <p:ph idx="1"/>
          </p:nvPr>
        </p:nvSpPr>
        <p:spPr>
          <a:xfrm>
            <a:off x="476843" y="1419225"/>
            <a:ext cx="11241915" cy="4351338"/>
          </a:xfrm>
        </p:spPr>
        <p:txBody>
          <a:bodyPr/>
          <a:lstStyle/>
          <a:p>
            <a:r>
              <a:rPr lang="en-US" b="1" dirty="0"/>
              <a:t>Types of devices </a:t>
            </a:r>
            <a:r>
              <a:rPr lang="en-US" dirty="0"/>
              <a:t>you might find in industrial applications include the following:</a:t>
            </a:r>
          </a:p>
          <a:p>
            <a:pPr lvl="1"/>
            <a:r>
              <a:rPr lang="en-US" sz="2200" b="1" dirty="0"/>
              <a:t>Actuators</a:t>
            </a:r>
            <a:r>
              <a:rPr lang="en-US" sz="2200" dirty="0"/>
              <a:t>—a general category of output device that provides automatic movement, such as turning a valve to open or close a pipe</a:t>
            </a:r>
          </a:p>
          <a:p>
            <a:pPr lvl="1"/>
            <a:r>
              <a:rPr lang="en-US" sz="2200" b="1" dirty="0"/>
              <a:t>Electric motor</a:t>
            </a:r>
            <a:r>
              <a:rPr lang="en-US" sz="2200" dirty="0"/>
              <a:t>—rotates at a particular speed and direction in response to an electrical signal</a:t>
            </a:r>
          </a:p>
          <a:p>
            <a:pPr lvl="2"/>
            <a:r>
              <a:rPr lang="en-US" sz="2200" b="1" dirty="0"/>
              <a:t>Stepper motors </a:t>
            </a:r>
            <a:r>
              <a:rPr lang="en-US" sz="2200" dirty="0"/>
              <a:t>rotate in a series of steps, providing precise movement</a:t>
            </a:r>
          </a:p>
          <a:p>
            <a:pPr lvl="2"/>
            <a:r>
              <a:rPr lang="en-US" sz="2200" b="1" dirty="0"/>
              <a:t>Servo motors </a:t>
            </a:r>
            <a:r>
              <a:rPr lang="en-US" sz="2200" dirty="0"/>
              <a:t>provide either partial rotation or continuous rotation</a:t>
            </a:r>
          </a:p>
          <a:p>
            <a:pPr lvl="1"/>
            <a:r>
              <a:rPr lang="en-US" sz="2200" b="1" dirty="0"/>
              <a:t>Solenoid</a:t>
            </a:r>
            <a:r>
              <a:rPr lang="en-US" sz="2200" dirty="0"/>
              <a:t>—a tightly wound coil of wire that creates a strong magnetic field when electricity is applied</a:t>
            </a:r>
          </a:p>
          <a:p>
            <a:pPr lvl="1"/>
            <a:endParaRPr lang="en-US" dirty="0"/>
          </a:p>
        </p:txBody>
      </p:sp>
    </p:spTree>
    <p:extLst>
      <p:ext uri="{BB962C8B-B14F-4D97-AF65-F5344CB8AC3E}">
        <p14:creationId xmlns:p14="http://schemas.microsoft.com/office/powerpoint/2010/main" val="3358834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B6F07-5C7E-3157-49BD-3A5A47D37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F138B-1456-986C-C80B-DF3E20601157}"/>
              </a:ext>
            </a:extLst>
          </p:cNvPr>
          <p:cNvSpPr>
            <a:spLocks noGrp="1"/>
          </p:cNvSpPr>
          <p:nvPr>
            <p:ph type="title"/>
          </p:nvPr>
        </p:nvSpPr>
        <p:spPr/>
        <p:txBody>
          <a:bodyPr/>
          <a:lstStyle/>
          <a:p>
            <a:r>
              <a:rPr lang="en-US" dirty="0"/>
              <a:t>Industrial IoT Devices </a:t>
            </a:r>
            <a:r>
              <a:rPr lang="en-US" sz="2200" dirty="0"/>
              <a:t>(4 of 6)</a:t>
            </a:r>
          </a:p>
        </p:txBody>
      </p:sp>
      <p:sp>
        <p:nvSpPr>
          <p:cNvPr id="5" name="TextBox 4">
            <a:extLst>
              <a:ext uri="{FF2B5EF4-FFF2-40B4-BE49-F238E27FC236}">
                <a16:creationId xmlns:a16="http://schemas.microsoft.com/office/drawing/2014/main" id="{2D9544EB-8182-5875-E8A4-D7CF3DEBB0B9}"/>
              </a:ext>
            </a:extLst>
          </p:cNvPr>
          <p:cNvSpPr txBox="1"/>
          <p:nvPr/>
        </p:nvSpPr>
        <p:spPr>
          <a:xfrm>
            <a:off x="7272806" y="2397759"/>
            <a:ext cx="4294598" cy="830997"/>
          </a:xfrm>
          <a:prstGeom prst="rect">
            <a:avLst/>
          </a:prstGeom>
          <a:noFill/>
        </p:spPr>
        <p:txBody>
          <a:bodyPr wrap="square" rtlCol="0">
            <a:spAutoFit/>
          </a:bodyPr>
          <a:lstStyle/>
          <a:p>
            <a:r>
              <a:rPr lang="en-US" sz="2400" b="1" dirty="0">
                <a:latin typeface="Work Sans" pitchFamily="2" charset="0"/>
              </a:rPr>
              <a:t>Figure 13-8  </a:t>
            </a:r>
            <a:r>
              <a:rPr lang="en-US" sz="2400" dirty="0">
                <a:latin typeface="Work Sans" pitchFamily="2" charset="0"/>
              </a:rPr>
              <a:t>A servo motor</a:t>
            </a:r>
            <a:endParaRPr lang="en-US" altLang="zh-CN" sz="2400" dirty="0">
              <a:latin typeface="+mn-lt"/>
              <a:cs typeface="Arial" panose="020B0604020202020204" pitchFamily="34" charset="0"/>
            </a:endParaRPr>
          </a:p>
          <a:p>
            <a:endParaRPr lang="en-US" sz="2400" dirty="0">
              <a:latin typeface="Work Sans" pitchFamily="2" charset="0"/>
            </a:endParaRPr>
          </a:p>
        </p:txBody>
      </p:sp>
      <p:pic>
        <p:nvPicPr>
          <p:cNvPr id="4" name="Picture 3" descr="A Futaba S 3 0 0 3 servo motor with a rectangular casing has a label on the top surface displaying the brand name Futaba and the model number S 3 0 0 3. A four-armed servo horn with multiple holes is attached at the top center with a screw. Three wires, wrapped together in a bundle, extend from the side of the casing. The casing has two mounting tabs on the sides with holes for securing the servo in place.&#10;">
            <a:extLst>
              <a:ext uri="{FF2B5EF4-FFF2-40B4-BE49-F238E27FC236}">
                <a16:creationId xmlns:a16="http://schemas.microsoft.com/office/drawing/2014/main" id="{F6229714-433A-3974-9D29-2BDBC9B75A9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581748" y="1411134"/>
            <a:ext cx="4733452" cy="4186684"/>
          </a:xfrm>
          <a:prstGeom prst="rect">
            <a:avLst/>
          </a:prstGeom>
        </p:spPr>
      </p:pic>
    </p:spTree>
    <p:extLst>
      <p:ext uri="{BB962C8B-B14F-4D97-AF65-F5344CB8AC3E}">
        <p14:creationId xmlns:p14="http://schemas.microsoft.com/office/powerpoint/2010/main" val="40930593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38D1B-5B9B-09A6-9BDD-C526C3ED3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17FCE-EC35-7780-350A-060C6E9A1C89}"/>
              </a:ext>
            </a:extLst>
          </p:cNvPr>
          <p:cNvSpPr>
            <a:spLocks noGrp="1"/>
          </p:cNvSpPr>
          <p:nvPr>
            <p:ph type="title"/>
          </p:nvPr>
        </p:nvSpPr>
        <p:spPr/>
        <p:txBody>
          <a:bodyPr/>
          <a:lstStyle/>
          <a:p>
            <a:r>
              <a:rPr lang="en-US" dirty="0"/>
              <a:t>Industrial IoT Devices </a:t>
            </a:r>
            <a:r>
              <a:rPr lang="en-US" sz="2200" dirty="0"/>
              <a:t>(5 of 6)</a:t>
            </a:r>
          </a:p>
        </p:txBody>
      </p:sp>
      <p:sp>
        <p:nvSpPr>
          <p:cNvPr id="3" name="Content Placeholder 2">
            <a:extLst>
              <a:ext uri="{FF2B5EF4-FFF2-40B4-BE49-F238E27FC236}">
                <a16:creationId xmlns:a16="http://schemas.microsoft.com/office/drawing/2014/main" id="{4D968F45-4BA5-C897-C6E0-51CC87F1DABA}"/>
              </a:ext>
            </a:extLst>
          </p:cNvPr>
          <p:cNvSpPr>
            <a:spLocks noGrp="1"/>
          </p:cNvSpPr>
          <p:nvPr>
            <p:ph idx="1"/>
          </p:nvPr>
        </p:nvSpPr>
        <p:spPr>
          <a:xfrm>
            <a:off x="476843" y="1398905"/>
            <a:ext cx="11241915" cy="3457575"/>
          </a:xfrm>
        </p:spPr>
        <p:txBody>
          <a:bodyPr/>
          <a:lstStyle/>
          <a:p>
            <a:r>
              <a:rPr lang="en-US" b="1" dirty="0"/>
              <a:t>Types of devices </a:t>
            </a:r>
            <a:r>
              <a:rPr lang="en-US" dirty="0"/>
              <a:t>you might find in industrial applications include the following (continued):</a:t>
            </a:r>
          </a:p>
          <a:p>
            <a:pPr lvl="1"/>
            <a:r>
              <a:rPr lang="en-US" sz="2200" b="1" dirty="0"/>
              <a:t>RFID tags</a:t>
            </a:r>
            <a:r>
              <a:rPr lang="en-US" sz="2200" dirty="0"/>
              <a:t>—attached to objects and are used to identify and track the objects</a:t>
            </a:r>
          </a:p>
          <a:p>
            <a:pPr lvl="1"/>
            <a:r>
              <a:rPr lang="en-US" sz="2200" b="1" dirty="0"/>
              <a:t>PLCs</a:t>
            </a:r>
            <a:r>
              <a:rPr lang="en-US" sz="2200" dirty="0"/>
              <a:t>—programmable logic controllers</a:t>
            </a:r>
            <a:r>
              <a:rPr lang="en-US" sz="2200" b="1" dirty="0"/>
              <a:t> </a:t>
            </a:r>
            <a:r>
              <a:rPr lang="en-US" sz="2200" dirty="0"/>
              <a:t>(PLCs) are input/output controllers used in assembly lines, robotics, and automated machinery</a:t>
            </a:r>
          </a:p>
          <a:p>
            <a:pPr lvl="1"/>
            <a:r>
              <a:rPr lang="en-US" sz="2200" b="1" dirty="0"/>
              <a:t>IoT</a:t>
            </a:r>
            <a:r>
              <a:rPr lang="en-US" sz="2200" dirty="0"/>
              <a:t> </a:t>
            </a:r>
            <a:r>
              <a:rPr lang="en-US" sz="2200" b="1" dirty="0"/>
              <a:t>gateways</a:t>
            </a:r>
            <a:r>
              <a:rPr lang="en-US" sz="2200" dirty="0"/>
              <a:t>—devices that translate data coming from an IoT network to another type of network</a:t>
            </a:r>
          </a:p>
          <a:p>
            <a:endParaRPr lang="en-US" dirty="0"/>
          </a:p>
        </p:txBody>
      </p:sp>
      <p:sp>
        <p:nvSpPr>
          <p:cNvPr id="5" name="TextBox 4">
            <a:extLst>
              <a:ext uri="{FF2B5EF4-FFF2-40B4-BE49-F238E27FC236}">
                <a16:creationId xmlns:a16="http://schemas.microsoft.com/office/drawing/2014/main" id="{0101A285-E9E6-6657-83C0-C46653D36F19}"/>
              </a:ext>
            </a:extLst>
          </p:cNvPr>
          <p:cNvSpPr txBox="1"/>
          <p:nvPr/>
        </p:nvSpPr>
        <p:spPr>
          <a:xfrm>
            <a:off x="1778000" y="4971534"/>
            <a:ext cx="4927600" cy="461665"/>
          </a:xfrm>
          <a:prstGeom prst="rect">
            <a:avLst/>
          </a:prstGeom>
          <a:noFill/>
        </p:spPr>
        <p:txBody>
          <a:bodyPr wrap="square">
            <a:spAutoFit/>
          </a:bodyPr>
          <a:lstStyle/>
          <a:p>
            <a:r>
              <a:rPr lang="en-US" sz="2400">
                <a:hlinkClick r:id="rId2"/>
              </a:rPr>
              <a:t>youtube.com/watch?v=wCycn_4VEe4</a:t>
            </a:r>
            <a:endParaRPr lang="en-US" sz="2400"/>
          </a:p>
        </p:txBody>
      </p:sp>
      <p:sp>
        <p:nvSpPr>
          <p:cNvPr id="7" name="TextBox 6">
            <a:extLst>
              <a:ext uri="{FF2B5EF4-FFF2-40B4-BE49-F238E27FC236}">
                <a16:creationId xmlns:a16="http://schemas.microsoft.com/office/drawing/2014/main" id="{FACBD2F7-E6C1-3A95-94B2-1E687B93AA1B}"/>
              </a:ext>
            </a:extLst>
          </p:cNvPr>
          <p:cNvSpPr txBox="1"/>
          <p:nvPr/>
        </p:nvSpPr>
        <p:spPr>
          <a:xfrm>
            <a:off x="5791200" y="5412808"/>
            <a:ext cx="2692400" cy="369332"/>
          </a:xfrm>
          <a:prstGeom prst="rect">
            <a:avLst/>
          </a:prstGeom>
          <a:noFill/>
        </p:spPr>
        <p:txBody>
          <a:bodyPr wrap="square">
            <a:spAutoFit/>
          </a:bodyPr>
          <a:lstStyle/>
          <a:p>
            <a:r>
              <a:rPr lang="en-US" sz="1800"/>
              <a:t>Buildings &amp; IoT – friends?</a:t>
            </a:r>
            <a:endParaRPr lang="en-US"/>
          </a:p>
        </p:txBody>
      </p:sp>
    </p:spTree>
    <p:extLst>
      <p:ext uri="{BB962C8B-B14F-4D97-AF65-F5344CB8AC3E}">
        <p14:creationId xmlns:p14="http://schemas.microsoft.com/office/powerpoint/2010/main" val="3075041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C8377-DBA0-6B97-8C62-F56BA317A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23973-4240-71CE-F48A-14C1B2AC2EC0}"/>
              </a:ext>
            </a:extLst>
          </p:cNvPr>
          <p:cNvSpPr>
            <a:spLocks noGrp="1"/>
          </p:cNvSpPr>
          <p:nvPr>
            <p:ph type="title"/>
          </p:nvPr>
        </p:nvSpPr>
        <p:spPr/>
        <p:txBody>
          <a:bodyPr/>
          <a:lstStyle/>
          <a:p>
            <a:r>
              <a:rPr lang="en-US" dirty="0"/>
              <a:t>Industrial IoT Devices </a:t>
            </a:r>
            <a:r>
              <a:rPr lang="en-US" sz="2200" dirty="0"/>
              <a:t>(6 of 6)</a:t>
            </a:r>
          </a:p>
        </p:txBody>
      </p:sp>
      <p:sp>
        <p:nvSpPr>
          <p:cNvPr id="5" name="TextBox 4">
            <a:extLst>
              <a:ext uri="{FF2B5EF4-FFF2-40B4-BE49-F238E27FC236}">
                <a16:creationId xmlns:a16="http://schemas.microsoft.com/office/drawing/2014/main" id="{4CCACC51-83C0-92BE-EB57-60762884949B}"/>
              </a:ext>
            </a:extLst>
          </p:cNvPr>
          <p:cNvSpPr txBox="1"/>
          <p:nvPr/>
        </p:nvSpPr>
        <p:spPr>
          <a:xfrm>
            <a:off x="7315200" y="2826932"/>
            <a:ext cx="4294598" cy="830997"/>
          </a:xfrm>
          <a:prstGeom prst="rect">
            <a:avLst/>
          </a:prstGeom>
          <a:noFill/>
        </p:spPr>
        <p:txBody>
          <a:bodyPr wrap="square" rtlCol="0">
            <a:spAutoFit/>
          </a:bodyPr>
          <a:lstStyle/>
          <a:p>
            <a:r>
              <a:rPr lang="en-US" sz="2400" b="1" dirty="0">
                <a:latin typeface="Work Sans" pitchFamily="2" charset="0"/>
              </a:rPr>
              <a:t>Figure 13-9  </a:t>
            </a:r>
            <a:r>
              <a:rPr lang="en-US" sz="2400" dirty="0">
                <a:latin typeface="Work Sans" pitchFamily="2" charset="0"/>
              </a:rPr>
              <a:t>An IoT-enabled PLC</a:t>
            </a:r>
          </a:p>
        </p:txBody>
      </p:sp>
      <p:pic>
        <p:nvPicPr>
          <p:cNvPr id="4" name="Picture 3" descr="A Rockwell Automation Allen-Bradley Micro 800 Programmable Logic Controller with a curved casing is mounted on a D I N rail. The top surface has a label displaying the brand name and model information. On the front panel, terminal blocks are arranged vertically with labeled connections. Below them, terminal connectors with locking mechanisms are present. The left side has additional connectors for input and output expansion. The DIN rail beneath the unit supports secure mounting.&#10;">
            <a:extLst>
              <a:ext uri="{FF2B5EF4-FFF2-40B4-BE49-F238E27FC236}">
                <a16:creationId xmlns:a16="http://schemas.microsoft.com/office/drawing/2014/main" id="{09AC7382-0471-0C21-9CE3-FEF1888576D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761872" y="1323810"/>
            <a:ext cx="4543168" cy="4038259"/>
          </a:xfrm>
          <a:prstGeom prst="rect">
            <a:avLst/>
          </a:prstGeom>
        </p:spPr>
      </p:pic>
    </p:spTree>
    <p:extLst>
      <p:ext uri="{BB962C8B-B14F-4D97-AF65-F5344CB8AC3E}">
        <p14:creationId xmlns:p14="http://schemas.microsoft.com/office/powerpoint/2010/main" val="2938829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B0D98-52B6-27F6-02C7-F177CFDC83DF}"/>
              </a:ext>
            </a:extLst>
          </p:cNvPr>
          <p:cNvSpPr>
            <a:spLocks noGrp="1"/>
          </p:cNvSpPr>
          <p:nvPr>
            <p:ph type="title"/>
          </p:nvPr>
        </p:nvSpPr>
        <p:spPr/>
        <p:txBody>
          <a:bodyPr/>
          <a:lstStyle/>
          <a:p>
            <a:r>
              <a:rPr lang="en-US" dirty="0"/>
              <a:t>DIY IoT </a:t>
            </a:r>
            <a:r>
              <a:rPr lang="en-US" sz="2200" dirty="0"/>
              <a:t>(1 of 3)</a:t>
            </a:r>
          </a:p>
        </p:txBody>
      </p:sp>
      <p:sp>
        <p:nvSpPr>
          <p:cNvPr id="3" name="Content Placeholder 2">
            <a:extLst>
              <a:ext uri="{FF2B5EF4-FFF2-40B4-BE49-F238E27FC236}">
                <a16:creationId xmlns:a16="http://schemas.microsoft.com/office/drawing/2014/main" id="{92DA6D43-8A67-FA1D-B25F-94F8C26B8044}"/>
              </a:ext>
            </a:extLst>
          </p:cNvPr>
          <p:cNvSpPr>
            <a:spLocks noGrp="1"/>
          </p:cNvSpPr>
          <p:nvPr>
            <p:ph idx="1"/>
          </p:nvPr>
        </p:nvSpPr>
        <p:spPr>
          <a:xfrm>
            <a:off x="476843" y="1551305"/>
            <a:ext cx="11241915" cy="2586355"/>
          </a:xfrm>
        </p:spPr>
        <p:txBody>
          <a:bodyPr/>
          <a:lstStyle/>
          <a:p>
            <a:r>
              <a:rPr lang="en-US" dirty="0"/>
              <a:t>Examples of </a:t>
            </a:r>
            <a:r>
              <a:rPr lang="en-US" b="1" dirty="0"/>
              <a:t>DIY IoT</a:t>
            </a:r>
            <a:r>
              <a:rPr lang="en-US" dirty="0"/>
              <a:t>:</a:t>
            </a:r>
          </a:p>
          <a:p>
            <a:pPr lvl="1"/>
            <a:r>
              <a:rPr lang="en-US" dirty="0"/>
              <a:t>Studying changes in rock </a:t>
            </a:r>
            <a:r>
              <a:rPr lang="en-US" b="1" dirty="0"/>
              <a:t>density</a:t>
            </a:r>
            <a:r>
              <a:rPr lang="en-US" dirty="0"/>
              <a:t> due to atmospheric conditions</a:t>
            </a:r>
          </a:p>
          <a:p>
            <a:pPr lvl="1"/>
            <a:r>
              <a:rPr lang="en-US" b="1" dirty="0"/>
              <a:t>Measuring</a:t>
            </a:r>
            <a:r>
              <a:rPr lang="en-US" dirty="0"/>
              <a:t> how many hours of direct sunlight your plants are getting</a:t>
            </a:r>
          </a:p>
          <a:p>
            <a:pPr lvl="1"/>
            <a:r>
              <a:rPr lang="en-US" dirty="0"/>
              <a:t>Creating a wildlife </a:t>
            </a:r>
            <a:r>
              <a:rPr lang="en-US" b="1" dirty="0"/>
              <a:t>detection</a:t>
            </a:r>
            <a:r>
              <a:rPr lang="en-US" dirty="0"/>
              <a:t> and alarm system</a:t>
            </a:r>
          </a:p>
          <a:p>
            <a:endParaRPr lang="en-US" dirty="0"/>
          </a:p>
        </p:txBody>
      </p:sp>
      <p:sp>
        <p:nvSpPr>
          <p:cNvPr id="5" name="TextBox 4">
            <a:extLst>
              <a:ext uri="{FF2B5EF4-FFF2-40B4-BE49-F238E27FC236}">
                <a16:creationId xmlns:a16="http://schemas.microsoft.com/office/drawing/2014/main" id="{7710A318-4ADF-11C4-1275-02E9B2AC64CF}"/>
              </a:ext>
            </a:extLst>
          </p:cNvPr>
          <p:cNvSpPr txBox="1"/>
          <p:nvPr/>
        </p:nvSpPr>
        <p:spPr>
          <a:xfrm>
            <a:off x="101600" y="62591"/>
            <a:ext cx="1219200" cy="584775"/>
          </a:xfrm>
          <a:prstGeom prst="rect">
            <a:avLst/>
          </a:prstGeom>
          <a:noFill/>
        </p:spPr>
        <p:txBody>
          <a:bodyPr wrap="square">
            <a:spAutoFit/>
          </a:bodyPr>
          <a:lstStyle/>
          <a:p>
            <a:r>
              <a:rPr lang="en-US" sz="3200" b="1">
                <a:solidFill>
                  <a:srgbClr val="000000"/>
                </a:solidFill>
              </a:rPr>
              <a:t>Part 2</a:t>
            </a:r>
            <a:endParaRPr lang="en-US" sz="3200">
              <a:solidFill>
                <a:srgbClr val="000000"/>
              </a:solidFill>
            </a:endParaRPr>
          </a:p>
        </p:txBody>
      </p:sp>
      <p:sp>
        <p:nvSpPr>
          <p:cNvPr id="6" name="TextBox 5">
            <a:extLst>
              <a:ext uri="{FF2B5EF4-FFF2-40B4-BE49-F238E27FC236}">
                <a16:creationId xmlns:a16="http://schemas.microsoft.com/office/drawing/2014/main" id="{5F1919A5-ACA6-486F-AE3E-2899484A64F9}"/>
              </a:ext>
            </a:extLst>
          </p:cNvPr>
          <p:cNvSpPr txBox="1"/>
          <p:nvPr/>
        </p:nvSpPr>
        <p:spPr>
          <a:xfrm>
            <a:off x="3007995" y="4137660"/>
            <a:ext cx="6122670" cy="461665"/>
          </a:xfrm>
          <a:prstGeom prst="rect">
            <a:avLst/>
          </a:prstGeom>
          <a:noFill/>
        </p:spPr>
        <p:txBody>
          <a:bodyPr wrap="square">
            <a:spAutoFit/>
          </a:bodyPr>
          <a:lstStyle/>
          <a:p>
            <a:r>
              <a:rPr lang="en-US" sz="2400" dirty="0">
                <a:hlinkClick r:id="rId2"/>
              </a:rPr>
              <a:t>youtube.com/watch?v=dVG8W-0p6vg</a:t>
            </a:r>
            <a:endParaRPr lang="en-US" sz="2400" dirty="0"/>
          </a:p>
        </p:txBody>
      </p:sp>
      <p:sp>
        <p:nvSpPr>
          <p:cNvPr id="8" name="TextBox 7">
            <a:extLst>
              <a:ext uri="{FF2B5EF4-FFF2-40B4-BE49-F238E27FC236}">
                <a16:creationId xmlns:a16="http://schemas.microsoft.com/office/drawing/2014/main" id="{9B4D2573-ACA2-45F8-8DE2-1E7231F365B6}"/>
              </a:ext>
            </a:extLst>
          </p:cNvPr>
          <p:cNvSpPr txBox="1"/>
          <p:nvPr/>
        </p:nvSpPr>
        <p:spPr>
          <a:xfrm>
            <a:off x="3137535" y="4712153"/>
            <a:ext cx="5694045" cy="338554"/>
          </a:xfrm>
          <a:prstGeom prst="rect">
            <a:avLst/>
          </a:prstGeom>
          <a:noFill/>
        </p:spPr>
        <p:txBody>
          <a:bodyPr wrap="square">
            <a:spAutoFit/>
          </a:bodyPr>
          <a:lstStyle/>
          <a:p>
            <a:r>
              <a:rPr lang="en-US" sz="1600" b="1" i="0" dirty="0">
                <a:solidFill>
                  <a:srgbClr val="0F0F0F"/>
                </a:solidFill>
                <a:effectLst/>
                <a:latin typeface="Roboto" panose="02000000000000000000" pitchFamily="2" charset="0"/>
              </a:rPr>
              <a:t>Tech Promised Everything. Did it deliver?  - </a:t>
            </a:r>
            <a:r>
              <a:rPr lang="en-US" sz="1600" i="0" dirty="0">
                <a:solidFill>
                  <a:srgbClr val="0F0F0F"/>
                </a:solidFill>
                <a:effectLst/>
                <a:latin typeface="Roboto" panose="02000000000000000000" pitchFamily="2" charset="0"/>
              </a:rPr>
              <a:t>July 2025</a:t>
            </a:r>
          </a:p>
        </p:txBody>
      </p:sp>
    </p:spTree>
    <p:extLst>
      <p:ext uri="{BB962C8B-B14F-4D97-AF65-F5344CB8AC3E}">
        <p14:creationId xmlns:p14="http://schemas.microsoft.com/office/powerpoint/2010/main" val="3489622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8FDD9-020D-F215-D6D4-744CF4C44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11997-E8C6-9502-C38F-07537DF09A15}"/>
              </a:ext>
            </a:extLst>
          </p:cNvPr>
          <p:cNvSpPr>
            <a:spLocks noGrp="1"/>
          </p:cNvSpPr>
          <p:nvPr>
            <p:ph type="title"/>
          </p:nvPr>
        </p:nvSpPr>
        <p:spPr/>
        <p:txBody>
          <a:bodyPr/>
          <a:lstStyle/>
          <a:p>
            <a:r>
              <a:rPr lang="en-US" dirty="0"/>
              <a:t>DIY IoT </a:t>
            </a:r>
            <a:r>
              <a:rPr lang="en-US" sz="2200" dirty="0"/>
              <a:t>(2 of 3)</a:t>
            </a:r>
          </a:p>
        </p:txBody>
      </p:sp>
      <p:sp>
        <p:nvSpPr>
          <p:cNvPr id="5" name="TextBox 4">
            <a:extLst>
              <a:ext uri="{FF2B5EF4-FFF2-40B4-BE49-F238E27FC236}">
                <a16:creationId xmlns:a16="http://schemas.microsoft.com/office/drawing/2014/main" id="{15499E32-3313-5A27-7C62-C42B0A9389D5}"/>
              </a:ext>
            </a:extLst>
          </p:cNvPr>
          <p:cNvSpPr txBox="1"/>
          <p:nvPr/>
        </p:nvSpPr>
        <p:spPr>
          <a:xfrm>
            <a:off x="7315200" y="2837207"/>
            <a:ext cx="4294598" cy="830997"/>
          </a:xfrm>
          <a:prstGeom prst="rect">
            <a:avLst/>
          </a:prstGeom>
          <a:noFill/>
        </p:spPr>
        <p:txBody>
          <a:bodyPr wrap="square" rtlCol="0">
            <a:spAutoFit/>
          </a:bodyPr>
          <a:lstStyle/>
          <a:p>
            <a:r>
              <a:rPr lang="en-US" sz="2400" b="1" dirty="0">
                <a:latin typeface="Work Sans" pitchFamily="2" charset="0"/>
              </a:rPr>
              <a:t>Figure 13-10  </a:t>
            </a:r>
            <a:r>
              <a:rPr lang="en-US" sz="2400" dirty="0">
                <a:latin typeface="Work Sans" pitchFamily="2" charset="0"/>
              </a:rPr>
              <a:t>A sunlight detection IoT device</a:t>
            </a:r>
          </a:p>
        </p:txBody>
      </p:sp>
      <p:pic>
        <p:nvPicPr>
          <p:cNvPr id="4" name="Picture 3" descr="A breadboard-based I o T sunlight detection device features an Arduino Nano microcontroller with multiple wires connected to its pins. A four-digit seven-segment display module is positioned at the top, connected through jumper wires. A photoresistor is placed on the breadboard alongside a resistor. Several jumper wires interconnect the components for signal transmission and power.&#10;">
            <a:extLst>
              <a:ext uri="{FF2B5EF4-FFF2-40B4-BE49-F238E27FC236}">
                <a16:creationId xmlns:a16="http://schemas.microsoft.com/office/drawing/2014/main" id="{08CF7A73-06E2-EBCE-163E-9906AD23211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71841" y="1253318"/>
            <a:ext cx="5704879" cy="4292273"/>
          </a:xfrm>
          <a:prstGeom prst="rect">
            <a:avLst/>
          </a:prstGeom>
        </p:spPr>
      </p:pic>
    </p:spTree>
    <p:extLst>
      <p:ext uri="{BB962C8B-B14F-4D97-AF65-F5344CB8AC3E}">
        <p14:creationId xmlns:p14="http://schemas.microsoft.com/office/powerpoint/2010/main" val="3137131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D70ED-9A72-C7CE-2184-573699A98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8C304-2B79-C1D0-5C40-CA3B29FFDAD4}"/>
              </a:ext>
            </a:extLst>
          </p:cNvPr>
          <p:cNvSpPr>
            <a:spLocks noGrp="1"/>
          </p:cNvSpPr>
          <p:nvPr>
            <p:ph type="title"/>
          </p:nvPr>
        </p:nvSpPr>
        <p:spPr/>
        <p:txBody>
          <a:bodyPr/>
          <a:lstStyle/>
          <a:p>
            <a:r>
              <a:rPr lang="en-US" dirty="0"/>
              <a:t>DIY IoT </a:t>
            </a:r>
            <a:r>
              <a:rPr lang="en-US" sz="2200" dirty="0"/>
              <a:t>(3 of 3)</a:t>
            </a:r>
          </a:p>
        </p:txBody>
      </p:sp>
      <p:sp>
        <p:nvSpPr>
          <p:cNvPr id="5" name="TextBox 4">
            <a:extLst>
              <a:ext uri="{FF2B5EF4-FFF2-40B4-BE49-F238E27FC236}">
                <a16:creationId xmlns:a16="http://schemas.microsoft.com/office/drawing/2014/main" id="{11318ECA-021E-2464-DEC2-44A870EF0C0C}"/>
              </a:ext>
            </a:extLst>
          </p:cNvPr>
          <p:cNvSpPr txBox="1"/>
          <p:nvPr/>
        </p:nvSpPr>
        <p:spPr>
          <a:xfrm>
            <a:off x="6495856" y="2189935"/>
            <a:ext cx="5113942" cy="1569660"/>
          </a:xfrm>
          <a:prstGeom prst="rect">
            <a:avLst/>
          </a:prstGeom>
          <a:noFill/>
        </p:spPr>
        <p:txBody>
          <a:bodyPr wrap="square" rtlCol="0">
            <a:spAutoFit/>
          </a:bodyPr>
          <a:lstStyle/>
          <a:p>
            <a:r>
              <a:rPr lang="en-US" sz="2400" b="1" dirty="0">
                <a:latin typeface="Work Sans" pitchFamily="2" charset="0"/>
              </a:rPr>
              <a:t>Figure 13-11  </a:t>
            </a:r>
            <a:r>
              <a:rPr lang="en-US" sz="2400" dirty="0">
                <a:latin typeface="Work Sans" pitchFamily="2" charset="0"/>
              </a:rPr>
              <a:t>A wildlife detection and alarm IoT device</a:t>
            </a:r>
            <a:endParaRPr lang="en-US" altLang="zh-CN" sz="2400" dirty="0">
              <a:latin typeface="+mn-lt"/>
              <a:cs typeface="Arial" panose="020B0604020202020204" pitchFamily="34" charset="0"/>
            </a:endParaRPr>
          </a:p>
          <a:p>
            <a:endParaRPr lang="en-US" altLang="zh-CN" sz="2400" dirty="0">
              <a:latin typeface="+mn-lt"/>
              <a:cs typeface="Arial" panose="020B0604020202020204" pitchFamily="34" charset="0"/>
            </a:endParaRPr>
          </a:p>
          <a:p>
            <a:endParaRPr lang="en-US" sz="2400" dirty="0">
              <a:latin typeface="Work Sans" pitchFamily="2" charset="0"/>
            </a:endParaRPr>
          </a:p>
        </p:txBody>
      </p:sp>
      <p:pic>
        <p:nvPicPr>
          <p:cNvPr id="4" name="Picture 3" descr="A wildlife detection and alarm I o T device is enclosed in a translucent plastic container with internal electronic components visible. A passive infrared motion sensor is positioned on one side. A central L E D light is present, flanked by two indicator L E Ds. Various internal wiring and circuit components are partially visible through the casing.&#10;">
            <a:extLst>
              <a:ext uri="{FF2B5EF4-FFF2-40B4-BE49-F238E27FC236}">
                <a16:creationId xmlns:a16="http://schemas.microsoft.com/office/drawing/2014/main" id="{A9B30B0A-040B-24F6-8847-EC4B717D6B4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3979" y="1205378"/>
            <a:ext cx="5564741" cy="4186060"/>
          </a:xfrm>
          <a:prstGeom prst="rect">
            <a:avLst/>
          </a:prstGeom>
        </p:spPr>
      </p:pic>
    </p:spTree>
    <p:extLst>
      <p:ext uri="{BB962C8B-B14F-4D97-AF65-F5344CB8AC3E}">
        <p14:creationId xmlns:p14="http://schemas.microsoft.com/office/powerpoint/2010/main" val="333488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CC268-7670-5BE5-EE88-0C5DDD56DA5A}"/>
              </a:ext>
            </a:extLst>
          </p:cNvPr>
          <p:cNvSpPr>
            <a:spLocks noGrp="1"/>
          </p:cNvSpPr>
          <p:nvPr>
            <p:ph type="title"/>
          </p:nvPr>
        </p:nvSpPr>
        <p:spPr/>
        <p:txBody>
          <a:bodyPr/>
          <a:lstStyle/>
          <a:p>
            <a:r>
              <a:rPr lang="en-US" dirty="0"/>
              <a:t>Getting Started with IoT </a:t>
            </a:r>
            <a:r>
              <a:rPr lang="en-US" sz="2400" dirty="0"/>
              <a:t>(1 of 6)</a:t>
            </a:r>
          </a:p>
        </p:txBody>
      </p:sp>
      <p:sp>
        <p:nvSpPr>
          <p:cNvPr id="3" name="Content Placeholder 2">
            <a:extLst>
              <a:ext uri="{FF2B5EF4-FFF2-40B4-BE49-F238E27FC236}">
                <a16:creationId xmlns:a16="http://schemas.microsoft.com/office/drawing/2014/main" id="{5CAE943F-9D4C-ED26-3094-321F58235069}"/>
              </a:ext>
            </a:extLst>
          </p:cNvPr>
          <p:cNvSpPr>
            <a:spLocks noGrp="1"/>
          </p:cNvSpPr>
          <p:nvPr>
            <p:ph idx="1"/>
          </p:nvPr>
        </p:nvSpPr>
        <p:spPr>
          <a:xfrm>
            <a:off x="476843" y="1530985"/>
            <a:ext cx="11241915" cy="4092575"/>
          </a:xfrm>
        </p:spPr>
        <p:txBody>
          <a:bodyPr/>
          <a:lstStyle/>
          <a:p>
            <a:r>
              <a:rPr lang="en-US" b="1" dirty="0"/>
              <a:t>Companies</a:t>
            </a:r>
            <a:r>
              <a:rPr lang="en-US" dirty="0"/>
              <a:t> that cater to the DIY crowd:</a:t>
            </a:r>
          </a:p>
          <a:p>
            <a:pPr lvl="1"/>
            <a:r>
              <a:rPr lang="en-US" sz="2200" b="1" dirty="0"/>
              <a:t>Sparkfun</a:t>
            </a:r>
            <a:r>
              <a:rPr lang="en-US" sz="2200" dirty="0"/>
              <a:t>—</a:t>
            </a:r>
            <a:r>
              <a:rPr lang="en-US" sz="2200" dirty="0">
                <a:hlinkClick r:id="rId2"/>
              </a:rPr>
              <a:t>www.sparkfun.com</a:t>
            </a:r>
            <a:endParaRPr lang="en-US" sz="2200" dirty="0"/>
          </a:p>
          <a:p>
            <a:pPr lvl="1"/>
            <a:r>
              <a:rPr lang="en-US" sz="2200" b="1" dirty="0"/>
              <a:t>Adafruit</a:t>
            </a:r>
            <a:r>
              <a:rPr lang="en-US" sz="2200" dirty="0"/>
              <a:t>—</a:t>
            </a:r>
            <a:r>
              <a:rPr lang="en-US" sz="2200" dirty="0">
                <a:hlinkClick r:id="rId3"/>
              </a:rPr>
              <a:t>www.adafruit.com</a:t>
            </a:r>
            <a:endParaRPr lang="en-US" sz="2200" dirty="0"/>
          </a:p>
          <a:p>
            <a:r>
              <a:rPr lang="en-US" dirty="0"/>
              <a:t>Sparkfun partners with educational institutions to offer webinars, curricula, instructor training, and </a:t>
            </a:r>
            <a:r>
              <a:rPr lang="en-US" b="1" dirty="0"/>
              <a:t>lab kits</a:t>
            </a:r>
          </a:p>
          <a:p>
            <a:r>
              <a:rPr lang="en-US" b="1" dirty="0"/>
              <a:t>Tinkercad</a:t>
            </a:r>
            <a:r>
              <a:rPr lang="en-US" dirty="0"/>
              <a:t> from </a:t>
            </a:r>
            <a:r>
              <a:rPr lang="en-US" b="1" dirty="0"/>
              <a:t>Autodesk</a:t>
            </a:r>
            <a:r>
              <a:rPr lang="en-US" dirty="0"/>
              <a:t> allows you to start experimenting with </a:t>
            </a:r>
            <a:r>
              <a:rPr lang="en-US" b="1" dirty="0"/>
              <a:t>IoT</a:t>
            </a:r>
            <a:r>
              <a:rPr lang="en-US" dirty="0"/>
              <a:t> without any investment in hardware or equipment by using an online circuit simulator</a:t>
            </a:r>
          </a:p>
          <a:p>
            <a:endParaRPr lang="en-US" dirty="0"/>
          </a:p>
        </p:txBody>
      </p:sp>
    </p:spTree>
    <p:extLst>
      <p:ext uri="{BB962C8B-B14F-4D97-AF65-F5344CB8AC3E}">
        <p14:creationId xmlns:p14="http://schemas.microsoft.com/office/powerpoint/2010/main" val="34482959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20302-7574-607C-1CBC-0ACB53FDA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E8841-AF26-92EC-4BEB-9CB0830108D5}"/>
              </a:ext>
            </a:extLst>
          </p:cNvPr>
          <p:cNvSpPr>
            <a:spLocks noGrp="1"/>
          </p:cNvSpPr>
          <p:nvPr>
            <p:ph type="title"/>
          </p:nvPr>
        </p:nvSpPr>
        <p:spPr/>
        <p:txBody>
          <a:bodyPr/>
          <a:lstStyle/>
          <a:p>
            <a:r>
              <a:rPr lang="en-US" dirty="0"/>
              <a:t>Getting Started with IoT </a:t>
            </a:r>
            <a:r>
              <a:rPr lang="en-US" sz="2400" dirty="0"/>
              <a:t>(2 of 6)</a:t>
            </a:r>
          </a:p>
        </p:txBody>
      </p:sp>
      <p:sp>
        <p:nvSpPr>
          <p:cNvPr id="5" name="TextBox 4">
            <a:extLst>
              <a:ext uri="{FF2B5EF4-FFF2-40B4-BE49-F238E27FC236}">
                <a16:creationId xmlns:a16="http://schemas.microsoft.com/office/drawing/2014/main" id="{CE398A24-65F0-6300-0093-8E9C07E954F0}"/>
              </a:ext>
            </a:extLst>
          </p:cNvPr>
          <p:cNvSpPr txBox="1"/>
          <p:nvPr/>
        </p:nvSpPr>
        <p:spPr>
          <a:xfrm>
            <a:off x="7099443" y="2755013"/>
            <a:ext cx="4510355" cy="830997"/>
          </a:xfrm>
          <a:prstGeom prst="rect">
            <a:avLst/>
          </a:prstGeom>
          <a:noFill/>
        </p:spPr>
        <p:txBody>
          <a:bodyPr wrap="square" rtlCol="0">
            <a:spAutoFit/>
          </a:bodyPr>
          <a:lstStyle/>
          <a:p>
            <a:r>
              <a:rPr lang="en-US" sz="2400" b="1" dirty="0">
                <a:latin typeface="Work Sans" pitchFamily="2" charset="0"/>
              </a:rPr>
              <a:t>Figure 13-12  </a:t>
            </a:r>
            <a:r>
              <a:rPr lang="en-US" sz="2400" dirty="0">
                <a:latin typeface="Work Sans" pitchFamily="2" charset="0"/>
              </a:rPr>
              <a:t>A circuit in Tinkercad</a:t>
            </a:r>
          </a:p>
        </p:txBody>
      </p:sp>
      <p:pic>
        <p:nvPicPr>
          <p:cNvPr id="4" name="Picture 3" descr="A screenshot of a Tinkercad simulation displays an Arduino Uno connected to a breadboard. The breadboard includes a photoresistor and a buzzer, with jumper wires linking them to the Arduino. On the right, the code editor contains an Arduino sketch defining pins for the photoresistor and buzzer. The code reads light levels, maps values, and controls the buzzer based on light intensity. A Start Simulation button is present at the top.&#10;">
            <a:extLst>
              <a:ext uri="{FF2B5EF4-FFF2-40B4-BE49-F238E27FC236}">
                <a16:creationId xmlns:a16="http://schemas.microsoft.com/office/drawing/2014/main" id="{07019F59-E777-BE67-E54F-DC8F2C80028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21373" y="1538193"/>
            <a:ext cx="5678867" cy="4269537"/>
          </a:xfrm>
          <a:prstGeom prst="rect">
            <a:avLst/>
          </a:prstGeom>
        </p:spPr>
      </p:pic>
    </p:spTree>
    <p:extLst>
      <p:ext uri="{BB962C8B-B14F-4D97-AF65-F5344CB8AC3E}">
        <p14:creationId xmlns:p14="http://schemas.microsoft.com/office/powerpoint/2010/main" val="1773535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FD255-3795-74BA-BA71-B1F87D5E2069}"/>
              </a:ext>
            </a:extLst>
          </p:cNvPr>
          <p:cNvSpPr>
            <a:spLocks noGrp="1"/>
          </p:cNvSpPr>
          <p:nvPr>
            <p:ph type="title"/>
          </p:nvPr>
        </p:nvSpPr>
        <p:spPr/>
        <p:txBody>
          <a:bodyPr/>
          <a:lstStyle/>
          <a:p>
            <a:r>
              <a:rPr lang="en-US" dirty="0"/>
              <a:t>Getting Started with IoT </a:t>
            </a:r>
            <a:r>
              <a:rPr lang="en-US" sz="2400" dirty="0"/>
              <a:t>(3 of 6)</a:t>
            </a:r>
          </a:p>
        </p:txBody>
      </p:sp>
      <p:sp>
        <p:nvSpPr>
          <p:cNvPr id="3" name="Content Placeholder 2">
            <a:extLst>
              <a:ext uri="{FF2B5EF4-FFF2-40B4-BE49-F238E27FC236}">
                <a16:creationId xmlns:a16="http://schemas.microsoft.com/office/drawing/2014/main" id="{557C9623-7D5A-83DD-3881-EB0625997731}"/>
              </a:ext>
            </a:extLst>
          </p:cNvPr>
          <p:cNvSpPr>
            <a:spLocks noGrp="1"/>
          </p:cNvSpPr>
          <p:nvPr>
            <p:ph idx="1"/>
          </p:nvPr>
        </p:nvSpPr>
        <p:spPr/>
        <p:txBody>
          <a:bodyPr/>
          <a:lstStyle/>
          <a:p>
            <a:r>
              <a:rPr lang="en-US" dirty="0"/>
              <a:t>The following is a list of items you’ll likely need to get started with </a:t>
            </a:r>
            <a:r>
              <a:rPr lang="en-US" b="1" dirty="0"/>
              <a:t>IoT</a:t>
            </a:r>
            <a:r>
              <a:rPr lang="en-US" dirty="0"/>
              <a:t>:</a:t>
            </a:r>
          </a:p>
          <a:p>
            <a:pPr lvl="1"/>
            <a:r>
              <a:rPr lang="en-US" sz="2200" dirty="0"/>
              <a:t>Microcontroller </a:t>
            </a:r>
            <a:r>
              <a:rPr lang="en-US" sz="2200" b="1" dirty="0"/>
              <a:t>development board</a:t>
            </a:r>
          </a:p>
          <a:p>
            <a:pPr lvl="1"/>
            <a:r>
              <a:rPr lang="en-US" sz="2200" b="1" dirty="0"/>
              <a:t>Solderless breadboard</a:t>
            </a:r>
            <a:r>
              <a:rPr lang="en-US" sz="2200" dirty="0"/>
              <a:t>—a development tool into which you plug components, giving you access to the computer’s input and output lines</a:t>
            </a:r>
          </a:p>
          <a:p>
            <a:pPr lvl="1"/>
            <a:r>
              <a:rPr lang="en-US" sz="2200" dirty="0"/>
              <a:t>Sensors—common sensors include LDRs, PIRs, temperature sensors, accelerometers, infrared receivers, force sensors, and audio sensors</a:t>
            </a:r>
          </a:p>
          <a:p>
            <a:pPr lvl="1"/>
            <a:r>
              <a:rPr lang="en-US" sz="2200" dirty="0"/>
              <a:t>LEDs—</a:t>
            </a:r>
            <a:r>
              <a:rPr lang="en-US" sz="2200" b="1" dirty="0"/>
              <a:t>light-emitting diodes </a:t>
            </a:r>
            <a:r>
              <a:rPr lang="en-US" sz="2200" dirty="0"/>
              <a:t>(</a:t>
            </a:r>
            <a:r>
              <a:rPr lang="en-US" sz="2200" b="1" dirty="0"/>
              <a:t>LEDs</a:t>
            </a:r>
            <a:r>
              <a:rPr lang="en-US" sz="2200" dirty="0"/>
              <a:t>) are small electronic devices that emit light when an electrical current is applied</a:t>
            </a:r>
          </a:p>
          <a:p>
            <a:pPr lvl="2"/>
            <a:r>
              <a:rPr lang="en-US" sz="2200" dirty="0"/>
              <a:t>LEDs are used as indicator lights</a:t>
            </a:r>
          </a:p>
          <a:p>
            <a:endParaRPr lang="en-US" dirty="0"/>
          </a:p>
        </p:txBody>
      </p:sp>
    </p:spTree>
    <p:extLst>
      <p:ext uri="{BB962C8B-B14F-4D97-AF65-F5344CB8AC3E}">
        <p14:creationId xmlns:p14="http://schemas.microsoft.com/office/powerpoint/2010/main" val="3620263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87071-3E10-D2C0-4C7D-3AB7FB591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E37B2-CFF8-A781-08F0-F38D96CAD10F}"/>
              </a:ext>
            </a:extLst>
          </p:cNvPr>
          <p:cNvSpPr>
            <a:spLocks noGrp="1"/>
          </p:cNvSpPr>
          <p:nvPr>
            <p:ph type="title"/>
          </p:nvPr>
        </p:nvSpPr>
        <p:spPr/>
        <p:txBody>
          <a:bodyPr/>
          <a:lstStyle/>
          <a:p>
            <a:r>
              <a:rPr lang="en-US" dirty="0"/>
              <a:t>Getting Started with IoT </a:t>
            </a:r>
            <a:r>
              <a:rPr lang="en-US" sz="2400" dirty="0"/>
              <a:t>(4 of 6)</a:t>
            </a:r>
          </a:p>
        </p:txBody>
      </p:sp>
      <p:sp>
        <p:nvSpPr>
          <p:cNvPr id="5" name="TextBox 4">
            <a:extLst>
              <a:ext uri="{FF2B5EF4-FFF2-40B4-BE49-F238E27FC236}">
                <a16:creationId xmlns:a16="http://schemas.microsoft.com/office/drawing/2014/main" id="{2CE7A042-B9DF-D6A9-4A39-DFF504F52235}"/>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13-13  </a:t>
            </a:r>
            <a:r>
              <a:rPr lang="en-US" sz="2400" dirty="0">
                <a:latin typeface="Work Sans" pitchFamily="2" charset="0"/>
              </a:rPr>
              <a:t>An Arduino Uno</a:t>
            </a:r>
          </a:p>
        </p:txBody>
      </p:sp>
      <p:pic>
        <p:nvPicPr>
          <p:cNvPr id="4" name="Picture 3" descr="An Arduino Uno microcontroller board features a rectangular P C B with an A T mega 3 2 8 P microcontroller at the center. A U S B Type-B port is positioned on the left for programming and power. A barrel jack connector is next to it for external power input. Along the top edge, digital input and output pins are numbered, including P W M-capable pins. The lower edge contains analog input pins. A crystal oscillator, voltage regulator, and power pins ground and VIN are present. The board is marked with the Arduino logo and labeled Made in Italy.&#10;">
            <a:extLst>
              <a:ext uri="{FF2B5EF4-FFF2-40B4-BE49-F238E27FC236}">
                <a16:creationId xmlns:a16="http://schemas.microsoft.com/office/drawing/2014/main" id="{F8C769FA-AF22-DEA8-5D52-3FDA418B268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43967" y="1083119"/>
            <a:ext cx="6147713" cy="5005781"/>
          </a:xfrm>
          <a:prstGeom prst="rect">
            <a:avLst/>
          </a:prstGeom>
        </p:spPr>
      </p:pic>
    </p:spTree>
    <p:extLst>
      <p:ext uri="{BB962C8B-B14F-4D97-AF65-F5344CB8AC3E}">
        <p14:creationId xmlns:p14="http://schemas.microsoft.com/office/powerpoint/2010/main" val="1335286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FAB03-9BE3-444B-C505-2E216BF9E5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8F626-E4D2-BA98-7AE3-339F54E2D5A9}"/>
              </a:ext>
            </a:extLst>
          </p:cNvPr>
          <p:cNvSpPr>
            <a:spLocks noGrp="1"/>
          </p:cNvSpPr>
          <p:nvPr>
            <p:ph type="title"/>
          </p:nvPr>
        </p:nvSpPr>
        <p:spPr/>
        <p:txBody>
          <a:bodyPr/>
          <a:lstStyle/>
          <a:p>
            <a:r>
              <a:rPr lang="en-US" dirty="0"/>
              <a:t>Getting Started with IoT </a:t>
            </a:r>
            <a:r>
              <a:rPr lang="en-US" sz="2400" dirty="0"/>
              <a:t>(5 of 6)</a:t>
            </a:r>
          </a:p>
        </p:txBody>
      </p:sp>
      <p:sp>
        <p:nvSpPr>
          <p:cNvPr id="3" name="Content Placeholder 2">
            <a:extLst>
              <a:ext uri="{FF2B5EF4-FFF2-40B4-BE49-F238E27FC236}">
                <a16:creationId xmlns:a16="http://schemas.microsoft.com/office/drawing/2014/main" id="{3605F73D-A6BA-E212-2BD8-1058AAA47FA0}"/>
              </a:ext>
            </a:extLst>
          </p:cNvPr>
          <p:cNvSpPr>
            <a:spLocks noGrp="1"/>
          </p:cNvSpPr>
          <p:nvPr>
            <p:ph idx="1"/>
          </p:nvPr>
        </p:nvSpPr>
        <p:spPr>
          <a:xfrm>
            <a:off x="473242" y="1327785"/>
            <a:ext cx="11241915" cy="4351338"/>
          </a:xfrm>
        </p:spPr>
        <p:txBody>
          <a:bodyPr/>
          <a:lstStyle/>
          <a:p>
            <a:r>
              <a:rPr lang="en-US" dirty="0"/>
              <a:t>The following is a list of items you’ll likely need to get started with </a:t>
            </a:r>
            <a:r>
              <a:rPr lang="en-US" b="1" dirty="0"/>
              <a:t>IoT</a:t>
            </a:r>
            <a:r>
              <a:rPr lang="en-US" dirty="0"/>
              <a:t> (continued):</a:t>
            </a:r>
          </a:p>
          <a:p>
            <a:pPr lvl="1"/>
            <a:r>
              <a:rPr lang="en-US" sz="2200" b="1" dirty="0"/>
              <a:t>Actuators</a:t>
            </a:r>
          </a:p>
          <a:p>
            <a:pPr lvl="1"/>
            <a:r>
              <a:rPr lang="en-US" sz="2200" b="1" dirty="0"/>
              <a:t>Display</a:t>
            </a:r>
            <a:r>
              <a:rPr lang="en-US" sz="2200" dirty="0"/>
              <a:t> components</a:t>
            </a:r>
          </a:p>
          <a:p>
            <a:pPr lvl="1"/>
            <a:r>
              <a:rPr lang="en-US" sz="2200" b="1" dirty="0"/>
              <a:t>Passive</a:t>
            </a:r>
            <a:r>
              <a:rPr lang="en-US" sz="2200" dirty="0"/>
              <a:t> components – such as resistors, capacitors, and diodes are part of most electronic designs</a:t>
            </a:r>
          </a:p>
          <a:p>
            <a:pPr lvl="1"/>
            <a:r>
              <a:rPr lang="en-US" sz="2200" b="1" dirty="0"/>
              <a:t>Power supply</a:t>
            </a:r>
          </a:p>
          <a:p>
            <a:pPr lvl="1"/>
            <a:r>
              <a:rPr lang="en-US" sz="2200" b="1" dirty="0"/>
              <a:t>Jumper wire </a:t>
            </a:r>
            <a:r>
              <a:rPr lang="en-US" sz="2200" dirty="0"/>
              <a:t>- a short length of insulated wire that has a pin or socket on each end and is used to conduct electricity from one component to another</a:t>
            </a:r>
          </a:p>
          <a:p>
            <a:endParaRPr lang="en-US" dirty="0"/>
          </a:p>
        </p:txBody>
      </p:sp>
    </p:spTree>
    <p:extLst>
      <p:ext uri="{BB962C8B-B14F-4D97-AF65-F5344CB8AC3E}">
        <p14:creationId xmlns:p14="http://schemas.microsoft.com/office/powerpoint/2010/main" val="18020737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9E26-B2EA-FAD6-4B5E-131CA3193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20B75-AA11-11FA-C4E7-B7B9B59D4100}"/>
              </a:ext>
            </a:extLst>
          </p:cNvPr>
          <p:cNvSpPr>
            <a:spLocks noGrp="1"/>
          </p:cNvSpPr>
          <p:nvPr>
            <p:ph type="title"/>
          </p:nvPr>
        </p:nvSpPr>
        <p:spPr/>
        <p:txBody>
          <a:bodyPr/>
          <a:lstStyle/>
          <a:p>
            <a:r>
              <a:rPr lang="en-US" dirty="0"/>
              <a:t>Getting Started with IoT </a:t>
            </a:r>
            <a:r>
              <a:rPr lang="en-US" sz="2400" dirty="0"/>
              <a:t>(6 of 6)</a:t>
            </a:r>
          </a:p>
        </p:txBody>
      </p:sp>
      <p:sp>
        <p:nvSpPr>
          <p:cNvPr id="5" name="TextBox 4">
            <a:extLst>
              <a:ext uri="{FF2B5EF4-FFF2-40B4-BE49-F238E27FC236}">
                <a16:creationId xmlns:a16="http://schemas.microsoft.com/office/drawing/2014/main" id="{08D8A9F4-325B-5ED4-7E25-7908A343C671}"/>
              </a:ext>
            </a:extLst>
          </p:cNvPr>
          <p:cNvSpPr txBox="1"/>
          <p:nvPr/>
        </p:nvSpPr>
        <p:spPr>
          <a:xfrm>
            <a:off x="7315200" y="2755013"/>
            <a:ext cx="4294598" cy="461665"/>
          </a:xfrm>
          <a:prstGeom prst="rect">
            <a:avLst/>
          </a:prstGeom>
          <a:noFill/>
        </p:spPr>
        <p:txBody>
          <a:bodyPr wrap="square" rtlCol="0">
            <a:spAutoFit/>
          </a:bodyPr>
          <a:lstStyle/>
          <a:p>
            <a:r>
              <a:rPr lang="en-US" sz="2400" b="1" dirty="0">
                <a:latin typeface="Work Sans" pitchFamily="2" charset="0"/>
              </a:rPr>
              <a:t>Figure 13-15  </a:t>
            </a:r>
            <a:r>
              <a:rPr lang="en-US" sz="2400" dirty="0">
                <a:latin typeface="Work Sans" pitchFamily="2" charset="0"/>
              </a:rPr>
              <a:t>Jumper wire</a:t>
            </a:r>
          </a:p>
        </p:txBody>
      </p:sp>
      <p:pic>
        <p:nvPicPr>
          <p:cNvPr id="4" name="Picture 3" descr="Three multicolored jumper wires are arranged vertically on a plain surface. The first wire on the left has a short length with a female-to-female connector. The second and third wires are longer, featuring female connectors on one end and male connectors on the other. The connectors are encased in plastic housings.&#10;">
            <a:extLst>
              <a:ext uri="{FF2B5EF4-FFF2-40B4-BE49-F238E27FC236}">
                <a16:creationId xmlns:a16="http://schemas.microsoft.com/office/drawing/2014/main" id="{BC2A9C75-6721-CFE2-6439-D61AFA5A768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84346" y="1627771"/>
            <a:ext cx="5439414" cy="4092541"/>
          </a:xfrm>
          <a:prstGeom prst="rect">
            <a:avLst/>
          </a:prstGeom>
        </p:spPr>
      </p:pic>
    </p:spTree>
    <p:extLst>
      <p:ext uri="{BB962C8B-B14F-4D97-AF65-F5344CB8AC3E}">
        <p14:creationId xmlns:p14="http://schemas.microsoft.com/office/powerpoint/2010/main" val="24224173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BD191-AD5D-9F55-56D6-672F987B7D04}"/>
              </a:ext>
            </a:extLst>
          </p:cNvPr>
          <p:cNvSpPr>
            <a:spLocks noGrp="1"/>
          </p:cNvSpPr>
          <p:nvPr>
            <p:ph type="title"/>
          </p:nvPr>
        </p:nvSpPr>
        <p:spPr/>
        <p:txBody>
          <a:bodyPr/>
          <a:lstStyle/>
          <a:p>
            <a:r>
              <a:rPr lang="en-US" dirty="0"/>
              <a:t>Tools for IoT</a:t>
            </a:r>
          </a:p>
        </p:txBody>
      </p:sp>
      <p:sp>
        <p:nvSpPr>
          <p:cNvPr id="3" name="Content Placeholder 2">
            <a:extLst>
              <a:ext uri="{FF2B5EF4-FFF2-40B4-BE49-F238E27FC236}">
                <a16:creationId xmlns:a16="http://schemas.microsoft.com/office/drawing/2014/main" id="{6680C3E6-98CA-0246-6BCC-1422AD65C387}"/>
              </a:ext>
            </a:extLst>
          </p:cNvPr>
          <p:cNvSpPr>
            <a:spLocks noGrp="1"/>
          </p:cNvSpPr>
          <p:nvPr>
            <p:ph idx="1"/>
          </p:nvPr>
        </p:nvSpPr>
        <p:spPr>
          <a:xfrm>
            <a:off x="476843" y="1378585"/>
            <a:ext cx="11241915" cy="4351338"/>
          </a:xfrm>
        </p:spPr>
        <p:txBody>
          <a:bodyPr/>
          <a:lstStyle/>
          <a:p>
            <a:r>
              <a:rPr lang="en-US" dirty="0"/>
              <a:t>You will likely need some </a:t>
            </a:r>
            <a:r>
              <a:rPr lang="en-US" b="1" dirty="0"/>
              <a:t>basic tools </a:t>
            </a:r>
            <a:r>
              <a:rPr lang="en-US" dirty="0"/>
              <a:t>during the development process:</a:t>
            </a:r>
          </a:p>
          <a:p>
            <a:pPr lvl="1"/>
            <a:r>
              <a:rPr lang="en-US" dirty="0"/>
              <a:t>Wire cutters</a:t>
            </a:r>
          </a:p>
          <a:p>
            <a:pPr lvl="1"/>
            <a:r>
              <a:rPr lang="en-US" dirty="0"/>
              <a:t>Soldering iron</a:t>
            </a:r>
          </a:p>
          <a:p>
            <a:pPr lvl="1"/>
            <a:r>
              <a:rPr lang="en-US" dirty="0"/>
              <a:t>Digital voltmeter</a:t>
            </a:r>
          </a:p>
          <a:p>
            <a:pPr lvl="1"/>
            <a:r>
              <a:rPr lang="en-US" dirty="0"/>
              <a:t>Helping hands—a tool with alligator clips on the end of articulating arms that hold things in place</a:t>
            </a:r>
          </a:p>
          <a:p>
            <a:endParaRPr lang="en-US" dirty="0"/>
          </a:p>
        </p:txBody>
      </p:sp>
    </p:spTree>
    <p:extLst>
      <p:ext uri="{BB962C8B-B14F-4D97-AF65-F5344CB8AC3E}">
        <p14:creationId xmlns:p14="http://schemas.microsoft.com/office/powerpoint/2010/main" val="37942654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CD04B-6859-E36F-DE34-9C972F65506E}"/>
              </a:ext>
            </a:extLst>
          </p:cNvPr>
          <p:cNvSpPr>
            <a:spLocks noGrp="1"/>
          </p:cNvSpPr>
          <p:nvPr>
            <p:ph type="title"/>
          </p:nvPr>
        </p:nvSpPr>
        <p:spPr/>
        <p:txBody>
          <a:bodyPr/>
          <a:lstStyle/>
          <a:p>
            <a:r>
              <a:rPr lang="en-US" dirty="0"/>
              <a:t>IoT Software Development </a:t>
            </a:r>
            <a:r>
              <a:rPr lang="en-US" sz="2400" dirty="0"/>
              <a:t>(1 of 6)</a:t>
            </a:r>
          </a:p>
        </p:txBody>
      </p:sp>
      <p:sp>
        <p:nvSpPr>
          <p:cNvPr id="3" name="Content Placeholder 2">
            <a:extLst>
              <a:ext uri="{FF2B5EF4-FFF2-40B4-BE49-F238E27FC236}">
                <a16:creationId xmlns:a16="http://schemas.microsoft.com/office/drawing/2014/main" id="{F4168E79-5319-7D62-FB4E-B6685752ED1E}"/>
              </a:ext>
            </a:extLst>
          </p:cNvPr>
          <p:cNvSpPr>
            <a:spLocks noGrp="1"/>
          </p:cNvSpPr>
          <p:nvPr>
            <p:ph idx="1"/>
          </p:nvPr>
        </p:nvSpPr>
        <p:spPr>
          <a:xfrm>
            <a:off x="476843" y="1470025"/>
            <a:ext cx="11241915" cy="4351338"/>
          </a:xfrm>
        </p:spPr>
        <p:txBody>
          <a:bodyPr/>
          <a:lstStyle/>
          <a:p>
            <a:r>
              <a:rPr lang="en-US" dirty="0"/>
              <a:t>Most microcontroller development boards have an associated </a:t>
            </a:r>
            <a:r>
              <a:rPr lang="en-US" b="1" dirty="0"/>
              <a:t>integrated development environment </a:t>
            </a:r>
            <a:r>
              <a:rPr lang="en-US" dirty="0"/>
              <a:t>(</a:t>
            </a:r>
            <a:r>
              <a:rPr lang="en-US" b="1" dirty="0"/>
              <a:t>IDE</a:t>
            </a:r>
            <a:r>
              <a:rPr lang="en-US" dirty="0"/>
              <a:t>)</a:t>
            </a:r>
          </a:p>
          <a:p>
            <a:pPr lvl="1"/>
            <a:r>
              <a:rPr lang="en-US" sz="2200" dirty="0"/>
              <a:t>An </a:t>
            </a:r>
            <a:r>
              <a:rPr lang="en-US" sz="2200" b="1" dirty="0"/>
              <a:t>IDE</a:t>
            </a:r>
            <a:r>
              <a:rPr lang="en-US" sz="2200" dirty="0"/>
              <a:t> allows you to write, edit, debug, and prepare programs for upload to the development board for execution by the microcontroller</a:t>
            </a:r>
          </a:p>
          <a:p>
            <a:pPr lvl="1"/>
            <a:r>
              <a:rPr lang="en-US" sz="2200" dirty="0"/>
              <a:t>This chapter focuses on the </a:t>
            </a:r>
            <a:r>
              <a:rPr lang="en-US" sz="2200" b="1" dirty="0"/>
              <a:t>Arduino IDE</a:t>
            </a:r>
            <a:r>
              <a:rPr lang="en-US" sz="2200" dirty="0"/>
              <a:t>, which is designed specifically for writing programs for Arduino and Arduino-compatible development boards</a:t>
            </a:r>
          </a:p>
          <a:p>
            <a:pPr lvl="1"/>
            <a:r>
              <a:rPr lang="en-US" sz="2200" dirty="0"/>
              <a:t>You write programs in the Arduino IDE using the </a:t>
            </a:r>
            <a:r>
              <a:rPr lang="en-US" sz="2200" b="1" dirty="0"/>
              <a:t>C and C++ languages</a:t>
            </a:r>
          </a:p>
          <a:p>
            <a:pPr lvl="1"/>
            <a:r>
              <a:rPr lang="en-US" sz="2200" dirty="0"/>
              <a:t>The </a:t>
            </a:r>
            <a:r>
              <a:rPr lang="en-US" sz="2200" b="1" dirty="0"/>
              <a:t>IDE has downloadable libraries </a:t>
            </a:r>
            <a:r>
              <a:rPr lang="en-US" sz="2200" dirty="0"/>
              <a:t>to support sensors, actuators, network interfaces, and other I/O devices</a:t>
            </a:r>
          </a:p>
          <a:p>
            <a:endParaRPr lang="en-US" dirty="0"/>
          </a:p>
        </p:txBody>
      </p:sp>
    </p:spTree>
    <p:extLst>
      <p:ext uri="{BB962C8B-B14F-4D97-AF65-F5344CB8AC3E}">
        <p14:creationId xmlns:p14="http://schemas.microsoft.com/office/powerpoint/2010/main" val="27198571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B6673-E5E4-4080-EA27-6A18008DAB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04A23-A7D5-CE38-17B9-AF6FF84ABDD5}"/>
              </a:ext>
            </a:extLst>
          </p:cNvPr>
          <p:cNvSpPr>
            <a:spLocks noGrp="1"/>
          </p:cNvSpPr>
          <p:nvPr>
            <p:ph type="title"/>
          </p:nvPr>
        </p:nvSpPr>
        <p:spPr/>
        <p:txBody>
          <a:bodyPr/>
          <a:lstStyle/>
          <a:p>
            <a:r>
              <a:rPr lang="en-US" dirty="0"/>
              <a:t>IoT Software Development </a:t>
            </a:r>
            <a:r>
              <a:rPr lang="en-US" sz="2400" dirty="0"/>
              <a:t>(2 of 6)</a:t>
            </a:r>
          </a:p>
        </p:txBody>
      </p:sp>
      <p:sp>
        <p:nvSpPr>
          <p:cNvPr id="3" name="Content Placeholder 2">
            <a:extLst>
              <a:ext uri="{FF2B5EF4-FFF2-40B4-BE49-F238E27FC236}">
                <a16:creationId xmlns:a16="http://schemas.microsoft.com/office/drawing/2014/main" id="{B257C3EE-0C48-96C4-6DDB-EF6C82B0430B}"/>
              </a:ext>
            </a:extLst>
          </p:cNvPr>
          <p:cNvSpPr>
            <a:spLocks noGrp="1"/>
          </p:cNvSpPr>
          <p:nvPr>
            <p:ph idx="1"/>
          </p:nvPr>
        </p:nvSpPr>
        <p:spPr>
          <a:xfrm>
            <a:off x="476843" y="1419225"/>
            <a:ext cx="11241915" cy="4351338"/>
          </a:xfrm>
        </p:spPr>
        <p:txBody>
          <a:bodyPr/>
          <a:lstStyle/>
          <a:p>
            <a:r>
              <a:rPr lang="en-US" dirty="0"/>
              <a:t>An </a:t>
            </a:r>
            <a:r>
              <a:rPr lang="en-US" b="1" dirty="0"/>
              <a:t>Arduino program </a:t>
            </a:r>
            <a:r>
              <a:rPr lang="en-US" dirty="0"/>
              <a:t>is called a sketch</a:t>
            </a:r>
          </a:p>
          <a:p>
            <a:r>
              <a:rPr lang="en-US" dirty="0"/>
              <a:t>When you start a new one, the IDE fills in the basic structure that all sketches use:</a:t>
            </a:r>
          </a:p>
          <a:p>
            <a:pPr lvl="1"/>
            <a:r>
              <a:rPr lang="en-US" sz="2200" b="1" dirty="0">
                <a:latin typeface="Courier New" panose="02070309020205020404" pitchFamily="49" charset="0"/>
                <a:cs typeface="Courier New" panose="02070309020205020404" pitchFamily="49" charset="0"/>
              </a:rPr>
              <a:t>setup()</a:t>
            </a:r>
            <a:r>
              <a:rPr lang="en-US" sz="2200" dirty="0"/>
              <a:t>—When you download an Arduino sketch, the microcontroller begins by executing the code in the </a:t>
            </a:r>
            <a:r>
              <a:rPr lang="en-US" sz="2200" b="1" dirty="0">
                <a:latin typeface="Courier New" panose="02070309020205020404" pitchFamily="49" charset="0"/>
                <a:cs typeface="Courier New" panose="02070309020205020404" pitchFamily="49" charset="0"/>
              </a:rPr>
              <a:t>setup()</a:t>
            </a:r>
            <a:r>
              <a:rPr lang="en-US" sz="2200" dirty="0">
                <a:latin typeface="Courier New" panose="02070309020205020404" pitchFamily="49" charset="0"/>
                <a:cs typeface="Courier New" panose="02070309020205020404" pitchFamily="49" charset="0"/>
              </a:rPr>
              <a:t> </a:t>
            </a:r>
            <a:r>
              <a:rPr lang="en-US" sz="2200" dirty="0"/>
              <a:t>section</a:t>
            </a:r>
          </a:p>
          <a:p>
            <a:pPr lvl="2"/>
            <a:r>
              <a:rPr lang="en-US" sz="2200" dirty="0"/>
              <a:t>This section is used to initialize devices and perform other tasks that should only be executed once for the duration of the program</a:t>
            </a:r>
          </a:p>
          <a:p>
            <a:pPr lvl="1"/>
            <a:r>
              <a:rPr lang="en-US" sz="2200" b="1" dirty="0">
                <a:latin typeface="Courier New" panose="02070309020205020404" pitchFamily="49" charset="0"/>
                <a:cs typeface="Courier New" panose="02070309020205020404" pitchFamily="49" charset="0"/>
              </a:rPr>
              <a:t>loop()</a:t>
            </a:r>
            <a:r>
              <a:rPr lang="en-US" sz="2200" dirty="0"/>
              <a:t>—The loop section is where the main program code resides</a:t>
            </a:r>
          </a:p>
          <a:p>
            <a:endParaRPr lang="en-US" dirty="0"/>
          </a:p>
        </p:txBody>
      </p:sp>
    </p:spTree>
    <p:extLst>
      <p:ext uri="{BB962C8B-B14F-4D97-AF65-F5344CB8AC3E}">
        <p14:creationId xmlns:p14="http://schemas.microsoft.com/office/powerpoint/2010/main" val="6314370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36319-0BD6-F8F7-FBB6-8D243403F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85AA0-1089-D38F-9610-E359C73732BF}"/>
              </a:ext>
            </a:extLst>
          </p:cNvPr>
          <p:cNvSpPr>
            <a:spLocks noGrp="1"/>
          </p:cNvSpPr>
          <p:nvPr>
            <p:ph type="title"/>
          </p:nvPr>
        </p:nvSpPr>
        <p:spPr/>
        <p:txBody>
          <a:bodyPr/>
          <a:lstStyle/>
          <a:p>
            <a:r>
              <a:rPr lang="en-US" dirty="0"/>
              <a:t>IoT Software Development </a:t>
            </a:r>
            <a:r>
              <a:rPr lang="en-US" sz="2400" dirty="0"/>
              <a:t>(3 of 6)</a:t>
            </a:r>
          </a:p>
        </p:txBody>
      </p:sp>
      <p:sp>
        <p:nvSpPr>
          <p:cNvPr id="5" name="TextBox 4">
            <a:extLst>
              <a:ext uri="{FF2B5EF4-FFF2-40B4-BE49-F238E27FC236}">
                <a16:creationId xmlns:a16="http://schemas.microsoft.com/office/drawing/2014/main" id="{37DEE16D-E1F6-25AF-D38B-5EE38882851C}"/>
              </a:ext>
            </a:extLst>
          </p:cNvPr>
          <p:cNvSpPr txBox="1"/>
          <p:nvPr/>
        </p:nvSpPr>
        <p:spPr>
          <a:xfrm>
            <a:off x="7315200" y="2755013"/>
            <a:ext cx="4294598" cy="1200329"/>
          </a:xfrm>
          <a:prstGeom prst="rect">
            <a:avLst/>
          </a:prstGeom>
          <a:noFill/>
        </p:spPr>
        <p:txBody>
          <a:bodyPr wrap="square" rtlCol="0">
            <a:spAutoFit/>
          </a:bodyPr>
          <a:lstStyle/>
          <a:p>
            <a:r>
              <a:rPr lang="en-US" sz="2400" b="1" dirty="0">
                <a:latin typeface="Work Sans" pitchFamily="2" charset="0"/>
              </a:rPr>
              <a:t>Figure 13-17  </a:t>
            </a:r>
            <a:r>
              <a:rPr lang="en-US" sz="2400" dirty="0">
                <a:latin typeface="Work Sans" pitchFamily="2" charset="0"/>
              </a:rPr>
              <a:t>An Arduino program that blinks an LED</a:t>
            </a:r>
          </a:p>
        </p:txBody>
      </p:sp>
      <p:pic>
        <p:nvPicPr>
          <p:cNvPr id="4" name="Picture 3" descr="A screenshot of the Arduino I D E version 1.8.9 displays a sketch named sketch a p r 1 1 a. The setup function configures the L E D as an output. In the loop function, the LED is turned on, followed by a delay of 500 milliseconds. Then, the L E D is turned off, followed by another 500-millisecond delay. The bottom section of the window contains a console output area, and the toolbar at the top has buttons for verifying, uploading, opening, saving, and creating new sketches. The status bar at the bottom right indicates an Arduino or Genuino Uno board is connected.&#10;">
            <a:extLst>
              <a:ext uri="{FF2B5EF4-FFF2-40B4-BE49-F238E27FC236}">
                <a16:creationId xmlns:a16="http://schemas.microsoft.com/office/drawing/2014/main" id="{8EDE2668-E09D-FAF3-DAE3-D7A69B465AB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39520" y="1232045"/>
            <a:ext cx="6075680" cy="4640435"/>
          </a:xfrm>
          <a:prstGeom prst="rect">
            <a:avLst/>
          </a:prstGeom>
        </p:spPr>
      </p:pic>
    </p:spTree>
    <p:extLst>
      <p:ext uri="{BB962C8B-B14F-4D97-AF65-F5344CB8AC3E}">
        <p14:creationId xmlns:p14="http://schemas.microsoft.com/office/powerpoint/2010/main" val="691672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50A38-BDA5-8F57-B1CE-D698D11BA830}"/>
              </a:ext>
            </a:extLst>
          </p:cNvPr>
          <p:cNvSpPr>
            <a:spLocks noGrp="1"/>
          </p:cNvSpPr>
          <p:nvPr>
            <p:ph type="title"/>
          </p:nvPr>
        </p:nvSpPr>
        <p:spPr/>
        <p:txBody>
          <a:bodyPr/>
          <a:lstStyle/>
          <a:p>
            <a:r>
              <a:rPr lang="en-US" dirty="0"/>
              <a:t>IoT Software Development </a:t>
            </a:r>
            <a:r>
              <a:rPr lang="en-US" sz="2400" dirty="0"/>
              <a:t>(4 of 6)</a:t>
            </a:r>
          </a:p>
        </p:txBody>
      </p:sp>
      <p:sp>
        <p:nvSpPr>
          <p:cNvPr id="3" name="Content Placeholder 2">
            <a:extLst>
              <a:ext uri="{FF2B5EF4-FFF2-40B4-BE49-F238E27FC236}">
                <a16:creationId xmlns:a16="http://schemas.microsoft.com/office/drawing/2014/main" id="{BD189516-EA8E-C7C2-DBD8-2C2B98A0A38A}"/>
              </a:ext>
            </a:extLst>
          </p:cNvPr>
          <p:cNvSpPr>
            <a:spLocks noGrp="1"/>
          </p:cNvSpPr>
          <p:nvPr>
            <p:ph idx="1"/>
          </p:nvPr>
        </p:nvSpPr>
        <p:spPr>
          <a:xfrm>
            <a:off x="476843" y="1368425"/>
            <a:ext cx="11241915" cy="4351338"/>
          </a:xfrm>
        </p:spPr>
        <p:txBody>
          <a:bodyPr/>
          <a:lstStyle/>
          <a:p>
            <a:r>
              <a:rPr lang="en-US" dirty="0"/>
              <a:t>IoT Development with </a:t>
            </a:r>
            <a:r>
              <a:rPr lang="en-US" b="1" dirty="0"/>
              <a:t>Python</a:t>
            </a:r>
          </a:p>
          <a:p>
            <a:pPr lvl="1"/>
            <a:r>
              <a:rPr lang="en-US" sz="2200" dirty="0"/>
              <a:t>There are variations of Python for microcontrollers, including </a:t>
            </a:r>
            <a:r>
              <a:rPr lang="en-US" sz="2200" b="1" dirty="0"/>
              <a:t>MicroPython</a:t>
            </a:r>
            <a:r>
              <a:rPr lang="en-US" sz="2200" dirty="0"/>
              <a:t> and </a:t>
            </a:r>
            <a:r>
              <a:rPr lang="en-US" sz="2200" b="1" dirty="0"/>
              <a:t>CircuitPython</a:t>
            </a:r>
          </a:p>
          <a:p>
            <a:pPr lvl="1"/>
            <a:r>
              <a:rPr lang="en-US" sz="2200" dirty="0"/>
              <a:t>Development boards that support Python have more flash and RAM and usually run at higher clock rates than those that are meant to support only the Arduino environment</a:t>
            </a:r>
          </a:p>
          <a:p>
            <a:pPr lvl="1"/>
            <a:r>
              <a:rPr lang="en-US" sz="2200" dirty="0"/>
              <a:t>Python is an </a:t>
            </a:r>
            <a:r>
              <a:rPr lang="en-US" sz="2200" b="1" dirty="0"/>
              <a:t>interpreted language </a:t>
            </a:r>
            <a:r>
              <a:rPr lang="en-US" sz="2200" dirty="0"/>
              <a:t>and the interpreter uses flash and RAM on the development board</a:t>
            </a:r>
          </a:p>
        </p:txBody>
      </p:sp>
    </p:spTree>
    <p:extLst>
      <p:ext uri="{BB962C8B-B14F-4D97-AF65-F5344CB8AC3E}">
        <p14:creationId xmlns:p14="http://schemas.microsoft.com/office/powerpoint/2010/main" val="2994292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C687B-AE48-EA96-8A1A-4DABA3A0A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BDDCD-30E9-26BC-6437-437DA689B67A}"/>
              </a:ext>
            </a:extLst>
          </p:cNvPr>
          <p:cNvSpPr>
            <a:spLocks noGrp="1"/>
          </p:cNvSpPr>
          <p:nvPr>
            <p:ph type="title"/>
          </p:nvPr>
        </p:nvSpPr>
        <p:spPr/>
        <p:txBody>
          <a:bodyPr/>
          <a:lstStyle/>
          <a:p>
            <a:r>
              <a:rPr lang="en-US" dirty="0"/>
              <a:t>IoT Software Development </a:t>
            </a:r>
            <a:r>
              <a:rPr lang="en-US" sz="2400" dirty="0"/>
              <a:t>(5 of 6)</a:t>
            </a:r>
          </a:p>
        </p:txBody>
      </p:sp>
      <p:sp>
        <p:nvSpPr>
          <p:cNvPr id="3" name="Content Placeholder 2">
            <a:extLst>
              <a:ext uri="{FF2B5EF4-FFF2-40B4-BE49-F238E27FC236}">
                <a16:creationId xmlns:a16="http://schemas.microsoft.com/office/drawing/2014/main" id="{F1C345EC-7F19-6D6D-CD56-0E547228A039}"/>
              </a:ext>
            </a:extLst>
          </p:cNvPr>
          <p:cNvSpPr>
            <a:spLocks noGrp="1"/>
          </p:cNvSpPr>
          <p:nvPr>
            <p:ph idx="1"/>
          </p:nvPr>
        </p:nvSpPr>
        <p:spPr>
          <a:xfrm>
            <a:off x="476843" y="1337945"/>
            <a:ext cx="11241915" cy="4351338"/>
          </a:xfrm>
        </p:spPr>
        <p:txBody>
          <a:bodyPr/>
          <a:lstStyle/>
          <a:p>
            <a:r>
              <a:rPr lang="en-US" dirty="0"/>
              <a:t>IoT with </a:t>
            </a:r>
            <a:r>
              <a:rPr lang="en-US" b="1" dirty="0"/>
              <a:t>Raspberry Pi</a:t>
            </a:r>
          </a:p>
          <a:p>
            <a:pPr lvl="1"/>
            <a:r>
              <a:rPr lang="en-US" sz="2200" dirty="0"/>
              <a:t>The </a:t>
            </a:r>
            <a:r>
              <a:rPr lang="en-US" sz="2200" b="1" dirty="0"/>
              <a:t>Raspberry Pi 3 </a:t>
            </a:r>
            <a:r>
              <a:rPr lang="en-US" sz="2200" dirty="0"/>
              <a:t>is a full-featured personal computer on a single board the size of a credit card</a:t>
            </a:r>
          </a:p>
          <a:p>
            <a:pPr lvl="1"/>
            <a:r>
              <a:rPr lang="en-US" sz="2200" dirty="0"/>
              <a:t>It has a quad-core, 1.4 GHz processor and was designed for more complex tasks</a:t>
            </a:r>
          </a:p>
          <a:p>
            <a:pPr lvl="1"/>
            <a:r>
              <a:rPr lang="en-US" sz="2200" dirty="0"/>
              <a:t>It runs the Linux OS, a distribution called Raspbian, and has Python built in</a:t>
            </a:r>
          </a:p>
          <a:p>
            <a:pPr lvl="1"/>
            <a:r>
              <a:rPr lang="en-US" sz="2200" dirty="0"/>
              <a:t>It is best suited for </a:t>
            </a:r>
            <a:r>
              <a:rPr lang="en-US" sz="2200" b="1" dirty="0"/>
              <a:t>running computing-intensive applications</a:t>
            </a:r>
            <a:r>
              <a:rPr lang="en-US" sz="2200" dirty="0"/>
              <a:t>, collecting data from microcontroller-based IoT devices, Web server-based projects, and so forth</a:t>
            </a:r>
          </a:p>
          <a:p>
            <a:endParaRPr lang="en-US" dirty="0"/>
          </a:p>
        </p:txBody>
      </p:sp>
    </p:spTree>
    <p:extLst>
      <p:ext uri="{BB962C8B-B14F-4D97-AF65-F5344CB8AC3E}">
        <p14:creationId xmlns:p14="http://schemas.microsoft.com/office/powerpoint/2010/main" val="23390795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B7C8A-1BDE-32AC-2EB7-28CA622E2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D3480-C9DB-84C3-6FCB-BA6A48A4A0CE}"/>
              </a:ext>
            </a:extLst>
          </p:cNvPr>
          <p:cNvSpPr>
            <a:spLocks noGrp="1"/>
          </p:cNvSpPr>
          <p:nvPr>
            <p:ph type="title"/>
          </p:nvPr>
        </p:nvSpPr>
        <p:spPr/>
        <p:txBody>
          <a:bodyPr/>
          <a:lstStyle/>
          <a:p>
            <a:r>
              <a:rPr lang="en-US" dirty="0"/>
              <a:t>IoT Software Development </a:t>
            </a:r>
            <a:r>
              <a:rPr lang="en-US" sz="2400" dirty="0"/>
              <a:t>(6 of 6)</a:t>
            </a:r>
          </a:p>
        </p:txBody>
      </p:sp>
      <p:sp>
        <p:nvSpPr>
          <p:cNvPr id="5" name="TextBox 4">
            <a:extLst>
              <a:ext uri="{FF2B5EF4-FFF2-40B4-BE49-F238E27FC236}">
                <a16:creationId xmlns:a16="http://schemas.microsoft.com/office/drawing/2014/main" id="{14A6238E-6AA8-0481-F56C-D5187BBE1A63}"/>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13-18  </a:t>
            </a:r>
            <a:r>
              <a:rPr lang="en-US" sz="2400" dirty="0">
                <a:latin typeface="Work Sans" pitchFamily="2" charset="0"/>
              </a:rPr>
              <a:t>A Raspberry Pi 3B+</a:t>
            </a:r>
          </a:p>
        </p:txBody>
      </p:sp>
      <p:pic>
        <p:nvPicPr>
          <p:cNvPr id="4" name="Picture 3" descr="A Raspberry Pi 3 B Plus single-board computer features a P C B with a Broadcom system-on-chip at the center, covered by a metallic shield. A 40-pin G P I O header is positioned along the top edge. The left side includes an H D M I port, a combined audio and video jack, and a micro-U S B power port. The right side has four U S B ports and an Ethernet port with a metallic casing. Additional connectors, including a camera interface and a display interface, are present on the board.&#10;">
            <a:extLst>
              <a:ext uri="{FF2B5EF4-FFF2-40B4-BE49-F238E27FC236}">
                <a16:creationId xmlns:a16="http://schemas.microsoft.com/office/drawing/2014/main" id="{80CA9DF2-DB35-AE6E-F83F-888E724AAD6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47211" y="1248268"/>
            <a:ext cx="5813989" cy="4429076"/>
          </a:xfrm>
          <a:prstGeom prst="rect">
            <a:avLst/>
          </a:prstGeom>
        </p:spPr>
      </p:pic>
      <p:sp>
        <p:nvSpPr>
          <p:cNvPr id="6" name="TextBox 5">
            <a:extLst>
              <a:ext uri="{FF2B5EF4-FFF2-40B4-BE49-F238E27FC236}">
                <a16:creationId xmlns:a16="http://schemas.microsoft.com/office/drawing/2014/main" id="{859C8634-B8AA-4D28-92CA-397EF6854CCC}"/>
              </a:ext>
            </a:extLst>
          </p:cNvPr>
          <p:cNvSpPr txBox="1"/>
          <p:nvPr/>
        </p:nvSpPr>
        <p:spPr>
          <a:xfrm>
            <a:off x="6766560" y="5209622"/>
            <a:ext cx="4373880" cy="400110"/>
          </a:xfrm>
          <a:prstGeom prst="rect">
            <a:avLst/>
          </a:prstGeom>
          <a:noFill/>
        </p:spPr>
        <p:txBody>
          <a:bodyPr wrap="square">
            <a:spAutoFit/>
          </a:bodyPr>
          <a:lstStyle/>
          <a:p>
            <a:r>
              <a:rPr lang="en-US" sz="2000" b="1" dirty="0">
                <a:hlinkClick r:id="rId3"/>
              </a:rPr>
              <a:t>youtube.com/</a:t>
            </a:r>
            <a:r>
              <a:rPr lang="en-US" sz="2000" b="1" dirty="0" err="1">
                <a:hlinkClick r:id="rId3"/>
              </a:rPr>
              <a:t>watch?v</a:t>
            </a:r>
            <a:r>
              <a:rPr lang="en-US" sz="2000" b="1" dirty="0">
                <a:hlinkClick r:id="rId3"/>
              </a:rPr>
              <a:t>=</a:t>
            </a:r>
            <a:r>
              <a:rPr lang="en-US" sz="2000" b="1" dirty="0" err="1">
                <a:hlinkClick r:id="rId3"/>
              </a:rPr>
              <a:t>WEMffdUgWCk</a:t>
            </a:r>
            <a:endParaRPr lang="en-US" sz="2000" b="1" dirty="0"/>
          </a:p>
        </p:txBody>
      </p:sp>
      <p:sp>
        <p:nvSpPr>
          <p:cNvPr id="8" name="TextBox 7">
            <a:extLst>
              <a:ext uri="{FF2B5EF4-FFF2-40B4-BE49-F238E27FC236}">
                <a16:creationId xmlns:a16="http://schemas.microsoft.com/office/drawing/2014/main" id="{BC8F6792-010E-46A0-9402-A1EDFDD29BD4}"/>
              </a:ext>
            </a:extLst>
          </p:cNvPr>
          <p:cNvSpPr txBox="1"/>
          <p:nvPr/>
        </p:nvSpPr>
        <p:spPr>
          <a:xfrm>
            <a:off x="7831568" y="5571632"/>
            <a:ext cx="3032760" cy="369332"/>
          </a:xfrm>
          <a:prstGeom prst="rect">
            <a:avLst/>
          </a:prstGeom>
          <a:noFill/>
        </p:spPr>
        <p:txBody>
          <a:bodyPr wrap="square">
            <a:spAutoFit/>
          </a:bodyPr>
          <a:lstStyle/>
          <a:p>
            <a:pPr algn="l"/>
            <a:r>
              <a:rPr lang="en-US" i="0" dirty="0">
                <a:solidFill>
                  <a:srgbClr val="0F0F0F"/>
                </a:solidFill>
                <a:effectLst/>
                <a:latin typeface="Roboto" panose="02000000000000000000" pitchFamily="2" charset="0"/>
              </a:rPr>
              <a:t>analog life in a digital world</a:t>
            </a:r>
          </a:p>
        </p:txBody>
      </p:sp>
    </p:spTree>
    <p:extLst>
      <p:ext uri="{BB962C8B-B14F-4D97-AF65-F5344CB8AC3E}">
        <p14:creationId xmlns:p14="http://schemas.microsoft.com/office/powerpoint/2010/main" val="13188775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13-2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449705"/>
            <a:ext cx="11241915" cy="4351338"/>
          </a:xfrm>
        </p:spPr>
        <p:txBody>
          <a:bodyPr/>
          <a:lstStyle/>
          <a:p>
            <a:pPr marL="0" indent="0">
              <a:buNone/>
            </a:pPr>
            <a:r>
              <a:rPr lang="en-US" dirty="0"/>
              <a:t>Which type of device might be used to move a robotic arm up and down?</a:t>
            </a:r>
          </a:p>
          <a:p>
            <a:pPr marL="0" indent="0">
              <a:buNone/>
            </a:pPr>
            <a:r>
              <a:rPr lang="en-US" dirty="0"/>
              <a:t>a. Actuator</a:t>
            </a:r>
          </a:p>
          <a:p>
            <a:pPr marL="0" indent="0">
              <a:buNone/>
            </a:pPr>
            <a:r>
              <a:rPr lang="en-US" dirty="0"/>
              <a:t>b. Servo motor</a:t>
            </a:r>
          </a:p>
          <a:p>
            <a:pPr marL="0" indent="0">
              <a:buNone/>
            </a:pPr>
            <a:r>
              <a:rPr lang="en-US" dirty="0"/>
              <a:t>c. Solenoid</a:t>
            </a:r>
          </a:p>
          <a:p>
            <a:pPr marL="0" indent="0">
              <a:buNone/>
            </a:pPr>
            <a:r>
              <a:rPr lang="en-US" dirty="0"/>
              <a:t>d. PLC</a:t>
            </a:r>
          </a:p>
        </p:txBody>
      </p:sp>
    </p:spTree>
    <p:extLst>
      <p:ext uri="{BB962C8B-B14F-4D97-AF65-F5344CB8AC3E}">
        <p14:creationId xmlns:p14="http://schemas.microsoft.com/office/powerpoint/2010/main" val="12251530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13-2: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Which type of device might be used to move a robotic arm up and down?</a:t>
            </a:r>
          </a:p>
          <a:p>
            <a:pPr marL="0" indent="0">
              <a:buNone/>
            </a:pPr>
            <a:r>
              <a:rPr lang="en-US" b="1" dirty="0"/>
              <a:t>Answer: b</a:t>
            </a:r>
            <a:r>
              <a:rPr lang="en-US" dirty="0"/>
              <a:t>. Servo motor</a:t>
            </a:r>
          </a:p>
          <a:p>
            <a:pPr marL="0" indent="0">
              <a:buNone/>
            </a:pPr>
            <a:r>
              <a:rPr lang="en-US" b="1" dirty="0"/>
              <a:t>Explanation:</a:t>
            </a:r>
            <a:r>
              <a:rPr lang="en-US" dirty="0"/>
              <a:t> </a:t>
            </a:r>
            <a:r>
              <a:rPr lang="en-US" sz="2200" dirty="0"/>
              <a:t>Servo motors provide either partial rotation (usually about 180 degrees) or continuous 360-degree rotation, and often contain feedback sensors to read the servo’s position. The spindle on a servo motor allows the attachment of an arm that can be used to move objects up and down, left and right, and so forth.</a:t>
            </a:r>
          </a:p>
        </p:txBody>
      </p:sp>
    </p:spTree>
    <p:extLst>
      <p:ext uri="{BB962C8B-B14F-4D97-AF65-F5344CB8AC3E}">
        <p14:creationId xmlns:p14="http://schemas.microsoft.com/office/powerpoint/2010/main" val="19977629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a:xfrm>
            <a:off x="476843" y="1439545"/>
            <a:ext cx="11241915" cy="4351338"/>
          </a:xfrm>
        </p:spPr>
        <p:txBody>
          <a:bodyPr/>
          <a:lstStyle/>
          <a:p>
            <a:pPr marL="0" indent="0">
              <a:buNone/>
            </a:pPr>
            <a:r>
              <a:rPr lang="en-US" dirty="0"/>
              <a:t>Describe some of the IoT devices you have in your home.</a:t>
            </a:r>
          </a:p>
          <a:p>
            <a:pPr marL="0" indent="0">
              <a:buNone/>
            </a:pPr>
            <a:endParaRPr lang="en-US" dirty="0"/>
          </a:p>
          <a:p>
            <a:pPr marL="0" indent="0">
              <a:buNone/>
            </a:pPr>
            <a:r>
              <a:rPr lang="en-US" dirty="0"/>
              <a:t>What kind of sensor might be used by a controller that’s designed to keep the moisture in the air at a constant level?</a:t>
            </a:r>
          </a:p>
        </p:txBody>
      </p:sp>
    </p:spTree>
    <p:extLst>
      <p:ext uri="{BB962C8B-B14F-4D97-AF65-F5344CB8AC3E}">
        <p14:creationId xmlns:p14="http://schemas.microsoft.com/office/powerpoint/2010/main" val="6237428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a:xfrm>
            <a:off x="1016000" y="1355412"/>
            <a:ext cx="10516277" cy="4351338"/>
          </a:xfrm>
        </p:spPr>
        <p:txBody>
          <a:bodyPr/>
          <a:lstStyle/>
          <a:p>
            <a:pPr marL="0" indent="0">
              <a:buNone/>
            </a:pPr>
            <a:r>
              <a:rPr lang="en-US" dirty="0"/>
              <a:t>Now that the lesson has ended, you should be able to:</a:t>
            </a:r>
          </a:p>
          <a:p>
            <a:pPr marL="457200" indent="-457200">
              <a:buFont typeface="+mj-lt"/>
              <a:buAutoNum type="arabicPeriod"/>
            </a:pPr>
            <a:r>
              <a:rPr lang="en-US" altLang="zh-CN" dirty="0"/>
              <a:t>Define the Internet of Things and list use cases</a:t>
            </a:r>
          </a:p>
          <a:p>
            <a:pPr marL="457200" indent="-457200">
              <a:buFont typeface="+mj-lt"/>
              <a:buAutoNum type="arabicPeriod"/>
            </a:pPr>
            <a:r>
              <a:rPr lang="en-US" altLang="zh-CN" dirty="0"/>
              <a:t>Describe IoT network technologies</a:t>
            </a:r>
          </a:p>
          <a:p>
            <a:pPr marL="457200" indent="-457200">
              <a:buFont typeface="+mj-lt"/>
              <a:buAutoNum type="arabicPeriod"/>
            </a:pPr>
            <a:r>
              <a:rPr lang="en-US" altLang="zh-CN" dirty="0"/>
              <a:t>Discuss a variety of IoT devices</a:t>
            </a:r>
          </a:p>
          <a:p>
            <a:pPr marL="457200" indent="-457200">
              <a:buFont typeface="+mj-lt"/>
              <a:buAutoNum type="arabicPeriod"/>
            </a:pPr>
            <a:r>
              <a:rPr lang="en-US" altLang="zh-CN" dirty="0"/>
              <a:t>Utilize DIY IoT devices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schemas.microsoft.com/office/2006/documentManagement/types"/>
    <ds:schemaRef ds:uri="http://purl.org/dc/dcmitype/"/>
    <ds:schemaRef ds:uri="http://schemas.microsoft.com/office/infopath/2007/PartnerControls"/>
    <ds:schemaRef ds:uri="cc1e726a-7c3b-4654-9122-87de3e28a51c"/>
    <ds:schemaRef ds:uri="http://purl.org/dc/terms/"/>
    <ds:schemaRef ds:uri="http://schemas.openxmlformats.org/package/2006/metadata/core-properties"/>
    <ds:schemaRef ds:uri="http://www.w3.org/XML/1998/namespace"/>
    <ds:schemaRef ds:uri="http://purl.org/dc/elements/1.1/"/>
    <ds:schemaRef ds:uri="c8ecdccd-e3b0-4392-94c4-49d90f16d1d5"/>
    <ds:schemaRef ds:uri="http://schemas.microsoft.com/office/2006/metadata/properties"/>
  </ds:schemaRefs>
</ds:datastoreItem>
</file>

<file path=customXml/itemProps2.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28470</TotalTime>
  <Words>2687</Words>
  <Application>Microsoft Office PowerPoint</Application>
  <PresentationFormat>Widescreen</PresentationFormat>
  <Paragraphs>231</Paragraphs>
  <Slides>46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Calibri</vt:lpstr>
      <vt:lpstr>Courier New</vt:lpstr>
      <vt:lpstr>Roboto</vt:lpstr>
      <vt:lpstr>Wingdings</vt:lpstr>
      <vt:lpstr>Work Sans</vt:lpstr>
      <vt:lpstr>Work Sans </vt:lpstr>
      <vt:lpstr>Optimized Template Master</vt:lpstr>
      <vt:lpstr>Guide to Networking Essentials, 9e</vt:lpstr>
      <vt:lpstr>Chapter Objectives</vt:lpstr>
      <vt:lpstr>Introduction to the Internet of Things</vt:lpstr>
      <vt:lpstr>IoT Use Cases (1 of 3)</vt:lpstr>
      <vt:lpstr>IoT Use Cases (2 of 3)</vt:lpstr>
      <vt:lpstr>IoT Use Cases (3 of 3)</vt:lpstr>
      <vt:lpstr>IoT Technologies (1 of 3)</vt:lpstr>
      <vt:lpstr>IoT Technologies (2 of 3)</vt:lpstr>
      <vt:lpstr>IoT Technologies (3 of 3)</vt:lpstr>
      <vt:lpstr>IoT Networking (1 of 2)</vt:lpstr>
      <vt:lpstr>IoT Networking (2 of 2)</vt:lpstr>
      <vt:lpstr>IoT Networking Technologies Overview (1 of 3)</vt:lpstr>
      <vt:lpstr>IoT Networking Technologies Overview (2 of 3)</vt:lpstr>
      <vt:lpstr>IoT Networking Technologies Overview (3 of 3)</vt:lpstr>
      <vt:lpstr>Knowledge Check Activity 13-1</vt:lpstr>
      <vt:lpstr>Knowledge Check Activity 13-1: Answer</vt:lpstr>
      <vt:lpstr>Home Automation and Industrial IoT Devices</vt:lpstr>
      <vt:lpstr>A Sampler of Home Automation IoT Devices (1 of 3)</vt:lpstr>
      <vt:lpstr>A Sampler of Home Automation IoT Devices (2 of 3)</vt:lpstr>
      <vt:lpstr>A Sampler of Home Automation IoT Devices (3 of 3)</vt:lpstr>
      <vt:lpstr>Industrial IoT Devices (1 of 6)</vt:lpstr>
      <vt:lpstr>Industrial IoT Devices (2 of 6)</vt:lpstr>
      <vt:lpstr>Industrial IoT Devices (3 of 6)</vt:lpstr>
      <vt:lpstr>Industrial IoT Devices (4 of 6)</vt:lpstr>
      <vt:lpstr>Industrial IoT Devices (5 of 6)</vt:lpstr>
      <vt:lpstr>Industrial IoT Devices (6 of 6)</vt:lpstr>
      <vt:lpstr>DIY IoT (1 of 3)</vt:lpstr>
      <vt:lpstr>DIY IoT (2 of 3)</vt:lpstr>
      <vt:lpstr>DIY IoT (3 of 3)</vt:lpstr>
      <vt:lpstr>Getting Started with IoT (1 of 6)</vt:lpstr>
      <vt:lpstr>Getting Started with IoT (2 of 6)</vt:lpstr>
      <vt:lpstr>Getting Started with IoT (3 of 6)</vt:lpstr>
      <vt:lpstr>Getting Started with IoT (4 of 6)</vt:lpstr>
      <vt:lpstr>Getting Started with IoT (5 of 6)</vt:lpstr>
      <vt:lpstr>Getting Started with IoT (6 of 6)</vt:lpstr>
      <vt:lpstr>Tools for IoT</vt:lpstr>
      <vt:lpstr>IoT Software Development (1 of 6)</vt:lpstr>
      <vt:lpstr>IoT Software Development (2 of 6)</vt:lpstr>
      <vt:lpstr>IoT Software Development (3 of 6)</vt:lpstr>
      <vt:lpstr>IoT Software Development (4 of 6)</vt:lpstr>
      <vt:lpstr>IoT Software Development (5 of 6)</vt:lpstr>
      <vt:lpstr>IoT Software Development (6 of 6)</vt:lpstr>
      <vt:lpstr>Knowledge Check Activity 13-2</vt:lpstr>
      <vt:lpstr>Knowledge Check Activity 13-2: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Anthony Pacheco</cp:lastModifiedBy>
  <cp:revision>681</cp:revision>
  <cp:lastPrinted>2016-10-03T15:29:39Z</cp:lastPrinted>
  <dcterms:created xsi:type="dcterms:W3CDTF">2021-12-10T16:21:02Z</dcterms:created>
  <dcterms:modified xsi:type="dcterms:W3CDTF">2026-04-23T15:30:53Z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