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5"/>
  </p:notesMasterIdLst>
  <p:handoutMasterIdLst>
    <p:handoutMasterId r:id="rId66"/>
  </p:handoutMasterIdLst>
  <p:sldIdLst>
    <p:sldId id="257" r:id="rId5"/>
    <p:sldId id="259" r:id="rId6"/>
    <p:sldId id="536" r:id="rId7"/>
    <p:sldId id="537" r:id="rId8"/>
    <p:sldId id="538" r:id="rId9"/>
    <p:sldId id="539" r:id="rId10"/>
    <p:sldId id="540" r:id="rId11"/>
    <p:sldId id="541" r:id="rId12"/>
    <p:sldId id="542" r:id="rId13"/>
    <p:sldId id="543" r:id="rId14"/>
    <p:sldId id="268" r:id="rId15"/>
    <p:sldId id="544" r:id="rId16"/>
    <p:sldId id="545" r:id="rId17"/>
    <p:sldId id="546" r:id="rId18"/>
    <p:sldId id="547" r:id="rId19"/>
    <p:sldId id="548" r:id="rId20"/>
    <p:sldId id="549" r:id="rId21"/>
    <p:sldId id="550" r:id="rId22"/>
    <p:sldId id="551" r:id="rId23"/>
    <p:sldId id="552" r:id="rId24"/>
    <p:sldId id="553" r:id="rId25"/>
    <p:sldId id="554" r:id="rId26"/>
    <p:sldId id="556" r:id="rId27"/>
    <p:sldId id="557" r:id="rId28"/>
    <p:sldId id="558" r:id="rId29"/>
    <p:sldId id="559" r:id="rId30"/>
    <p:sldId id="479" r:id="rId31"/>
    <p:sldId id="262" r:id="rId32"/>
    <p:sldId id="263" r:id="rId33"/>
    <p:sldId id="560" r:id="rId34"/>
    <p:sldId id="561" r:id="rId35"/>
    <p:sldId id="562" r:id="rId36"/>
    <p:sldId id="563" r:id="rId37"/>
    <p:sldId id="530" r:id="rId38"/>
    <p:sldId id="564" r:id="rId39"/>
    <p:sldId id="565" r:id="rId40"/>
    <p:sldId id="566" r:id="rId41"/>
    <p:sldId id="567" r:id="rId42"/>
    <p:sldId id="568" r:id="rId43"/>
    <p:sldId id="406" r:id="rId44"/>
    <p:sldId id="569" r:id="rId45"/>
    <p:sldId id="570" r:id="rId46"/>
    <p:sldId id="571" r:id="rId47"/>
    <p:sldId id="572" r:id="rId48"/>
    <p:sldId id="573" r:id="rId49"/>
    <p:sldId id="574" r:id="rId50"/>
    <p:sldId id="576" r:id="rId51"/>
    <p:sldId id="575" r:id="rId52"/>
    <p:sldId id="577" r:id="rId53"/>
    <p:sldId id="578" r:id="rId54"/>
    <p:sldId id="450" r:id="rId55"/>
    <p:sldId id="579" r:id="rId56"/>
    <p:sldId id="580" r:id="rId57"/>
    <p:sldId id="581" r:id="rId58"/>
    <p:sldId id="582" r:id="rId59"/>
    <p:sldId id="583" r:id="rId60"/>
    <p:sldId id="313" r:id="rId61"/>
    <p:sldId id="314" r:id="rId62"/>
    <p:sldId id="269" r:id="rId63"/>
    <p:sldId id="270" r:id="rId64"/>
  </p:sldIdLst>
  <p:sldSz cx="12192000" cy="6858000"/>
  <p:notesSz cx="6858000" cy="9144000"/>
  <p:custDataLst>
    <p:tags r:id="rId67"/>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211396-E787-4732-8BA3-3DC93F6FA076}" v="2" dt="2026-04-30T04:40:32.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74" autoAdjust="0"/>
    <p:restoredTop sz="91041" autoAdjust="0"/>
  </p:normalViewPr>
  <p:slideViewPr>
    <p:cSldViewPr snapToGrid="0" snapToObjects="1">
      <p:cViewPr varScale="1">
        <p:scale>
          <a:sx n="94" d="100"/>
          <a:sy n="94" d="100"/>
        </p:scale>
        <p:origin x="450" y="7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6C61306-57F8-4F30-B63F-8877BEB9A9E1}"/>
    <pc:docChg chg="undo custSel modSld modMainMaster">
      <pc:chgData name="Anthony Pacheco" userId="fdf46b62-f4f9-461f-bfbc-c3446c220a65" providerId="ADAL" clId="{46C61306-57F8-4F30-B63F-8877BEB9A9E1}" dt="2026-04-30T04:44:38.163" v="362" actId="1076"/>
      <pc:docMkLst>
        <pc:docMk/>
      </pc:docMkLst>
      <pc:sldChg chg="modSp mod">
        <pc:chgData name="Anthony Pacheco" userId="fdf46b62-f4f9-461f-bfbc-c3446c220a65" providerId="ADAL" clId="{46C61306-57F8-4F30-B63F-8877BEB9A9E1}" dt="2026-04-07T03:40:59.102" v="2" actId="20577"/>
        <pc:sldMkLst>
          <pc:docMk/>
          <pc:sldMk cId="2293288057" sldId="257"/>
        </pc:sldMkLst>
        <pc:spChg chg="mod">
          <ac:chgData name="Anthony Pacheco" userId="fdf46b62-f4f9-461f-bfbc-c3446c220a65" providerId="ADAL" clId="{46C61306-57F8-4F30-B63F-8877BEB9A9E1}" dt="2026-04-07T03:40:59.102" v="2"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4-27T23:23:50.374" v="56" actId="113"/>
        <pc:sldMkLst>
          <pc:docMk/>
          <pc:sldMk cId="3724899739" sldId="259"/>
        </pc:sldMkLst>
        <pc:spChg chg="mod">
          <ac:chgData name="Anthony Pacheco" userId="fdf46b62-f4f9-461f-bfbc-c3446c220a65" providerId="ADAL" clId="{46C61306-57F8-4F30-B63F-8877BEB9A9E1}" dt="2026-04-27T23:23:50.374" v="56"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4-27T23:46:25.296" v="162" actId="1076"/>
        <pc:sldMkLst>
          <pc:docMk/>
          <pc:sldMk cId="3683800090" sldId="262"/>
        </pc:sldMkLst>
        <pc:spChg chg="mod">
          <ac:chgData name="Anthony Pacheco" userId="fdf46b62-f4f9-461f-bfbc-c3446c220a65" providerId="ADAL" clId="{46C61306-57F8-4F30-B63F-8877BEB9A9E1}" dt="2026-04-27T23:46:25.296" v="162" actId="1076"/>
          <ac:spMkLst>
            <pc:docMk/>
            <pc:sldMk cId="3683800090" sldId="262"/>
            <ac:spMk id="15" creationId="{5464F008-21F9-FCFB-BF06-39C357DBA52E}"/>
          </ac:spMkLst>
        </pc:spChg>
      </pc:sldChg>
      <pc:sldChg chg="modSp mod">
        <pc:chgData name="Anthony Pacheco" userId="fdf46b62-f4f9-461f-bfbc-c3446c220a65" providerId="ADAL" clId="{46C61306-57F8-4F30-B63F-8877BEB9A9E1}" dt="2026-04-27T23:46:40.603" v="163" actId="1076"/>
        <pc:sldMkLst>
          <pc:docMk/>
          <pc:sldMk cId="3889104735" sldId="263"/>
        </pc:sldMkLst>
        <pc:spChg chg="mod">
          <ac:chgData name="Anthony Pacheco" userId="fdf46b62-f4f9-461f-bfbc-c3446c220a65" providerId="ADAL" clId="{46C61306-57F8-4F30-B63F-8877BEB9A9E1}" dt="2026-04-27T23:46:40.603" v="163" actId="1076"/>
          <ac:spMkLst>
            <pc:docMk/>
            <pc:sldMk cId="3889104735" sldId="263"/>
            <ac:spMk id="12" creationId="{945F9FD1-AEB1-00C2-F6D0-11C11AF9B426}"/>
          </ac:spMkLst>
        </pc:spChg>
      </pc:sldChg>
      <pc:sldChg chg="modSp mod">
        <pc:chgData name="Anthony Pacheco" userId="fdf46b62-f4f9-461f-bfbc-c3446c220a65" providerId="ADAL" clId="{46C61306-57F8-4F30-B63F-8877BEB9A9E1}" dt="2026-04-27T23:42:16.708" v="127" actId="255"/>
        <pc:sldMkLst>
          <pc:docMk/>
          <pc:sldMk cId="1204174999" sldId="268"/>
        </pc:sldMkLst>
        <pc:spChg chg="mod">
          <ac:chgData name="Anthony Pacheco" userId="fdf46b62-f4f9-461f-bfbc-c3446c220a65" providerId="ADAL" clId="{46C61306-57F8-4F30-B63F-8877BEB9A9E1}" dt="2026-04-27T23:42:16.708" v="127" actId="255"/>
          <ac:spMkLst>
            <pc:docMk/>
            <pc:sldMk cId="1204174999" sldId="268"/>
            <ac:spMk id="2" creationId="{2EC5928A-C07D-49A3-93FF-EE908E021467}"/>
          </ac:spMkLst>
        </pc:spChg>
        <pc:picChg chg="mod">
          <ac:chgData name="Anthony Pacheco" userId="fdf46b62-f4f9-461f-bfbc-c3446c220a65" providerId="ADAL" clId="{46C61306-57F8-4F30-B63F-8877BEB9A9E1}" dt="2026-04-27T23:42:08.601" v="126" actId="14100"/>
          <ac:picMkLst>
            <pc:docMk/>
            <pc:sldMk cId="1204174999" sldId="268"/>
            <ac:picMk id="4" creationId="{B62CD34C-6FDF-089F-E407-2F02A837D6D6}"/>
          </ac:picMkLst>
        </pc:picChg>
      </pc:sldChg>
      <pc:sldChg chg="modSp mod">
        <pc:chgData name="Anthony Pacheco" userId="fdf46b62-f4f9-461f-bfbc-c3446c220a65" providerId="ADAL" clId="{46C61306-57F8-4F30-B63F-8877BEB9A9E1}" dt="2026-04-30T04:29:55.609" v="337" actId="14100"/>
        <pc:sldMkLst>
          <pc:docMk/>
          <pc:sldMk cId="623742845" sldId="269"/>
        </pc:sldMkLst>
        <pc:spChg chg="mod">
          <ac:chgData name="Anthony Pacheco" userId="fdf46b62-f4f9-461f-bfbc-c3446c220a65" providerId="ADAL" clId="{46C61306-57F8-4F30-B63F-8877BEB9A9E1}" dt="2026-04-30T04:29:55.609" v="337" actId="14100"/>
          <ac:spMkLst>
            <pc:docMk/>
            <pc:sldMk cId="623742845" sldId="269"/>
            <ac:spMk id="3" creationId="{D90D28A5-F477-438F-8470-076D1B855E62}"/>
          </ac:spMkLst>
        </pc:spChg>
      </pc:sldChg>
      <pc:sldChg chg="modSp mod">
        <pc:chgData name="Anthony Pacheco" userId="fdf46b62-f4f9-461f-bfbc-c3446c220a65" providerId="ADAL" clId="{46C61306-57F8-4F30-B63F-8877BEB9A9E1}" dt="2026-04-27T23:05:25.900" v="47" actId="113"/>
        <pc:sldMkLst>
          <pc:docMk/>
          <pc:sldMk cId="2322370733" sldId="270"/>
        </pc:sldMkLst>
        <pc:spChg chg="mod">
          <ac:chgData name="Anthony Pacheco" userId="fdf46b62-f4f9-461f-bfbc-c3446c220a65" providerId="ADAL" clId="{46C61306-57F8-4F30-B63F-8877BEB9A9E1}" dt="2026-04-27T23:05:25.900" v="47" actId="113"/>
          <ac:spMkLst>
            <pc:docMk/>
            <pc:sldMk cId="2322370733" sldId="270"/>
            <ac:spMk id="3" creationId="{6C62FF5B-1A90-449C-9F51-BCC153EB61C0}"/>
          </ac:spMkLst>
        </pc:spChg>
      </pc:sldChg>
      <pc:sldChg chg="modSp mod">
        <pc:chgData name="Anthony Pacheco" userId="fdf46b62-f4f9-461f-bfbc-c3446c220a65" providerId="ADAL" clId="{46C61306-57F8-4F30-B63F-8877BEB9A9E1}" dt="2026-04-30T04:27:59.873" v="335" actId="1076"/>
        <pc:sldMkLst>
          <pc:docMk/>
          <pc:sldMk cId="1225153072" sldId="313"/>
        </pc:sldMkLst>
        <pc:spChg chg="mod">
          <ac:chgData name="Anthony Pacheco" userId="fdf46b62-f4f9-461f-bfbc-c3446c220a65" providerId="ADAL" clId="{46C61306-57F8-4F30-B63F-8877BEB9A9E1}" dt="2026-04-30T04:27:59.873" v="335" actId="1076"/>
          <ac:spMkLst>
            <pc:docMk/>
            <pc:sldMk cId="1225153072" sldId="313"/>
            <ac:spMk id="15" creationId="{5464F008-21F9-FCFB-BF06-39C357DBA52E}"/>
          </ac:spMkLst>
        </pc:spChg>
      </pc:sldChg>
      <pc:sldChg chg="modSp mod">
        <pc:chgData name="Anthony Pacheco" userId="fdf46b62-f4f9-461f-bfbc-c3446c220a65" providerId="ADAL" clId="{46C61306-57F8-4F30-B63F-8877BEB9A9E1}" dt="2026-04-30T04:06:45.113" v="238" actId="255"/>
        <pc:sldMkLst>
          <pc:docMk/>
          <pc:sldMk cId="2650013312" sldId="406"/>
        </pc:sldMkLst>
        <pc:spChg chg="mod">
          <ac:chgData name="Anthony Pacheco" userId="fdf46b62-f4f9-461f-bfbc-c3446c220a65" providerId="ADAL" clId="{46C61306-57F8-4F30-B63F-8877BEB9A9E1}" dt="2026-04-30T04:06:45.113" v="238" actId="255"/>
          <ac:spMkLst>
            <pc:docMk/>
            <pc:sldMk cId="2650013312" sldId="406"/>
            <ac:spMk id="2" creationId="{69A1AFE2-5183-E39C-6A38-66F3A0B9FCAE}"/>
          </ac:spMkLst>
        </pc:spChg>
        <pc:picChg chg="mod">
          <ac:chgData name="Anthony Pacheco" userId="fdf46b62-f4f9-461f-bfbc-c3446c220a65" providerId="ADAL" clId="{46C61306-57F8-4F30-B63F-8877BEB9A9E1}" dt="2026-04-30T04:06:39.795" v="237" actId="14100"/>
          <ac:picMkLst>
            <pc:docMk/>
            <pc:sldMk cId="2650013312" sldId="406"/>
            <ac:picMk id="4" creationId="{C7B81B3F-FB8F-1C47-A433-6F864EE9CA0C}"/>
          </ac:picMkLst>
        </pc:picChg>
      </pc:sldChg>
      <pc:sldChg chg="modSp mod">
        <pc:chgData name="Anthony Pacheco" userId="fdf46b62-f4f9-461f-bfbc-c3446c220a65" providerId="ADAL" clId="{46C61306-57F8-4F30-B63F-8877BEB9A9E1}" dt="2026-04-30T04:21:45.943" v="310" actId="14100"/>
        <pc:sldMkLst>
          <pc:docMk/>
          <pc:sldMk cId="4093059358" sldId="450"/>
        </pc:sldMkLst>
        <pc:spChg chg="mod">
          <ac:chgData name="Anthony Pacheco" userId="fdf46b62-f4f9-461f-bfbc-c3446c220a65" providerId="ADAL" clId="{46C61306-57F8-4F30-B63F-8877BEB9A9E1}" dt="2026-04-30T04:21:36.024" v="308" actId="14100"/>
          <ac:spMkLst>
            <pc:docMk/>
            <pc:sldMk cId="4093059358" sldId="450"/>
            <ac:spMk id="2" creationId="{696F138B-1456-986C-C80B-DF3E20601157}"/>
          </ac:spMkLst>
        </pc:spChg>
        <pc:picChg chg="mod">
          <ac:chgData name="Anthony Pacheco" userId="fdf46b62-f4f9-461f-bfbc-c3446c220a65" providerId="ADAL" clId="{46C61306-57F8-4F30-B63F-8877BEB9A9E1}" dt="2026-04-30T04:21:45.943" v="310" actId="14100"/>
          <ac:picMkLst>
            <pc:docMk/>
            <pc:sldMk cId="4093059358" sldId="450"/>
            <ac:picMk id="4" creationId="{14B6281B-BCC1-7CF9-F9D3-4D8AA24A500E}"/>
          </ac:picMkLst>
        </pc:picChg>
      </pc:sldChg>
      <pc:sldChg chg="modSp mod">
        <pc:chgData name="Anthony Pacheco" userId="fdf46b62-f4f9-461f-bfbc-c3446c220a65" providerId="ADAL" clId="{46C61306-57F8-4F30-B63F-8877BEB9A9E1}" dt="2026-04-27T23:46:14.123" v="161" actId="255"/>
        <pc:sldMkLst>
          <pc:docMk/>
          <pc:sldMk cId="3113432143" sldId="479"/>
        </pc:sldMkLst>
        <pc:spChg chg="mod">
          <ac:chgData name="Anthony Pacheco" userId="fdf46b62-f4f9-461f-bfbc-c3446c220a65" providerId="ADAL" clId="{46C61306-57F8-4F30-B63F-8877BEB9A9E1}" dt="2026-04-27T23:46:14.123" v="161" actId="255"/>
          <ac:spMkLst>
            <pc:docMk/>
            <pc:sldMk cId="3113432143" sldId="479"/>
            <ac:spMk id="2" creationId="{E18E6B92-5B8F-3897-60C6-190D2E26C05F}"/>
          </ac:spMkLst>
        </pc:spChg>
        <pc:picChg chg="mod">
          <ac:chgData name="Anthony Pacheco" userId="fdf46b62-f4f9-461f-bfbc-c3446c220a65" providerId="ADAL" clId="{46C61306-57F8-4F30-B63F-8877BEB9A9E1}" dt="2026-04-27T23:46:07.756" v="160" actId="14100"/>
          <ac:picMkLst>
            <pc:docMk/>
            <pc:sldMk cId="3113432143" sldId="479"/>
            <ac:picMk id="4" creationId="{F22E3413-58A3-1575-06D1-4D3F4C202F2A}"/>
          </ac:picMkLst>
        </pc:picChg>
      </pc:sldChg>
      <pc:sldChg chg="modSp mod">
        <pc:chgData name="Anthony Pacheco" userId="fdf46b62-f4f9-461f-bfbc-c3446c220a65" providerId="ADAL" clId="{46C61306-57F8-4F30-B63F-8877BEB9A9E1}" dt="2026-04-30T03:48:10.752" v="197" actId="255"/>
        <pc:sldMkLst>
          <pc:docMk/>
          <pc:sldMk cId="2093953749" sldId="530"/>
        </pc:sldMkLst>
        <pc:spChg chg="mod">
          <ac:chgData name="Anthony Pacheco" userId="fdf46b62-f4f9-461f-bfbc-c3446c220a65" providerId="ADAL" clId="{46C61306-57F8-4F30-B63F-8877BEB9A9E1}" dt="2026-04-30T03:48:10.752" v="197" actId="255"/>
          <ac:spMkLst>
            <pc:docMk/>
            <pc:sldMk cId="2093953749" sldId="530"/>
            <ac:spMk id="2" creationId="{5185E09E-0C46-A6A2-1B59-10B993F994D3}"/>
          </ac:spMkLst>
        </pc:spChg>
        <pc:picChg chg="mod">
          <ac:chgData name="Anthony Pacheco" userId="fdf46b62-f4f9-461f-bfbc-c3446c220a65" providerId="ADAL" clId="{46C61306-57F8-4F30-B63F-8877BEB9A9E1}" dt="2026-04-27T23:53:26.517" v="182" actId="14100"/>
          <ac:picMkLst>
            <pc:docMk/>
            <pc:sldMk cId="2093953749" sldId="530"/>
            <ac:picMk id="4" creationId="{A092D9D4-0CFF-47FF-96E2-E2ED4BC26283}"/>
          </ac:picMkLst>
        </pc:picChg>
      </pc:sldChg>
      <pc:sldChg chg="modSp mod">
        <pc:chgData name="Anthony Pacheco" userId="fdf46b62-f4f9-461f-bfbc-c3446c220a65" providerId="ADAL" clId="{46C61306-57F8-4F30-B63F-8877BEB9A9E1}" dt="2026-04-27T23:24:02.317" v="58" actId="113"/>
        <pc:sldMkLst>
          <pc:docMk/>
          <pc:sldMk cId="3801956647" sldId="536"/>
        </pc:sldMkLst>
        <pc:spChg chg="mod">
          <ac:chgData name="Anthony Pacheco" userId="fdf46b62-f4f9-461f-bfbc-c3446c220a65" providerId="ADAL" clId="{46C61306-57F8-4F30-B63F-8877BEB9A9E1}" dt="2026-04-27T23:24:02.317" v="58" actId="113"/>
          <ac:spMkLst>
            <pc:docMk/>
            <pc:sldMk cId="3801956647" sldId="536"/>
            <ac:spMk id="3" creationId="{5C0DC56B-7CEE-626B-9D93-1055E970D4D1}"/>
          </ac:spMkLst>
        </pc:spChg>
      </pc:sldChg>
      <pc:sldChg chg="modSp mod">
        <pc:chgData name="Anthony Pacheco" userId="fdf46b62-f4f9-461f-bfbc-c3446c220a65" providerId="ADAL" clId="{46C61306-57F8-4F30-B63F-8877BEB9A9E1}" dt="2026-04-27T23:24:21.689" v="61" actId="113"/>
        <pc:sldMkLst>
          <pc:docMk/>
          <pc:sldMk cId="2222069146" sldId="537"/>
        </pc:sldMkLst>
        <pc:spChg chg="mod">
          <ac:chgData name="Anthony Pacheco" userId="fdf46b62-f4f9-461f-bfbc-c3446c220a65" providerId="ADAL" clId="{46C61306-57F8-4F30-B63F-8877BEB9A9E1}" dt="2026-04-27T23:24:21.689" v="61" actId="113"/>
          <ac:spMkLst>
            <pc:docMk/>
            <pc:sldMk cId="2222069146" sldId="537"/>
            <ac:spMk id="3" creationId="{3BB91804-4CEF-8E04-EA79-42E12D881B41}"/>
          </ac:spMkLst>
        </pc:spChg>
      </pc:sldChg>
      <pc:sldChg chg="modSp mod">
        <pc:chgData name="Anthony Pacheco" userId="fdf46b62-f4f9-461f-bfbc-c3446c220a65" providerId="ADAL" clId="{46C61306-57F8-4F30-B63F-8877BEB9A9E1}" dt="2026-04-27T23:24:51.465" v="65" actId="113"/>
        <pc:sldMkLst>
          <pc:docMk/>
          <pc:sldMk cId="2085656788" sldId="538"/>
        </pc:sldMkLst>
        <pc:spChg chg="mod">
          <ac:chgData name="Anthony Pacheco" userId="fdf46b62-f4f9-461f-bfbc-c3446c220a65" providerId="ADAL" clId="{46C61306-57F8-4F30-B63F-8877BEB9A9E1}" dt="2026-04-27T23:24:51.465" v="65" actId="113"/>
          <ac:spMkLst>
            <pc:docMk/>
            <pc:sldMk cId="2085656788" sldId="538"/>
            <ac:spMk id="3" creationId="{9A164871-F098-4347-AC02-9E2CED3B1C69}"/>
          </ac:spMkLst>
        </pc:spChg>
      </pc:sldChg>
      <pc:sldChg chg="modSp mod">
        <pc:chgData name="Anthony Pacheco" userId="fdf46b62-f4f9-461f-bfbc-c3446c220a65" providerId="ADAL" clId="{46C61306-57F8-4F30-B63F-8877BEB9A9E1}" dt="2026-04-27T23:25:27.589" v="69" actId="113"/>
        <pc:sldMkLst>
          <pc:docMk/>
          <pc:sldMk cId="4025313091" sldId="539"/>
        </pc:sldMkLst>
        <pc:spChg chg="mod">
          <ac:chgData name="Anthony Pacheco" userId="fdf46b62-f4f9-461f-bfbc-c3446c220a65" providerId="ADAL" clId="{46C61306-57F8-4F30-B63F-8877BEB9A9E1}" dt="2026-04-27T23:25:27.589" v="69" actId="113"/>
          <ac:spMkLst>
            <pc:docMk/>
            <pc:sldMk cId="4025313091" sldId="539"/>
            <ac:spMk id="3" creationId="{5D38D1CB-B28C-750E-6690-9481C666F6FE}"/>
          </ac:spMkLst>
        </pc:spChg>
      </pc:sldChg>
      <pc:sldChg chg="modSp mod">
        <pc:chgData name="Anthony Pacheco" userId="fdf46b62-f4f9-461f-bfbc-c3446c220a65" providerId="ADAL" clId="{46C61306-57F8-4F30-B63F-8877BEB9A9E1}" dt="2026-04-27T23:25:53.039" v="71" actId="113"/>
        <pc:sldMkLst>
          <pc:docMk/>
          <pc:sldMk cId="773660995" sldId="540"/>
        </pc:sldMkLst>
        <pc:spChg chg="mod">
          <ac:chgData name="Anthony Pacheco" userId="fdf46b62-f4f9-461f-bfbc-c3446c220a65" providerId="ADAL" clId="{46C61306-57F8-4F30-B63F-8877BEB9A9E1}" dt="2026-04-27T23:25:53.039" v="71" actId="113"/>
          <ac:spMkLst>
            <pc:docMk/>
            <pc:sldMk cId="773660995" sldId="540"/>
            <ac:spMk id="3" creationId="{5C8C7F84-A24D-C550-A911-B2ACACF070FC}"/>
          </ac:spMkLst>
        </pc:spChg>
      </pc:sldChg>
      <pc:sldChg chg="modSp mod">
        <pc:chgData name="Anthony Pacheco" userId="fdf46b62-f4f9-461f-bfbc-c3446c220a65" providerId="ADAL" clId="{46C61306-57F8-4F30-B63F-8877BEB9A9E1}" dt="2026-04-27T23:26:47.099" v="78" actId="255"/>
        <pc:sldMkLst>
          <pc:docMk/>
          <pc:sldMk cId="1446047773" sldId="541"/>
        </pc:sldMkLst>
        <pc:spChg chg="mod">
          <ac:chgData name="Anthony Pacheco" userId="fdf46b62-f4f9-461f-bfbc-c3446c220a65" providerId="ADAL" clId="{46C61306-57F8-4F30-B63F-8877BEB9A9E1}" dt="2026-04-27T23:26:47.099" v="78" actId="255"/>
          <ac:spMkLst>
            <pc:docMk/>
            <pc:sldMk cId="1446047773" sldId="541"/>
            <ac:spMk id="2" creationId="{D361CA2E-7300-C261-B3A1-6CE27D05E152}"/>
          </ac:spMkLst>
        </pc:spChg>
        <pc:spChg chg="mod">
          <ac:chgData name="Anthony Pacheco" userId="fdf46b62-f4f9-461f-bfbc-c3446c220a65" providerId="ADAL" clId="{46C61306-57F8-4F30-B63F-8877BEB9A9E1}" dt="2026-04-27T23:26:17.479" v="75" actId="113"/>
          <ac:spMkLst>
            <pc:docMk/>
            <pc:sldMk cId="1446047773" sldId="541"/>
            <ac:spMk id="3" creationId="{B44E9310-9FD1-4DBC-E4B9-CFFCD286F41E}"/>
          </ac:spMkLst>
        </pc:spChg>
      </pc:sldChg>
      <pc:sldChg chg="addSp modSp mod">
        <pc:chgData name="Anthony Pacheco" userId="fdf46b62-f4f9-461f-bfbc-c3446c220a65" providerId="ADAL" clId="{46C61306-57F8-4F30-B63F-8877BEB9A9E1}" dt="2026-04-27T23:41:49.445" v="123" actId="14100"/>
        <pc:sldMkLst>
          <pc:docMk/>
          <pc:sldMk cId="3287149553" sldId="542"/>
        </pc:sldMkLst>
        <pc:spChg chg="mod">
          <ac:chgData name="Anthony Pacheco" userId="fdf46b62-f4f9-461f-bfbc-c3446c220a65" providerId="ADAL" clId="{46C61306-57F8-4F30-B63F-8877BEB9A9E1}" dt="2026-04-27T23:27:00.302" v="79" actId="255"/>
          <ac:spMkLst>
            <pc:docMk/>
            <pc:sldMk cId="3287149553" sldId="542"/>
            <ac:spMk id="2" creationId="{121BD331-3696-EFDE-53DB-7581FE8F8150}"/>
          </ac:spMkLst>
        </pc:spChg>
        <pc:spChg chg="mod">
          <ac:chgData name="Anthony Pacheco" userId="fdf46b62-f4f9-461f-bfbc-c3446c220a65" providerId="ADAL" clId="{46C61306-57F8-4F30-B63F-8877BEB9A9E1}" dt="2026-04-27T23:41:49.445" v="123" actId="14100"/>
          <ac:spMkLst>
            <pc:docMk/>
            <pc:sldMk cId="3287149553" sldId="542"/>
            <ac:spMk id="3" creationId="{1F142DD4-DB67-BD14-0F38-4A87FAF8EB72}"/>
          </ac:spMkLst>
        </pc:spChg>
        <pc:spChg chg="add mod">
          <ac:chgData name="Anthony Pacheco" userId="fdf46b62-f4f9-461f-bfbc-c3446c220a65" providerId="ADAL" clId="{46C61306-57F8-4F30-B63F-8877BEB9A9E1}" dt="2026-04-27T23:41:07.090" v="92" actId="14100"/>
          <ac:spMkLst>
            <pc:docMk/>
            <pc:sldMk cId="3287149553" sldId="542"/>
            <ac:spMk id="5" creationId="{797E00D0-AA23-F5E3-FC4F-CC3211F54CDA}"/>
          </ac:spMkLst>
        </pc:spChg>
        <pc:spChg chg="add mod">
          <ac:chgData name="Anthony Pacheco" userId="fdf46b62-f4f9-461f-bfbc-c3446c220a65" providerId="ADAL" clId="{46C61306-57F8-4F30-B63F-8877BEB9A9E1}" dt="2026-04-27T23:41:42.673" v="122" actId="113"/>
          <ac:spMkLst>
            <pc:docMk/>
            <pc:sldMk cId="3287149553" sldId="542"/>
            <ac:spMk id="7" creationId="{682D7C8F-CFEA-A2F6-A50B-CE7458C501DA}"/>
          </ac:spMkLst>
        </pc:spChg>
      </pc:sldChg>
      <pc:sldChg chg="modSp mod">
        <pc:chgData name="Anthony Pacheco" userId="fdf46b62-f4f9-461f-bfbc-c3446c220a65" providerId="ADAL" clId="{46C61306-57F8-4F30-B63F-8877BEB9A9E1}" dt="2026-04-27T23:27:37.477" v="86" actId="113"/>
        <pc:sldMkLst>
          <pc:docMk/>
          <pc:sldMk cId="3975285453" sldId="543"/>
        </pc:sldMkLst>
        <pc:spChg chg="mod">
          <ac:chgData name="Anthony Pacheco" userId="fdf46b62-f4f9-461f-bfbc-c3446c220a65" providerId="ADAL" clId="{46C61306-57F8-4F30-B63F-8877BEB9A9E1}" dt="2026-04-27T23:27:29.637" v="84" actId="255"/>
          <ac:spMkLst>
            <pc:docMk/>
            <pc:sldMk cId="3975285453" sldId="543"/>
            <ac:spMk id="2" creationId="{BDA657DF-7B1D-E1E8-A29C-6045ED781CC4}"/>
          </ac:spMkLst>
        </pc:spChg>
        <pc:spChg chg="mod">
          <ac:chgData name="Anthony Pacheco" userId="fdf46b62-f4f9-461f-bfbc-c3446c220a65" providerId="ADAL" clId="{46C61306-57F8-4F30-B63F-8877BEB9A9E1}" dt="2026-04-27T23:27:37.477" v="86" actId="113"/>
          <ac:spMkLst>
            <pc:docMk/>
            <pc:sldMk cId="3975285453" sldId="543"/>
            <ac:spMk id="3" creationId="{4C48593B-EA59-B1A2-19F2-BAB895BDB462}"/>
          </ac:spMkLst>
        </pc:spChg>
      </pc:sldChg>
      <pc:sldChg chg="modSp mod">
        <pc:chgData name="Anthony Pacheco" userId="fdf46b62-f4f9-461f-bfbc-c3446c220a65" providerId="ADAL" clId="{46C61306-57F8-4F30-B63F-8877BEB9A9E1}" dt="2026-04-27T23:42:39.149" v="132" actId="14100"/>
        <pc:sldMkLst>
          <pc:docMk/>
          <pc:sldMk cId="2471065730" sldId="544"/>
        </pc:sldMkLst>
        <pc:spChg chg="mod">
          <ac:chgData name="Anthony Pacheco" userId="fdf46b62-f4f9-461f-bfbc-c3446c220a65" providerId="ADAL" clId="{46C61306-57F8-4F30-B63F-8877BEB9A9E1}" dt="2026-04-27T23:42:39.149" v="132" actId="14100"/>
          <ac:spMkLst>
            <pc:docMk/>
            <pc:sldMk cId="2471065730" sldId="544"/>
            <ac:spMk id="3" creationId="{7B07895C-6A51-4BF3-B78A-FB163F816DF6}"/>
          </ac:spMkLst>
        </pc:spChg>
      </pc:sldChg>
      <pc:sldChg chg="modSp mod">
        <pc:chgData name="Anthony Pacheco" userId="fdf46b62-f4f9-461f-bfbc-c3446c220a65" providerId="ADAL" clId="{46C61306-57F8-4F30-B63F-8877BEB9A9E1}" dt="2026-04-27T23:42:53.041" v="134" actId="1076"/>
        <pc:sldMkLst>
          <pc:docMk/>
          <pc:sldMk cId="1422037759" sldId="545"/>
        </pc:sldMkLst>
        <pc:spChg chg="mod">
          <ac:chgData name="Anthony Pacheco" userId="fdf46b62-f4f9-461f-bfbc-c3446c220a65" providerId="ADAL" clId="{46C61306-57F8-4F30-B63F-8877BEB9A9E1}" dt="2026-04-27T23:42:49.608" v="133" actId="255"/>
          <ac:spMkLst>
            <pc:docMk/>
            <pc:sldMk cId="1422037759" sldId="545"/>
            <ac:spMk id="2" creationId="{B7876B9F-ED91-6D53-C101-1D36B117F013}"/>
          </ac:spMkLst>
        </pc:spChg>
        <pc:spChg chg="mod">
          <ac:chgData name="Anthony Pacheco" userId="fdf46b62-f4f9-461f-bfbc-c3446c220a65" providerId="ADAL" clId="{46C61306-57F8-4F30-B63F-8877BEB9A9E1}" dt="2026-04-27T23:42:53.041" v="134" actId="1076"/>
          <ac:spMkLst>
            <pc:docMk/>
            <pc:sldMk cId="1422037759" sldId="545"/>
            <ac:spMk id="3" creationId="{880720FF-A592-832C-9B1E-44026B93B9E2}"/>
          </ac:spMkLst>
        </pc:spChg>
      </pc:sldChg>
      <pc:sldChg chg="modSp mod">
        <pc:chgData name="Anthony Pacheco" userId="fdf46b62-f4f9-461f-bfbc-c3446c220a65" providerId="ADAL" clId="{46C61306-57F8-4F30-B63F-8877BEB9A9E1}" dt="2026-04-27T23:43:07.870" v="136" actId="1076"/>
        <pc:sldMkLst>
          <pc:docMk/>
          <pc:sldMk cId="2257773656" sldId="546"/>
        </pc:sldMkLst>
        <pc:spChg chg="mod">
          <ac:chgData name="Anthony Pacheco" userId="fdf46b62-f4f9-461f-bfbc-c3446c220a65" providerId="ADAL" clId="{46C61306-57F8-4F30-B63F-8877BEB9A9E1}" dt="2026-04-27T23:43:04.113" v="135" actId="255"/>
          <ac:spMkLst>
            <pc:docMk/>
            <pc:sldMk cId="2257773656" sldId="546"/>
            <ac:spMk id="2" creationId="{06C68A3F-CCC3-59D2-8A30-4078386243B0}"/>
          </ac:spMkLst>
        </pc:spChg>
        <pc:spChg chg="mod">
          <ac:chgData name="Anthony Pacheco" userId="fdf46b62-f4f9-461f-bfbc-c3446c220a65" providerId="ADAL" clId="{46C61306-57F8-4F30-B63F-8877BEB9A9E1}" dt="2026-04-27T23:43:07.870" v="136" actId="1076"/>
          <ac:spMkLst>
            <pc:docMk/>
            <pc:sldMk cId="2257773656" sldId="546"/>
            <ac:spMk id="3" creationId="{7ED84748-FDE5-18F5-C28A-9D81127F6B55}"/>
          </ac:spMkLst>
        </pc:spChg>
      </pc:sldChg>
      <pc:sldChg chg="modSp mod">
        <pc:chgData name="Anthony Pacheco" userId="fdf46b62-f4f9-461f-bfbc-c3446c220a65" providerId="ADAL" clId="{46C61306-57F8-4F30-B63F-8877BEB9A9E1}" dt="2026-04-27T23:43:17.234" v="138" actId="113"/>
        <pc:sldMkLst>
          <pc:docMk/>
          <pc:sldMk cId="8502690" sldId="547"/>
        </pc:sldMkLst>
        <pc:spChg chg="mod">
          <ac:chgData name="Anthony Pacheco" userId="fdf46b62-f4f9-461f-bfbc-c3446c220a65" providerId="ADAL" clId="{46C61306-57F8-4F30-B63F-8877BEB9A9E1}" dt="2026-04-27T23:43:17.234" v="138" actId="113"/>
          <ac:spMkLst>
            <pc:docMk/>
            <pc:sldMk cId="8502690" sldId="547"/>
            <ac:spMk id="3" creationId="{135806DA-CCC4-23E2-70E4-7BD5C7688F19}"/>
          </ac:spMkLst>
        </pc:spChg>
      </pc:sldChg>
      <pc:sldChg chg="modSp mod">
        <pc:chgData name="Anthony Pacheco" userId="fdf46b62-f4f9-461f-bfbc-c3446c220a65" providerId="ADAL" clId="{46C61306-57F8-4F30-B63F-8877BEB9A9E1}" dt="2026-04-27T23:43:22.617" v="139" actId="1076"/>
        <pc:sldMkLst>
          <pc:docMk/>
          <pc:sldMk cId="3625056613" sldId="548"/>
        </pc:sldMkLst>
        <pc:spChg chg="mod">
          <ac:chgData name="Anthony Pacheco" userId="fdf46b62-f4f9-461f-bfbc-c3446c220a65" providerId="ADAL" clId="{46C61306-57F8-4F30-B63F-8877BEB9A9E1}" dt="2026-04-27T23:43:22.617" v="139" actId="1076"/>
          <ac:spMkLst>
            <pc:docMk/>
            <pc:sldMk cId="3625056613" sldId="548"/>
            <ac:spMk id="3" creationId="{62122F4F-8517-612E-DA6B-E269FBCE5C74}"/>
          </ac:spMkLst>
        </pc:spChg>
      </pc:sldChg>
      <pc:sldChg chg="modSp mod">
        <pc:chgData name="Anthony Pacheco" userId="fdf46b62-f4f9-461f-bfbc-c3446c220a65" providerId="ADAL" clId="{46C61306-57F8-4F30-B63F-8877BEB9A9E1}" dt="2026-04-27T23:43:41.443" v="141" actId="113"/>
        <pc:sldMkLst>
          <pc:docMk/>
          <pc:sldMk cId="3334534120" sldId="549"/>
        </pc:sldMkLst>
        <pc:spChg chg="mod">
          <ac:chgData name="Anthony Pacheco" userId="fdf46b62-f4f9-461f-bfbc-c3446c220a65" providerId="ADAL" clId="{46C61306-57F8-4F30-B63F-8877BEB9A9E1}" dt="2026-04-27T23:43:41.443" v="141" actId="113"/>
          <ac:spMkLst>
            <pc:docMk/>
            <pc:sldMk cId="3334534120" sldId="549"/>
            <ac:spMk id="3" creationId="{4747DEAB-7834-2180-F218-452041ED4782}"/>
          </ac:spMkLst>
        </pc:spChg>
      </pc:sldChg>
      <pc:sldChg chg="modSp mod">
        <pc:chgData name="Anthony Pacheco" userId="fdf46b62-f4f9-461f-bfbc-c3446c220a65" providerId="ADAL" clId="{46C61306-57F8-4F30-B63F-8877BEB9A9E1}" dt="2026-04-27T23:43:48.548" v="142" actId="1076"/>
        <pc:sldMkLst>
          <pc:docMk/>
          <pc:sldMk cId="2023631868" sldId="550"/>
        </pc:sldMkLst>
        <pc:spChg chg="mod">
          <ac:chgData name="Anthony Pacheco" userId="fdf46b62-f4f9-461f-bfbc-c3446c220a65" providerId="ADAL" clId="{46C61306-57F8-4F30-B63F-8877BEB9A9E1}" dt="2026-04-27T23:43:48.548" v="142" actId="1076"/>
          <ac:spMkLst>
            <pc:docMk/>
            <pc:sldMk cId="2023631868" sldId="550"/>
            <ac:spMk id="3" creationId="{18494E51-535B-5ECC-01B8-418CF3D7D195}"/>
          </ac:spMkLst>
        </pc:spChg>
      </pc:sldChg>
      <pc:sldChg chg="modSp mod">
        <pc:chgData name="Anthony Pacheco" userId="fdf46b62-f4f9-461f-bfbc-c3446c220a65" providerId="ADAL" clId="{46C61306-57F8-4F30-B63F-8877BEB9A9E1}" dt="2026-04-27T23:44:06.713" v="144" actId="113"/>
        <pc:sldMkLst>
          <pc:docMk/>
          <pc:sldMk cId="4111818272" sldId="551"/>
        </pc:sldMkLst>
        <pc:spChg chg="mod">
          <ac:chgData name="Anthony Pacheco" userId="fdf46b62-f4f9-461f-bfbc-c3446c220a65" providerId="ADAL" clId="{46C61306-57F8-4F30-B63F-8877BEB9A9E1}" dt="2026-04-27T23:44:06.713" v="144" actId="113"/>
          <ac:spMkLst>
            <pc:docMk/>
            <pc:sldMk cId="4111818272" sldId="551"/>
            <ac:spMk id="3" creationId="{62AD871D-5A08-E74C-5D76-974F7A6E2027}"/>
          </ac:spMkLst>
        </pc:spChg>
      </pc:sldChg>
      <pc:sldChg chg="modSp mod">
        <pc:chgData name="Anthony Pacheco" userId="fdf46b62-f4f9-461f-bfbc-c3446c220a65" providerId="ADAL" clId="{46C61306-57F8-4F30-B63F-8877BEB9A9E1}" dt="2026-04-27T23:44:18.568" v="147" actId="113"/>
        <pc:sldMkLst>
          <pc:docMk/>
          <pc:sldMk cId="603953434" sldId="552"/>
        </pc:sldMkLst>
        <pc:spChg chg="mod">
          <ac:chgData name="Anthony Pacheco" userId="fdf46b62-f4f9-461f-bfbc-c3446c220a65" providerId="ADAL" clId="{46C61306-57F8-4F30-B63F-8877BEB9A9E1}" dt="2026-04-27T23:44:18.568" v="147" actId="113"/>
          <ac:spMkLst>
            <pc:docMk/>
            <pc:sldMk cId="603953434" sldId="552"/>
            <ac:spMk id="3" creationId="{07B94DAA-311D-4253-08A1-F8F30467EF94}"/>
          </ac:spMkLst>
        </pc:spChg>
      </pc:sldChg>
      <pc:sldChg chg="modSp mod">
        <pc:chgData name="Anthony Pacheco" userId="fdf46b62-f4f9-461f-bfbc-c3446c220a65" providerId="ADAL" clId="{46C61306-57F8-4F30-B63F-8877BEB9A9E1}" dt="2026-04-27T23:44:41.950" v="149" actId="113"/>
        <pc:sldMkLst>
          <pc:docMk/>
          <pc:sldMk cId="1650124957" sldId="553"/>
        </pc:sldMkLst>
        <pc:spChg chg="mod">
          <ac:chgData name="Anthony Pacheco" userId="fdf46b62-f4f9-461f-bfbc-c3446c220a65" providerId="ADAL" clId="{46C61306-57F8-4F30-B63F-8877BEB9A9E1}" dt="2026-04-27T23:44:26.655" v="148" actId="255"/>
          <ac:spMkLst>
            <pc:docMk/>
            <pc:sldMk cId="1650124957" sldId="553"/>
            <ac:spMk id="2" creationId="{34B0489B-8C82-134F-D916-94FC4554C6CE}"/>
          </ac:spMkLst>
        </pc:spChg>
        <pc:spChg chg="mod">
          <ac:chgData name="Anthony Pacheco" userId="fdf46b62-f4f9-461f-bfbc-c3446c220a65" providerId="ADAL" clId="{46C61306-57F8-4F30-B63F-8877BEB9A9E1}" dt="2026-04-27T23:44:41.950" v="149" actId="113"/>
          <ac:spMkLst>
            <pc:docMk/>
            <pc:sldMk cId="1650124957" sldId="553"/>
            <ac:spMk id="3" creationId="{C97CCED9-CA5D-5848-3983-BA9EF9782AF3}"/>
          </ac:spMkLst>
        </pc:spChg>
      </pc:sldChg>
      <pc:sldChg chg="modSp mod">
        <pc:chgData name="Anthony Pacheco" userId="fdf46b62-f4f9-461f-bfbc-c3446c220a65" providerId="ADAL" clId="{46C61306-57F8-4F30-B63F-8877BEB9A9E1}" dt="2026-04-27T23:44:50.400" v="150" actId="255"/>
        <pc:sldMkLst>
          <pc:docMk/>
          <pc:sldMk cId="3214687966" sldId="554"/>
        </pc:sldMkLst>
        <pc:spChg chg="mod">
          <ac:chgData name="Anthony Pacheco" userId="fdf46b62-f4f9-461f-bfbc-c3446c220a65" providerId="ADAL" clId="{46C61306-57F8-4F30-B63F-8877BEB9A9E1}" dt="2026-04-27T23:44:50.400" v="150" actId="255"/>
          <ac:spMkLst>
            <pc:docMk/>
            <pc:sldMk cId="3214687966" sldId="554"/>
            <ac:spMk id="2" creationId="{41293723-1E8E-D6B4-9FAD-95D29560F0B7}"/>
          </ac:spMkLst>
        </pc:spChg>
      </pc:sldChg>
      <pc:sldChg chg="modSp mod">
        <pc:chgData name="Anthony Pacheco" userId="fdf46b62-f4f9-461f-bfbc-c3446c220a65" providerId="ADAL" clId="{46C61306-57F8-4F30-B63F-8877BEB9A9E1}" dt="2026-04-27T23:45:08.561" v="152" actId="113"/>
        <pc:sldMkLst>
          <pc:docMk/>
          <pc:sldMk cId="2069758494" sldId="556"/>
        </pc:sldMkLst>
        <pc:spChg chg="mod">
          <ac:chgData name="Anthony Pacheco" userId="fdf46b62-f4f9-461f-bfbc-c3446c220a65" providerId="ADAL" clId="{46C61306-57F8-4F30-B63F-8877BEB9A9E1}" dt="2026-04-27T23:45:01.776" v="151" actId="255"/>
          <ac:spMkLst>
            <pc:docMk/>
            <pc:sldMk cId="2069758494" sldId="556"/>
            <ac:spMk id="2" creationId="{04987372-675D-C21C-877A-2A34C63249D9}"/>
          </ac:spMkLst>
        </pc:spChg>
        <pc:spChg chg="mod">
          <ac:chgData name="Anthony Pacheco" userId="fdf46b62-f4f9-461f-bfbc-c3446c220a65" providerId="ADAL" clId="{46C61306-57F8-4F30-B63F-8877BEB9A9E1}" dt="2026-04-27T23:45:08.561" v="152" actId="113"/>
          <ac:spMkLst>
            <pc:docMk/>
            <pc:sldMk cId="2069758494" sldId="556"/>
            <ac:spMk id="3" creationId="{8AB82D22-4991-D389-2BF4-EAECCC09159E}"/>
          </ac:spMkLst>
        </pc:spChg>
      </pc:sldChg>
      <pc:sldChg chg="modSp mod">
        <pc:chgData name="Anthony Pacheco" userId="fdf46b62-f4f9-461f-bfbc-c3446c220a65" providerId="ADAL" clId="{46C61306-57F8-4F30-B63F-8877BEB9A9E1}" dt="2026-04-27T23:45:24.161" v="154" actId="113"/>
        <pc:sldMkLst>
          <pc:docMk/>
          <pc:sldMk cId="1772794671" sldId="557"/>
        </pc:sldMkLst>
        <pc:spChg chg="mod">
          <ac:chgData name="Anthony Pacheco" userId="fdf46b62-f4f9-461f-bfbc-c3446c220a65" providerId="ADAL" clId="{46C61306-57F8-4F30-B63F-8877BEB9A9E1}" dt="2026-04-27T23:45:24.161" v="154" actId="113"/>
          <ac:spMkLst>
            <pc:docMk/>
            <pc:sldMk cId="1772794671" sldId="557"/>
            <ac:spMk id="3" creationId="{7A7448F6-8C8F-3CB9-AA9D-07689010E851}"/>
          </ac:spMkLst>
        </pc:spChg>
      </pc:sldChg>
      <pc:sldChg chg="modSp mod">
        <pc:chgData name="Anthony Pacheco" userId="fdf46b62-f4f9-461f-bfbc-c3446c220a65" providerId="ADAL" clId="{46C61306-57F8-4F30-B63F-8877BEB9A9E1}" dt="2026-04-27T23:45:37.232" v="156" actId="113"/>
        <pc:sldMkLst>
          <pc:docMk/>
          <pc:sldMk cId="2908109781" sldId="558"/>
        </pc:sldMkLst>
        <pc:spChg chg="mod">
          <ac:chgData name="Anthony Pacheco" userId="fdf46b62-f4f9-461f-bfbc-c3446c220a65" providerId="ADAL" clId="{46C61306-57F8-4F30-B63F-8877BEB9A9E1}" dt="2026-04-27T23:45:37.232" v="156" actId="113"/>
          <ac:spMkLst>
            <pc:docMk/>
            <pc:sldMk cId="2908109781" sldId="558"/>
            <ac:spMk id="3" creationId="{1579149C-449A-9A2B-0D79-E7148A34BD00}"/>
          </ac:spMkLst>
        </pc:spChg>
      </pc:sldChg>
      <pc:sldChg chg="modSp mod">
        <pc:chgData name="Anthony Pacheco" userId="fdf46b62-f4f9-461f-bfbc-c3446c220a65" providerId="ADAL" clId="{46C61306-57F8-4F30-B63F-8877BEB9A9E1}" dt="2026-04-27T23:45:54.223" v="158" actId="113"/>
        <pc:sldMkLst>
          <pc:docMk/>
          <pc:sldMk cId="2915846332" sldId="559"/>
        </pc:sldMkLst>
        <pc:spChg chg="mod">
          <ac:chgData name="Anthony Pacheco" userId="fdf46b62-f4f9-461f-bfbc-c3446c220a65" providerId="ADAL" clId="{46C61306-57F8-4F30-B63F-8877BEB9A9E1}" dt="2026-04-27T23:45:45.587" v="157" actId="255"/>
          <ac:spMkLst>
            <pc:docMk/>
            <pc:sldMk cId="2915846332" sldId="559"/>
            <ac:spMk id="2" creationId="{3B6F6346-4283-9F1D-3B5A-2FA81B48D820}"/>
          </ac:spMkLst>
        </pc:spChg>
        <pc:spChg chg="mod">
          <ac:chgData name="Anthony Pacheco" userId="fdf46b62-f4f9-461f-bfbc-c3446c220a65" providerId="ADAL" clId="{46C61306-57F8-4F30-B63F-8877BEB9A9E1}" dt="2026-04-27T23:45:54.223" v="158" actId="113"/>
          <ac:spMkLst>
            <pc:docMk/>
            <pc:sldMk cId="2915846332" sldId="559"/>
            <ac:spMk id="3" creationId="{F4C67424-3B5F-959C-3E04-E6F03F56D641}"/>
          </ac:spMkLst>
        </pc:spChg>
      </pc:sldChg>
      <pc:sldChg chg="addSp modSp mod">
        <pc:chgData name="Anthony Pacheco" userId="fdf46b62-f4f9-461f-bfbc-c3446c220a65" providerId="ADAL" clId="{46C61306-57F8-4F30-B63F-8877BEB9A9E1}" dt="2026-04-30T03:45:27.363" v="186" actId="113"/>
        <pc:sldMkLst>
          <pc:docMk/>
          <pc:sldMk cId="2646269972" sldId="560"/>
        </pc:sldMkLst>
        <pc:spChg chg="mod">
          <ac:chgData name="Anthony Pacheco" userId="fdf46b62-f4f9-461f-bfbc-c3446c220a65" providerId="ADAL" clId="{46C61306-57F8-4F30-B63F-8877BEB9A9E1}" dt="2026-04-27T22:45:04.991" v="3" actId="14100"/>
          <ac:spMkLst>
            <pc:docMk/>
            <pc:sldMk cId="2646269972" sldId="560"/>
            <ac:spMk id="2" creationId="{F530CC11-873C-94AD-63ED-406C68D3A4F9}"/>
          </ac:spMkLst>
        </pc:spChg>
        <pc:spChg chg="mod">
          <ac:chgData name="Anthony Pacheco" userId="fdf46b62-f4f9-461f-bfbc-c3446c220a65" providerId="ADAL" clId="{46C61306-57F8-4F30-B63F-8877BEB9A9E1}" dt="2026-04-30T03:45:27.363" v="186" actId="113"/>
          <ac:spMkLst>
            <pc:docMk/>
            <pc:sldMk cId="2646269972" sldId="560"/>
            <ac:spMk id="3" creationId="{9A78CE16-7DC8-4936-0CC8-A59C6F18B5BB}"/>
          </ac:spMkLst>
        </pc:spChg>
      </pc:sldChg>
      <pc:sldChg chg="modSp mod">
        <pc:chgData name="Anthony Pacheco" userId="fdf46b62-f4f9-461f-bfbc-c3446c220a65" providerId="ADAL" clId="{46C61306-57F8-4F30-B63F-8877BEB9A9E1}" dt="2026-04-30T03:46:10.714" v="191" actId="113"/>
        <pc:sldMkLst>
          <pc:docMk/>
          <pc:sldMk cId="2753732567" sldId="561"/>
        </pc:sldMkLst>
        <pc:spChg chg="mod">
          <ac:chgData name="Anthony Pacheco" userId="fdf46b62-f4f9-461f-bfbc-c3446c220a65" providerId="ADAL" clId="{46C61306-57F8-4F30-B63F-8877BEB9A9E1}" dt="2026-04-30T03:46:10.714" v="191" actId="113"/>
          <ac:spMkLst>
            <pc:docMk/>
            <pc:sldMk cId="2753732567" sldId="561"/>
            <ac:spMk id="3" creationId="{D02588AE-DD52-AF6B-9AC7-58A888F91F5D}"/>
          </ac:spMkLst>
        </pc:spChg>
      </pc:sldChg>
      <pc:sldChg chg="modSp mod">
        <pc:chgData name="Anthony Pacheco" userId="fdf46b62-f4f9-461f-bfbc-c3446c220a65" providerId="ADAL" clId="{46C61306-57F8-4F30-B63F-8877BEB9A9E1}" dt="2026-04-30T03:47:13.659" v="193" actId="113"/>
        <pc:sldMkLst>
          <pc:docMk/>
          <pc:sldMk cId="1609170174" sldId="562"/>
        </pc:sldMkLst>
        <pc:spChg chg="mod">
          <ac:chgData name="Anthony Pacheco" userId="fdf46b62-f4f9-461f-bfbc-c3446c220a65" providerId="ADAL" clId="{46C61306-57F8-4F30-B63F-8877BEB9A9E1}" dt="2026-04-30T03:47:13.659" v="193" actId="113"/>
          <ac:spMkLst>
            <pc:docMk/>
            <pc:sldMk cId="1609170174" sldId="562"/>
            <ac:spMk id="3" creationId="{78C1E2EA-8EAD-06F4-1C89-3B4430395F1F}"/>
          </ac:spMkLst>
        </pc:spChg>
      </pc:sldChg>
      <pc:sldChg chg="modSp mod">
        <pc:chgData name="Anthony Pacheco" userId="fdf46b62-f4f9-461f-bfbc-c3446c220a65" providerId="ADAL" clId="{46C61306-57F8-4F30-B63F-8877BEB9A9E1}" dt="2026-04-30T03:47:55.770" v="196" actId="113"/>
        <pc:sldMkLst>
          <pc:docMk/>
          <pc:sldMk cId="2976163722" sldId="563"/>
        </pc:sldMkLst>
        <pc:spChg chg="mod">
          <ac:chgData name="Anthony Pacheco" userId="fdf46b62-f4f9-461f-bfbc-c3446c220a65" providerId="ADAL" clId="{46C61306-57F8-4F30-B63F-8877BEB9A9E1}" dt="2026-04-27T23:47:43.935" v="173" actId="255"/>
          <ac:spMkLst>
            <pc:docMk/>
            <pc:sldMk cId="2976163722" sldId="563"/>
            <ac:spMk id="2" creationId="{A0DC5AD1-079D-1344-AF95-499602E8AA72}"/>
          </ac:spMkLst>
        </pc:spChg>
        <pc:spChg chg="mod">
          <ac:chgData name="Anthony Pacheco" userId="fdf46b62-f4f9-461f-bfbc-c3446c220a65" providerId="ADAL" clId="{46C61306-57F8-4F30-B63F-8877BEB9A9E1}" dt="2026-04-30T03:47:55.770" v="196" actId="113"/>
          <ac:spMkLst>
            <pc:docMk/>
            <pc:sldMk cId="2976163722" sldId="563"/>
            <ac:spMk id="3" creationId="{035A75CF-E833-95D6-3A27-E19FCEFB865E}"/>
          </ac:spMkLst>
        </pc:spChg>
      </pc:sldChg>
      <pc:sldChg chg="modSp mod">
        <pc:chgData name="Anthony Pacheco" userId="fdf46b62-f4f9-461f-bfbc-c3446c220a65" providerId="ADAL" clId="{46C61306-57F8-4F30-B63F-8877BEB9A9E1}" dt="2026-04-30T03:48:20.016" v="198" actId="255"/>
        <pc:sldMkLst>
          <pc:docMk/>
          <pc:sldMk cId="1630855833" sldId="564"/>
        </pc:sldMkLst>
        <pc:spChg chg="mod">
          <ac:chgData name="Anthony Pacheco" userId="fdf46b62-f4f9-461f-bfbc-c3446c220a65" providerId="ADAL" clId="{46C61306-57F8-4F30-B63F-8877BEB9A9E1}" dt="2026-04-30T03:48:20.016" v="198" actId="255"/>
          <ac:spMkLst>
            <pc:docMk/>
            <pc:sldMk cId="1630855833" sldId="564"/>
            <ac:spMk id="2" creationId="{3AF92FE8-349B-C821-D2A6-DEC4EAA49B2A}"/>
          </ac:spMkLst>
        </pc:spChg>
        <pc:picChg chg="mod">
          <ac:chgData name="Anthony Pacheco" userId="fdf46b62-f4f9-461f-bfbc-c3446c220a65" providerId="ADAL" clId="{46C61306-57F8-4F30-B63F-8877BEB9A9E1}" dt="2026-04-27T23:53:56.609" v="184" actId="14100"/>
          <ac:picMkLst>
            <pc:docMk/>
            <pc:sldMk cId="1630855833" sldId="564"/>
            <ac:picMk id="4" creationId="{A249C229-C2ED-F3EE-2D45-A24751F038F5}"/>
          </ac:picMkLst>
        </pc:picChg>
      </pc:sldChg>
      <pc:sldChg chg="modSp mod">
        <pc:chgData name="Anthony Pacheco" userId="fdf46b62-f4f9-461f-bfbc-c3446c220a65" providerId="ADAL" clId="{46C61306-57F8-4F30-B63F-8877BEB9A9E1}" dt="2026-04-30T03:50:23.335" v="200" actId="113"/>
        <pc:sldMkLst>
          <pc:docMk/>
          <pc:sldMk cId="3777870753" sldId="565"/>
        </pc:sldMkLst>
        <pc:spChg chg="mod">
          <ac:chgData name="Anthony Pacheco" userId="fdf46b62-f4f9-461f-bfbc-c3446c220a65" providerId="ADAL" clId="{46C61306-57F8-4F30-B63F-8877BEB9A9E1}" dt="2026-04-30T03:50:23.335" v="200" actId="113"/>
          <ac:spMkLst>
            <pc:docMk/>
            <pc:sldMk cId="3777870753" sldId="565"/>
            <ac:spMk id="3" creationId="{C94127E2-B657-D695-1B2D-7A8071DB0974}"/>
          </ac:spMkLst>
        </pc:spChg>
      </pc:sldChg>
      <pc:sldChg chg="modSp mod">
        <pc:chgData name="Anthony Pacheco" userId="fdf46b62-f4f9-461f-bfbc-c3446c220a65" providerId="ADAL" clId="{46C61306-57F8-4F30-B63F-8877BEB9A9E1}" dt="2026-04-30T03:51:21.851" v="224" actId="113"/>
        <pc:sldMkLst>
          <pc:docMk/>
          <pc:sldMk cId="3732724275" sldId="566"/>
        </pc:sldMkLst>
        <pc:spChg chg="mod">
          <ac:chgData name="Anthony Pacheco" userId="fdf46b62-f4f9-461f-bfbc-c3446c220a65" providerId="ADAL" clId="{46C61306-57F8-4F30-B63F-8877BEB9A9E1}" dt="2026-04-30T03:51:02.790" v="222" actId="113"/>
          <ac:spMkLst>
            <pc:docMk/>
            <pc:sldMk cId="3732724275" sldId="566"/>
            <ac:spMk id="2" creationId="{F300108C-5FC1-9600-6DDE-6DB41BB384B6}"/>
          </ac:spMkLst>
        </pc:spChg>
        <pc:spChg chg="mod">
          <ac:chgData name="Anthony Pacheco" userId="fdf46b62-f4f9-461f-bfbc-c3446c220a65" providerId="ADAL" clId="{46C61306-57F8-4F30-B63F-8877BEB9A9E1}" dt="2026-04-30T03:51:21.851" v="224" actId="113"/>
          <ac:spMkLst>
            <pc:docMk/>
            <pc:sldMk cId="3732724275" sldId="566"/>
            <ac:spMk id="3" creationId="{FD250485-642A-F798-6B60-64B1D80FDD06}"/>
          </ac:spMkLst>
        </pc:spChg>
      </pc:sldChg>
      <pc:sldChg chg="modSp mod">
        <pc:chgData name="Anthony Pacheco" userId="fdf46b62-f4f9-461f-bfbc-c3446c220a65" providerId="ADAL" clId="{46C61306-57F8-4F30-B63F-8877BEB9A9E1}" dt="2026-04-30T03:53:26.279" v="230" actId="114"/>
        <pc:sldMkLst>
          <pc:docMk/>
          <pc:sldMk cId="4042714393" sldId="567"/>
        </pc:sldMkLst>
        <pc:spChg chg="mod">
          <ac:chgData name="Anthony Pacheco" userId="fdf46b62-f4f9-461f-bfbc-c3446c220a65" providerId="ADAL" clId="{46C61306-57F8-4F30-B63F-8877BEB9A9E1}" dt="2026-04-30T03:53:09.921" v="226" actId="14100"/>
          <ac:spMkLst>
            <pc:docMk/>
            <pc:sldMk cId="4042714393" sldId="567"/>
            <ac:spMk id="2" creationId="{2C5AA78A-0683-6585-79CD-4317F5B33AFB}"/>
          </ac:spMkLst>
        </pc:spChg>
        <pc:spChg chg="mod">
          <ac:chgData name="Anthony Pacheco" userId="fdf46b62-f4f9-461f-bfbc-c3446c220a65" providerId="ADAL" clId="{46C61306-57F8-4F30-B63F-8877BEB9A9E1}" dt="2026-04-30T03:53:26.279" v="230" actId="114"/>
          <ac:spMkLst>
            <pc:docMk/>
            <pc:sldMk cId="4042714393" sldId="567"/>
            <ac:spMk id="3" creationId="{359DEB73-0E50-57A3-E344-E51F005B8BB9}"/>
          </ac:spMkLst>
        </pc:spChg>
      </pc:sldChg>
      <pc:sldChg chg="addSp modSp mod">
        <pc:chgData name="Anthony Pacheco" userId="fdf46b62-f4f9-461f-bfbc-c3446c220a65" providerId="ADAL" clId="{46C61306-57F8-4F30-B63F-8877BEB9A9E1}" dt="2026-04-30T04:08:32.399" v="257" actId="1076"/>
        <pc:sldMkLst>
          <pc:docMk/>
          <pc:sldMk cId="1872545519" sldId="568"/>
        </pc:sldMkLst>
        <pc:spChg chg="mod">
          <ac:chgData name="Anthony Pacheco" userId="fdf46b62-f4f9-461f-bfbc-c3446c220a65" providerId="ADAL" clId="{46C61306-57F8-4F30-B63F-8877BEB9A9E1}" dt="2026-04-30T03:53:39.630" v="231" actId="255"/>
          <ac:spMkLst>
            <pc:docMk/>
            <pc:sldMk cId="1872545519" sldId="568"/>
            <ac:spMk id="2" creationId="{4307AA83-F2E9-C15C-F1C5-A68388A91379}"/>
          </ac:spMkLst>
        </pc:spChg>
        <pc:spChg chg="mod">
          <ac:chgData name="Anthony Pacheco" userId="fdf46b62-f4f9-461f-bfbc-c3446c220a65" providerId="ADAL" clId="{46C61306-57F8-4F30-B63F-8877BEB9A9E1}" dt="2026-04-30T04:07:00.583" v="239" actId="14100"/>
          <ac:spMkLst>
            <pc:docMk/>
            <pc:sldMk cId="1872545519" sldId="568"/>
            <ac:spMk id="3" creationId="{47D82AF8-B76E-3CBC-7790-67E40A83479B}"/>
          </ac:spMkLst>
        </pc:spChg>
        <pc:spChg chg="add mod">
          <ac:chgData name="Anthony Pacheco" userId="fdf46b62-f4f9-461f-bfbc-c3446c220a65" providerId="ADAL" clId="{46C61306-57F8-4F30-B63F-8877BEB9A9E1}" dt="2026-04-30T04:07:35.148" v="254" actId="20577"/>
          <ac:spMkLst>
            <pc:docMk/>
            <pc:sldMk cId="1872545519" sldId="568"/>
            <ac:spMk id="5" creationId="{27EC4FAF-F73C-D60B-8856-DF4F102ADC61}"/>
          </ac:spMkLst>
        </pc:spChg>
        <pc:spChg chg="add mod">
          <ac:chgData name="Anthony Pacheco" userId="fdf46b62-f4f9-461f-bfbc-c3446c220a65" providerId="ADAL" clId="{46C61306-57F8-4F30-B63F-8877BEB9A9E1}" dt="2026-04-30T04:08:32.399" v="257" actId="1076"/>
          <ac:spMkLst>
            <pc:docMk/>
            <pc:sldMk cId="1872545519" sldId="568"/>
            <ac:spMk id="7" creationId="{72A0E2D4-7877-F5C3-3199-5734205A3933}"/>
          </ac:spMkLst>
        </pc:spChg>
      </pc:sldChg>
      <pc:sldChg chg="modSp mod">
        <pc:chgData name="Anthony Pacheco" userId="fdf46b62-f4f9-461f-bfbc-c3446c220a65" providerId="ADAL" clId="{46C61306-57F8-4F30-B63F-8877BEB9A9E1}" dt="2026-04-30T04:09:04.507" v="263" actId="14100"/>
        <pc:sldMkLst>
          <pc:docMk/>
          <pc:sldMk cId="2259775818" sldId="569"/>
        </pc:sldMkLst>
        <pc:spChg chg="mod">
          <ac:chgData name="Anthony Pacheco" userId="fdf46b62-f4f9-461f-bfbc-c3446c220a65" providerId="ADAL" clId="{46C61306-57F8-4F30-B63F-8877BEB9A9E1}" dt="2026-04-30T04:09:04.507" v="263" actId="14100"/>
          <ac:spMkLst>
            <pc:docMk/>
            <pc:sldMk cId="2259775818" sldId="569"/>
            <ac:spMk id="3" creationId="{D3432D9B-2F3F-ADDB-A96A-E9F63DF00D42}"/>
          </ac:spMkLst>
        </pc:spChg>
      </pc:sldChg>
      <pc:sldChg chg="modSp mod">
        <pc:chgData name="Anthony Pacheco" userId="fdf46b62-f4f9-461f-bfbc-c3446c220a65" providerId="ADAL" clId="{46C61306-57F8-4F30-B63F-8877BEB9A9E1}" dt="2026-04-30T04:09:40.621" v="267" actId="113"/>
        <pc:sldMkLst>
          <pc:docMk/>
          <pc:sldMk cId="1725995682" sldId="570"/>
        </pc:sldMkLst>
        <pc:spChg chg="mod">
          <ac:chgData name="Anthony Pacheco" userId="fdf46b62-f4f9-461f-bfbc-c3446c220a65" providerId="ADAL" clId="{46C61306-57F8-4F30-B63F-8877BEB9A9E1}" dt="2026-04-30T04:09:40.621" v="267" actId="113"/>
          <ac:spMkLst>
            <pc:docMk/>
            <pc:sldMk cId="1725995682" sldId="570"/>
            <ac:spMk id="3" creationId="{C3C22D65-3D48-656B-0FCE-0C8809897097}"/>
          </ac:spMkLst>
        </pc:spChg>
      </pc:sldChg>
      <pc:sldChg chg="modSp mod">
        <pc:chgData name="Anthony Pacheco" userId="fdf46b62-f4f9-461f-bfbc-c3446c220a65" providerId="ADAL" clId="{46C61306-57F8-4F30-B63F-8877BEB9A9E1}" dt="2026-04-30T04:15:35.058" v="272" actId="113"/>
        <pc:sldMkLst>
          <pc:docMk/>
          <pc:sldMk cId="3489208060" sldId="571"/>
        </pc:sldMkLst>
        <pc:spChg chg="mod">
          <ac:chgData name="Anthony Pacheco" userId="fdf46b62-f4f9-461f-bfbc-c3446c220a65" providerId="ADAL" clId="{46C61306-57F8-4F30-B63F-8877BEB9A9E1}" dt="2026-04-30T04:15:35.058" v="272" actId="113"/>
          <ac:spMkLst>
            <pc:docMk/>
            <pc:sldMk cId="3489208060" sldId="571"/>
            <ac:spMk id="3" creationId="{EB64AABA-449A-318E-949C-77F0D77FDEA4}"/>
          </ac:spMkLst>
        </pc:spChg>
      </pc:sldChg>
      <pc:sldChg chg="modSp mod">
        <pc:chgData name="Anthony Pacheco" userId="fdf46b62-f4f9-461f-bfbc-c3446c220a65" providerId="ADAL" clId="{46C61306-57F8-4F30-B63F-8877BEB9A9E1}" dt="2026-04-30T04:15:55.844" v="275" actId="113"/>
        <pc:sldMkLst>
          <pc:docMk/>
          <pc:sldMk cId="137258549" sldId="572"/>
        </pc:sldMkLst>
        <pc:spChg chg="mod">
          <ac:chgData name="Anthony Pacheco" userId="fdf46b62-f4f9-461f-bfbc-c3446c220a65" providerId="ADAL" clId="{46C61306-57F8-4F30-B63F-8877BEB9A9E1}" dt="2026-04-30T04:15:55.844" v="275" actId="113"/>
          <ac:spMkLst>
            <pc:docMk/>
            <pc:sldMk cId="137258549" sldId="572"/>
            <ac:spMk id="3" creationId="{57F487D9-51AF-BC8F-BEE1-FDBDB33A110E}"/>
          </ac:spMkLst>
        </pc:spChg>
      </pc:sldChg>
      <pc:sldChg chg="modSp mod">
        <pc:chgData name="Anthony Pacheco" userId="fdf46b62-f4f9-461f-bfbc-c3446c220a65" providerId="ADAL" clId="{46C61306-57F8-4F30-B63F-8877BEB9A9E1}" dt="2026-04-30T04:16:26.169" v="277" actId="14100"/>
        <pc:sldMkLst>
          <pc:docMk/>
          <pc:sldMk cId="1735085466" sldId="573"/>
        </pc:sldMkLst>
        <pc:spChg chg="mod">
          <ac:chgData name="Anthony Pacheco" userId="fdf46b62-f4f9-461f-bfbc-c3446c220a65" providerId="ADAL" clId="{46C61306-57F8-4F30-B63F-8877BEB9A9E1}" dt="2026-04-30T04:16:26.169" v="277" actId="14100"/>
          <ac:spMkLst>
            <pc:docMk/>
            <pc:sldMk cId="1735085466" sldId="573"/>
            <ac:spMk id="3" creationId="{0D060ABE-D743-8F7D-F7BF-7DB7F8627929}"/>
          </ac:spMkLst>
        </pc:spChg>
      </pc:sldChg>
      <pc:sldChg chg="modSp mod">
        <pc:chgData name="Anthony Pacheco" userId="fdf46b62-f4f9-461f-bfbc-c3446c220a65" providerId="ADAL" clId="{46C61306-57F8-4F30-B63F-8877BEB9A9E1}" dt="2026-04-30T04:17:08.520" v="280" actId="113"/>
        <pc:sldMkLst>
          <pc:docMk/>
          <pc:sldMk cId="2164835088" sldId="574"/>
        </pc:sldMkLst>
        <pc:spChg chg="mod">
          <ac:chgData name="Anthony Pacheco" userId="fdf46b62-f4f9-461f-bfbc-c3446c220a65" providerId="ADAL" clId="{46C61306-57F8-4F30-B63F-8877BEB9A9E1}" dt="2026-04-30T04:17:08.520" v="280" actId="113"/>
          <ac:spMkLst>
            <pc:docMk/>
            <pc:sldMk cId="2164835088" sldId="574"/>
            <ac:spMk id="3" creationId="{2CDEFB3B-15E9-8645-A374-0866D1D42A4E}"/>
          </ac:spMkLst>
        </pc:spChg>
      </pc:sldChg>
      <pc:sldChg chg="modSp mod">
        <pc:chgData name="Anthony Pacheco" userId="fdf46b62-f4f9-461f-bfbc-c3446c220a65" providerId="ADAL" clId="{46C61306-57F8-4F30-B63F-8877BEB9A9E1}" dt="2026-04-30T04:19:59.136" v="290" actId="14100"/>
        <pc:sldMkLst>
          <pc:docMk/>
          <pc:sldMk cId="1533905456" sldId="575"/>
        </pc:sldMkLst>
        <pc:spChg chg="mod">
          <ac:chgData name="Anthony Pacheco" userId="fdf46b62-f4f9-461f-bfbc-c3446c220a65" providerId="ADAL" clId="{46C61306-57F8-4F30-B63F-8877BEB9A9E1}" dt="2026-04-30T04:19:59.136" v="290" actId="14100"/>
          <ac:spMkLst>
            <pc:docMk/>
            <pc:sldMk cId="1533905456" sldId="575"/>
            <ac:spMk id="3" creationId="{F5E5491E-AA24-7AB1-7837-5D29BF3DDB73}"/>
          </ac:spMkLst>
        </pc:spChg>
      </pc:sldChg>
      <pc:sldChg chg="modSp mod">
        <pc:chgData name="Anthony Pacheco" userId="fdf46b62-f4f9-461f-bfbc-c3446c220a65" providerId="ADAL" clId="{46C61306-57F8-4F30-B63F-8877BEB9A9E1}" dt="2026-04-30T04:18:38.520" v="285" actId="14100"/>
        <pc:sldMkLst>
          <pc:docMk/>
          <pc:sldMk cId="4277639128" sldId="576"/>
        </pc:sldMkLst>
        <pc:spChg chg="mod">
          <ac:chgData name="Anthony Pacheco" userId="fdf46b62-f4f9-461f-bfbc-c3446c220a65" providerId="ADAL" clId="{46C61306-57F8-4F30-B63F-8877BEB9A9E1}" dt="2026-04-30T04:18:38.520" v="285" actId="14100"/>
          <ac:spMkLst>
            <pc:docMk/>
            <pc:sldMk cId="4277639128" sldId="576"/>
            <ac:spMk id="3" creationId="{7EA0F430-544A-A4A0-B0C3-CBB040943B6C}"/>
          </ac:spMkLst>
        </pc:spChg>
      </pc:sldChg>
      <pc:sldChg chg="modSp mod">
        <pc:chgData name="Anthony Pacheco" userId="fdf46b62-f4f9-461f-bfbc-c3446c220a65" providerId="ADAL" clId="{46C61306-57F8-4F30-B63F-8877BEB9A9E1}" dt="2026-04-30T04:20:24.559" v="295" actId="113"/>
        <pc:sldMkLst>
          <pc:docMk/>
          <pc:sldMk cId="971404020" sldId="577"/>
        </pc:sldMkLst>
        <pc:spChg chg="mod">
          <ac:chgData name="Anthony Pacheco" userId="fdf46b62-f4f9-461f-bfbc-c3446c220a65" providerId="ADAL" clId="{46C61306-57F8-4F30-B63F-8877BEB9A9E1}" dt="2026-04-30T04:20:24.559" v="295" actId="113"/>
          <ac:spMkLst>
            <pc:docMk/>
            <pc:sldMk cId="971404020" sldId="577"/>
            <ac:spMk id="3" creationId="{FDCC9ECE-529F-BAEE-A4E3-5FD712417CA7}"/>
          </ac:spMkLst>
        </pc:spChg>
      </pc:sldChg>
      <pc:sldChg chg="modSp mod">
        <pc:chgData name="Anthony Pacheco" userId="fdf46b62-f4f9-461f-bfbc-c3446c220a65" providerId="ADAL" clId="{46C61306-57F8-4F30-B63F-8877BEB9A9E1}" dt="2026-04-30T04:21:17.993" v="306" actId="113"/>
        <pc:sldMkLst>
          <pc:docMk/>
          <pc:sldMk cId="517094585" sldId="578"/>
        </pc:sldMkLst>
        <pc:spChg chg="mod">
          <ac:chgData name="Anthony Pacheco" userId="fdf46b62-f4f9-461f-bfbc-c3446c220a65" providerId="ADAL" clId="{46C61306-57F8-4F30-B63F-8877BEB9A9E1}" dt="2026-04-30T04:20:37.016" v="297" actId="14100"/>
          <ac:spMkLst>
            <pc:docMk/>
            <pc:sldMk cId="517094585" sldId="578"/>
            <ac:spMk id="2" creationId="{30562E07-A52F-04E2-A1FA-2DDCB0A940C5}"/>
          </ac:spMkLst>
        </pc:spChg>
        <pc:spChg chg="mod">
          <ac:chgData name="Anthony Pacheco" userId="fdf46b62-f4f9-461f-bfbc-c3446c220a65" providerId="ADAL" clId="{46C61306-57F8-4F30-B63F-8877BEB9A9E1}" dt="2026-04-30T04:21:17.993" v="306" actId="113"/>
          <ac:spMkLst>
            <pc:docMk/>
            <pc:sldMk cId="517094585" sldId="578"/>
            <ac:spMk id="3" creationId="{13331A96-B732-EC50-4E91-B6A08D9DFC01}"/>
          </ac:spMkLst>
        </pc:spChg>
      </pc:sldChg>
      <pc:sldChg chg="modSp mod">
        <pc:chgData name="Anthony Pacheco" userId="fdf46b62-f4f9-461f-bfbc-c3446c220a65" providerId="ADAL" clId="{46C61306-57F8-4F30-B63F-8877BEB9A9E1}" dt="2026-04-30T04:23:04.003" v="316" actId="14100"/>
        <pc:sldMkLst>
          <pc:docMk/>
          <pc:sldMk cId="3857225044" sldId="579"/>
        </pc:sldMkLst>
        <pc:spChg chg="mod">
          <ac:chgData name="Anthony Pacheco" userId="fdf46b62-f4f9-461f-bfbc-c3446c220a65" providerId="ADAL" clId="{46C61306-57F8-4F30-B63F-8877BEB9A9E1}" dt="2026-04-30T04:23:04.003" v="316" actId="14100"/>
          <ac:spMkLst>
            <pc:docMk/>
            <pc:sldMk cId="3857225044" sldId="579"/>
            <ac:spMk id="3" creationId="{75B5EA79-A124-A227-0C0D-30DAE068133C}"/>
          </ac:spMkLst>
        </pc:spChg>
      </pc:sldChg>
      <pc:sldChg chg="modSp mod">
        <pc:chgData name="Anthony Pacheco" userId="fdf46b62-f4f9-461f-bfbc-c3446c220a65" providerId="ADAL" clId="{46C61306-57F8-4F30-B63F-8877BEB9A9E1}" dt="2026-04-30T04:23:47.983" v="324" actId="113"/>
        <pc:sldMkLst>
          <pc:docMk/>
          <pc:sldMk cId="4149846397" sldId="580"/>
        </pc:sldMkLst>
        <pc:spChg chg="mod">
          <ac:chgData name="Anthony Pacheco" userId="fdf46b62-f4f9-461f-bfbc-c3446c220a65" providerId="ADAL" clId="{46C61306-57F8-4F30-B63F-8877BEB9A9E1}" dt="2026-04-30T04:23:47.983" v="324" actId="113"/>
          <ac:spMkLst>
            <pc:docMk/>
            <pc:sldMk cId="4149846397" sldId="580"/>
            <ac:spMk id="3" creationId="{5C4B0FC1-14AE-C6A7-58FA-D5F8991FAE88}"/>
          </ac:spMkLst>
        </pc:spChg>
      </pc:sldChg>
      <pc:sldChg chg="modSp mod">
        <pc:chgData name="Anthony Pacheco" userId="fdf46b62-f4f9-461f-bfbc-c3446c220a65" providerId="ADAL" clId="{46C61306-57F8-4F30-B63F-8877BEB9A9E1}" dt="2026-04-30T04:24:11.650" v="328" actId="113"/>
        <pc:sldMkLst>
          <pc:docMk/>
          <pc:sldMk cId="1009195790" sldId="581"/>
        </pc:sldMkLst>
        <pc:spChg chg="mod">
          <ac:chgData name="Anthony Pacheco" userId="fdf46b62-f4f9-461f-bfbc-c3446c220a65" providerId="ADAL" clId="{46C61306-57F8-4F30-B63F-8877BEB9A9E1}" dt="2026-04-30T04:24:02.246" v="326" actId="14100"/>
          <ac:spMkLst>
            <pc:docMk/>
            <pc:sldMk cId="1009195790" sldId="581"/>
            <ac:spMk id="2" creationId="{9DE01E40-C94F-0561-37E2-240DA1CDD1F2}"/>
          </ac:spMkLst>
        </pc:spChg>
        <pc:spChg chg="mod">
          <ac:chgData name="Anthony Pacheco" userId="fdf46b62-f4f9-461f-bfbc-c3446c220a65" providerId="ADAL" clId="{46C61306-57F8-4F30-B63F-8877BEB9A9E1}" dt="2026-04-30T04:24:11.650" v="328" actId="113"/>
          <ac:spMkLst>
            <pc:docMk/>
            <pc:sldMk cId="1009195790" sldId="581"/>
            <ac:spMk id="3" creationId="{454D242E-3ADE-B1E3-ECCB-6B2B3A1FAD3F}"/>
          </ac:spMkLst>
        </pc:spChg>
      </pc:sldChg>
      <pc:sldChg chg="modSp mod">
        <pc:chgData name="Anthony Pacheco" userId="fdf46b62-f4f9-461f-bfbc-c3446c220a65" providerId="ADAL" clId="{46C61306-57F8-4F30-B63F-8877BEB9A9E1}" dt="2026-04-30T04:24:34.558" v="332" actId="113"/>
        <pc:sldMkLst>
          <pc:docMk/>
          <pc:sldMk cId="1578114838" sldId="582"/>
        </pc:sldMkLst>
        <pc:spChg chg="mod">
          <ac:chgData name="Anthony Pacheco" userId="fdf46b62-f4f9-461f-bfbc-c3446c220a65" providerId="ADAL" clId="{46C61306-57F8-4F30-B63F-8877BEB9A9E1}" dt="2026-04-30T04:24:24.582" v="330" actId="14100"/>
          <ac:spMkLst>
            <pc:docMk/>
            <pc:sldMk cId="1578114838" sldId="582"/>
            <ac:spMk id="2" creationId="{6DD918CA-C049-DEEA-69FF-85F6DD155791}"/>
          </ac:spMkLst>
        </pc:spChg>
        <pc:spChg chg="mod">
          <ac:chgData name="Anthony Pacheco" userId="fdf46b62-f4f9-461f-bfbc-c3446c220a65" providerId="ADAL" clId="{46C61306-57F8-4F30-B63F-8877BEB9A9E1}" dt="2026-04-30T04:24:34.558" v="332" actId="113"/>
          <ac:spMkLst>
            <pc:docMk/>
            <pc:sldMk cId="1578114838" sldId="582"/>
            <ac:spMk id="3" creationId="{343F2511-243F-8135-196B-B9A7E17C4A42}"/>
          </ac:spMkLst>
        </pc:spChg>
      </pc:sldChg>
      <pc:sldChg chg="addSp modSp mod">
        <pc:chgData name="Anthony Pacheco" userId="fdf46b62-f4f9-461f-bfbc-c3446c220a65" providerId="ADAL" clId="{46C61306-57F8-4F30-B63F-8877BEB9A9E1}" dt="2026-04-30T04:44:38.163" v="362" actId="1076"/>
        <pc:sldMkLst>
          <pc:docMk/>
          <pc:sldMk cId="1723269422" sldId="583"/>
        </pc:sldMkLst>
        <pc:spChg chg="mod">
          <ac:chgData name="Anthony Pacheco" userId="fdf46b62-f4f9-461f-bfbc-c3446c220a65" providerId="ADAL" clId="{46C61306-57F8-4F30-B63F-8877BEB9A9E1}" dt="2026-04-30T04:39:36.946" v="352" actId="1036"/>
          <ac:spMkLst>
            <pc:docMk/>
            <pc:sldMk cId="1723269422" sldId="583"/>
            <ac:spMk id="2" creationId="{702DAB1E-F5F1-1AED-B42C-0DFB353B3D20}"/>
          </ac:spMkLst>
        </pc:spChg>
        <pc:spChg chg="mod">
          <ac:chgData name="Anthony Pacheco" userId="fdf46b62-f4f9-461f-bfbc-c3446c220a65" providerId="ADAL" clId="{46C61306-57F8-4F30-B63F-8877BEB9A9E1}" dt="2026-04-30T04:39:54.857" v="354" actId="14100"/>
          <ac:spMkLst>
            <pc:docMk/>
            <pc:sldMk cId="1723269422" sldId="583"/>
            <ac:spMk id="3" creationId="{F634A508-D8A1-5EB1-A443-3B9E421EE81C}"/>
          </ac:spMkLst>
        </pc:spChg>
        <pc:spChg chg="add mod">
          <ac:chgData name="Anthony Pacheco" userId="fdf46b62-f4f9-461f-bfbc-c3446c220a65" providerId="ADAL" clId="{46C61306-57F8-4F30-B63F-8877BEB9A9E1}" dt="2026-04-30T04:40:19.017" v="358" actId="255"/>
          <ac:spMkLst>
            <pc:docMk/>
            <pc:sldMk cId="1723269422" sldId="583"/>
            <ac:spMk id="5" creationId="{1C90E6B7-FF54-3E93-A1F3-092441726AB4}"/>
          </ac:spMkLst>
        </pc:spChg>
        <pc:spChg chg="add mod">
          <ac:chgData name="Anthony Pacheco" userId="fdf46b62-f4f9-461f-bfbc-c3446c220a65" providerId="ADAL" clId="{46C61306-57F8-4F30-B63F-8877BEB9A9E1}" dt="2026-04-30T04:44:38.163" v="362" actId="1076"/>
          <ac:spMkLst>
            <pc:docMk/>
            <pc:sldMk cId="1723269422" sldId="583"/>
            <ac:spMk id="7" creationId="{3A34AD42-97BD-EAEB-060F-B23EC1FB419A}"/>
          </ac:spMkLst>
        </pc:spChg>
      </pc:sldChg>
      <pc:sldMasterChg chg="delSp modSp mod modSldLayout">
        <pc:chgData name="Anthony Pacheco" userId="fdf46b62-f4f9-461f-bfbc-c3446c220a65" providerId="ADAL" clId="{46C61306-57F8-4F30-B63F-8877BEB9A9E1}" dt="2026-04-27T23:03:25.242" v="9" actId="20577"/>
        <pc:sldMasterMkLst>
          <pc:docMk/>
          <pc:sldMasterMk cId="682046013" sldId="2147483725"/>
        </pc:sldMasterMkLst>
        <pc:spChg chg="mod">
          <ac:chgData name="Anthony Pacheco" userId="fdf46b62-f4f9-461f-bfbc-c3446c220a65" providerId="ADAL" clId="{46C61306-57F8-4F30-B63F-8877BEB9A9E1}" dt="2026-04-27T23:03:09.461" v="5"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4-27T23:03:15.650" v="6" actId="14100"/>
          <ac:spMkLst>
            <pc:docMk/>
            <pc:sldMasterMk cId="682046013" sldId="2147483725"/>
            <ac:spMk id="13" creationId="{A34EF16C-F8E9-4C74-8268-011BE18366AF}"/>
          </ac:spMkLst>
        </pc:spChg>
        <pc:sldLayoutChg chg="delSp modSp mod">
          <pc:chgData name="Anthony Pacheco" userId="fdf46b62-f4f9-461f-bfbc-c3446c220a65" providerId="ADAL" clId="{46C61306-57F8-4F30-B63F-8877BEB9A9E1}" dt="2026-04-27T23:03:25.242" v="9"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4-27T23:03:25.242" v="9"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4-27T23:03:19.642" v="7" actId="478"/>
          <pc:sldLayoutMkLst>
            <pc:docMk/>
            <pc:sldMasterMk cId="682046013" sldId="2147483725"/>
            <pc:sldLayoutMk cId="2170826813" sldId="2147483765"/>
          </pc:sldLayoutMkLst>
        </pc:sldLayoutChg>
      </pc:sldMasterChg>
    </pc:docChg>
  </pc:docChgLst>
  <pc:docChgLst>
    <pc:chgData name="Anthony Pacheco" userId="fdf46b62-f4f9-461f-bfbc-c3446c220a65" providerId="ADAL" clId="{2EBBB245-5B3B-473D-B849-1803AA1984E1}"/>
    <pc:docChg chg="undo custSel addSld delSld modSld">
      <pc:chgData name="Anthony Pacheco" userId="fdf46b62-f4f9-461f-bfbc-c3446c220a65" providerId="ADAL" clId="{2EBBB245-5B3B-473D-B849-1803AA1984E1}" dt="2026-04-28T18:45:08.584" v="16" actId="1037"/>
      <pc:docMkLst>
        <pc:docMk/>
      </pc:docMkLst>
      <pc:sldChg chg="addSp modSp mod">
        <pc:chgData name="Anthony Pacheco" userId="fdf46b62-f4f9-461f-bfbc-c3446c220a65" providerId="ADAL" clId="{2EBBB245-5B3B-473D-B849-1803AA1984E1}" dt="2026-04-28T17:34:30.254" v="7" actId="1076"/>
        <pc:sldMkLst>
          <pc:docMk/>
          <pc:sldMk cId="2069758494" sldId="556"/>
        </pc:sldMkLst>
        <pc:spChg chg="mod">
          <ac:chgData name="Anthony Pacheco" userId="fdf46b62-f4f9-461f-bfbc-c3446c220a65" providerId="ADAL" clId="{2EBBB245-5B3B-473D-B849-1803AA1984E1}" dt="2026-04-28T17:34:24.365" v="5" actId="14100"/>
          <ac:spMkLst>
            <pc:docMk/>
            <pc:sldMk cId="2069758494" sldId="556"/>
            <ac:spMk id="3" creationId="{8AB82D22-4991-D389-2BF4-EAECCC09159E}"/>
          </ac:spMkLst>
        </pc:spChg>
        <pc:spChg chg="add mod">
          <ac:chgData name="Anthony Pacheco" userId="fdf46b62-f4f9-461f-bfbc-c3446c220a65" providerId="ADAL" clId="{2EBBB245-5B3B-473D-B849-1803AA1984E1}" dt="2026-04-28T17:33:54.349" v="4" actId="1076"/>
          <ac:spMkLst>
            <pc:docMk/>
            <pc:sldMk cId="2069758494" sldId="556"/>
            <ac:spMk id="5" creationId="{6B883048-514D-44B1-BA8D-65E85D5E4D61}"/>
          </ac:spMkLst>
        </pc:spChg>
        <pc:spChg chg="add mod">
          <ac:chgData name="Anthony Pacheco" userId="fdf46b62-f4f9-461f-bfbc-c3446c220a65" providerId="ADAL" clId="{2EBBB245-5B3B-473D-B849-1803AA1984E1}" dt="2026-04-28T17:34:30.254" v="7" actId="1076"/>
          <ac:spMkLst>
            <pc:docMk/>
            <pc:sldMk cId="2069758494" sldId="556"/>
            <ac:spMk id="7" creationId="{E003944F-7244-4670-AA07-ADD25AD1FBC1}"/>
          </ac:spMkLst>
        </pc:spChg>
      </pc:sldChg>
      <pc:sldChg chg="addSp modSp mod">
        <pc:chgData name="Anthony Pacheco" userId="fdf46b62-f4f9-461f-bfbc-c3446c220a65" providerId="ADAL" clId="{2EBBB245-5B3B-473D-B849-1803AA1984E1}" dt="2026-04-28T18:45:08.584" v="16" actId="1037"/>
        <pc:sldMkLst>
          <pc:docMk/>
          <pc:sldMk cId="2915846332" sldId="559"/>
        </pc:sldMkLst>
        <pc:spChg chg="mod">
          <ac:chgData name="Anthony Pacheco" userId="fdf46b62-f4f9-461f-bfbc-c3446c220a65" providerId="ADAL" clId="{2EBBB245-5B3B-473D-B849-1803AA1984E1}" dt="2026-04-28T18:45:02.226" v="12" actId="1076"/>
          <ac:spMkLst>
            <pc:docMk/>
            <pc:sldMk cId="2915846332" sldId="559"/>
            <ac:spMk id="2" creationId="{3B6F6346-4283-9F1D-3B5A-2FA81B48D820}"/>
          </ac:spMkLst>
        </pc:spChg>
        <pc:spChg chg="add mod">
          <ac:chgData name="Anthony Pacheco" userId="fdf46b62-f4f9-461f-bfbc-c3446c220a65" providerId="ADAL" clId="{2EBBB245-5B3B-473D-B849-1803AA1984E1}" dt="2026-04-28T18:45:08.584" v="16" actId="1037"/>
          <ac:spMkLst>
            <pc:docMk/>
            <pc:sldMk cId="2915846332" sldId="559"/>
            <ac:spMk id="4" creationId="{7C64B008-2DED-4D98-944A-6435BBF9ECD8}"/>
          </ac:spMkLst>
        </pc:spChg>
      </pc:sldChg>
      <pc:sldChg chg="delSp mod">
        <pc:chgData name="Anthony Pacheco" userId="fdf46b62-f4f9-461f-bfbc-c3446c220a65" providerId="ADAL" clId="{2EBBB245-5B3B-473D-B849-1803AA1984E1}" dt="2026-04-28T18:44:50.262" v="10" actId="21"/>
        <pc:sldMkLst>
          <pc:docMk/>
          <pc:sldMk cId="2646269972" sldId="560"/>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844186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53</a:t>
            </a:fld>
            <a:endParaRPr lang="en-US" dirty="0"/>
          </a:p>
        </p:txBody>
      </p:sp>
    </p:spTree>
    <p:extLst>
      <p:ext uri="{BB962C8B-B14F-4D97-AF65-F5344CB8AC3E}">
        <p14:creationId xmlns:p14="http://schemas.microsoft.com/office/powerpoint/2010/main" val="10197126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49053"/>
            <a:ext cx="12192000" cy="4089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CEZyq-fBn3w"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youtube.com/watch?v=yTU2jO9rlK4"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hyperlink" Target="https://www.youtube.com/watch?v=e_AaBCf_aQ4" TargetMode="Externa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hyperlink" Target="https://www.youtube.com/watch?v=9cKWR2-4RLI" TargetMode="Externa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14: Troubleshooting and Support</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B816D21B-FBDE-9B17-3C9C-B9CB4BE097E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84370" y="982518"/>
            <a:ext cx="3623936" cy="4640930"/>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3242" y="1253330"/>
            <a:ext cx="11241915" cy="4741069"/>
          </a:xfrm>
        </p:spPr>
        <p:txBody>
          <a:bodyPr/>
          <a:lstStyle/>
          <a:p>
            <a:pPr marL="0" indent="0">
              <a:buNone/>
            </a:pPr>
            <a:r>
              <a:rPr lang="en-US" dirty="0"/>
              <a:t>By the end of this chapter, you should be able to:</a:t>
            </a:r>
          </a:p>
          <a:p>
            <a:pPr marL="457200" indent="-457200">
              <a:buFont typeface="+mj-lt"/>
              <a:buAutoNum type="arabicPeriod"/>
            </a:pPr>
            <a:r>
              <a:rPr lang="en-US" altLang="zh-CN" sz="2000" b="1" dirty="0"/>
              <a:t>Describe the benefits </a:t>
            </a:r>
            <a:r>
              <a:rPr lang="en-US" altLang="zh-CN" sz="2000" dirty="0"/>
              <a:t>of documenting a network and list what elements should be documented</a:t>
            </a:r>
          </a:p>
          <a:p>
            <a:pPr marL="457200" indent="-457200">
              <a:buFont typeface="+mj-lt"/>
              <a:buAutoNum type="arabicPeriod"/>
            </a:pPr>
            <a:r>
              <a:rPr lang="en-US" altLang="zh-CN" sz="2000" b="1" dirty="0"/>
              <a:t>List the steps </a:t>
            </a:r>
            <a:r>
              <a:rPr lang="en-US" altLang="zh-CN" sz="2000" dirty="0"/>
              <a:t>of the problem-solving process</a:t>
            </a:r>
          </a:p>
          <a:p>
            <a:pPr marL="457200" indent="-457200">
              <a:buFont typeface="+mj-lt"/>
              <a:buAutoNum type="arabicPeriod"/>
            </a:pPr>
            <a:r>
              <a:rPr lang="en-US" altLang="zh-CN" sz="2000" dirty="0"/>
              <a:t>Explain </a:t>
            </a:r>
            <a:r>
              <a:rPr lang="en-US" altLang="zh-CN" sz="2000" b="1" dirty="0"/>
              <a:t>different approaches </a:t>
            </a:r>
            <a:r>
              <a:rPr lang="en-US" altLang="zh-CN" sz="2000" dirty="0"/>
              <a:t>to network troubleshooting</a:t>
            </a:r>
          </a:p>
          <a:p>
            <a:pPr marL="457200" indent="-457200">
              <a:buFont typeface="+mj-lt"/>
              <a:buAutoNum type="arabicPeriod"/>
            </a:pPr>
            <a:r>
              <a:rPr lang="en-US" altLang="zh-CN" sz="2000" dirty="0"/>
              <a:t>Make use of </a:t>
            </a:r>
            <a:r>
              <a:rPr lang="en-US" altLang="zh-CN" sz="2000" b="1" dirty="0"/>
              <a:t>problem-solving resources</a:t>
            </a:r>
          </a:p>
          <a:p>
            <a:pPr marL="457200" indent="-457200">
              <a:buFont typeface="+mj-lt"/>
              <a:buAutoNum type="arabicPeriod"/>
            </a:pPr>
            <a:r>
              <a:rPr lang="en-US" altLang="zh-CN" sz="2000" dirty="0"/>
              <a:t>Describe network </a:t>
            </a:r>
            <a:r>
              <a:rPr lang="en-US" altLang="zh-CN" sz="2000" b="1" dirty="0"/>
              <a:t>troubleshooting tools</a:t>
            </a:r>
          </a:p>
          <a:p>
            <a:pPr marL="457200" indent="-457200">
              <a:buFont typeface="+mj-lt"/>
              <a:buAutoNum type="arabicPeriod"/>
            </a:pPr>
            <a:r>
              <a:rPr lang="en-US" altLang="zh-CN" sz="2000" dirty="0"/>
              <a:t>Summarize common </a:t>
            </a:r>
            <a:r>
              <a:rPr lang="en-US" altLang="zh-CN" sz="2000" b="1" dirty="0"/>
              <a:t>troubleshooting situations</a:t>
            </a:r>
          </a:p>
          <a:p>
            <a:pPr marL="457200" indent="-457200">
              <a:buFont typeface="+mj-lt"/>
              <a:buAutoNum type="arabicPeriod"/>
            </a:pPr>
            <a:r>
              <a:rPr lang="en-US" altLang="zh-CN" sz="2000" dirty="0"/>
              <a:t>Describe </a:t>
            </a:r>
            <a:r>
              <a:rPr lang="en-US" altLang="zh-CN" sz="2000" b="1" dirty="0"/>
              <a:t>disaster recovery procedures</a:t>
            </a:r>
          </a:p>
          <a:p>
            <a:pPr marL="457200" indent="-457200">
              <a:buFont typeface="+mj-lt"/>
              <a:buAutoNum type="arabicPeriod"/>
            </a:pPr>
            <a:endParaRPr lang="en-US" altLang="zh-CN" dirty="0"/>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50191-917F-DD43-EE68-19393516FCD4}"/>
              </a:ext>
            </a:extLst>
          </p:cNvPr>
          <p:cNvSpPr>
            <a:spLocks noGrp="1"/>
          </p:cNvSpPr>
          <p:nvPr>
            <p:ph type="title"/>
          </p:nvPr>
        </p:nvSpPr>
        <p:spPr/>
        <p:txBody>
          <a:bodyPr/>
          <a:lstStyle/>
          <a:p>
            <a:r>
              <a:rPr lang="en-US" dirty="0"/>
              <a:t>Documenting Your Network</a:t>
            </a:r>
          </a:p>
        </p:txBody>
      </p:sp>
      <p:sp>
        <p:nvSpPr>
          <p:cNvPr id="3" name="Content Placeholder 2">
            <a:extLst>
              <a:ext uri="{FF2B5EF4-FFF2-40B4-BE49-F238E27FC236}">
                <a16:creationId xmlns:a16="http://schemas.microsoft.com/office/drawing/2014/main" id="{5C0DC56B-7CEE-626B-9D93-1055E970D4D1}"/>
              </a:ext>
            </a:extLst>
          </p:cNvPr>
          <p:cNvSpPr>
            <a:spLocks noGrp="1"/>
          </p:cNvSpPr>
          <p:nvPr>
            <p:ph idx="1"/>
          </p:nvPr>
        </p:nvSpPr>
        <p:spPr>
          <a:xfrm>
            <a:off x="476843" y="1480185"/>
            <a:ext cx="11241915" cy="4351338"/>
          </a:xfrm>
        </p:spPr>
        <p:txBody>
          <a:bodyPr/>
          <a:lstStyle/>
          <a:p>
            <a:r>
              <a:rPr lang="en-US" dirty="0"/>
              <a:t>The following are reasons to </a:t>
            </a:r>
            <a:r>
              <a:rPr lang="en-US" b="1" dirty="0"/>
              <a:t>document</a:t>
            </a:r>
            <a:r>
              <a:rPr lang="en-US" dirty="0"/>
              <a:t> a network:</a:t>
            </a:r>
          </a:p>
          <a:p>
            <a:pPr lvl="1"/>
            <a:r>
              <a:rPr lang="en-US" sz="2200" dirty="0"/>
              <a:t>Makes equipment moves, adds and changes easier</a:t>
            </a:r>
          </a:p>
          <a:p>
            <a:pPr lvl="1"/>
            <a:r>
              <a:rPr lang="en-US" sz="2200" dirty="0"/>
              <a:t>Provides needed information for troubleshooting</a:t>
            </a:r>
          </a:p>
          <a:p>
            <a:pPr lvl="1"/>
            <a:r>
              <a:rPr lang="en-US" sz="2200" dirty="0"/>
              <a:t>Offers justification for additional staff or equipment</a:t>
            </a:r>
          </a:p>
          <a:p>
            <a:pPr lvl="1"/>
            <a:r>
              <a:rPr lang="en-US" sz="2200" dirty="0"/>
              <a:t>Helps determine compliance with standards</a:t>
            </a:r>
          </a:p>
          <a:p>
            <a:pPr lvl="1"/>
            <a:r>
              <a:rPr lang="en-US" sz="2200" dirty="0"/>
              <a:t>Supplies proof that your installations meet hardware or software requirements</a:t>
            </a:r>
          </a:p>
          <a:p>
            <a:pPr lvl="1"/>
            <a:r>
              <a:rPr lang="en-US" sz="2200" dirty="0"/>
              <a:t>Reduces training requirements and facilitates security management</a:t>
            </a:r>
          </a:p>
          <a:p>
            <a:pPr lvl="1"/>
            <a:r>
              <a:rPr lang="en-US" sz="2200" dirty="0"/>
              <a:t>Improves compliance with software licensing agreements</a:t>
            </a:r>
          </a:p>
          <a:p>
            <a:endParaRPr lang="en-US" dirty="0"/>
          </a:p>
        </p:txBody>
      </p:sp>
    </p:spTree>
    <p:extLst>
      <p:ext uri="{BB962C8B-B14F-4D97-AF65-F5344CB8AC3E}">
        <p14:creationId xmlns:p14="http://schemas.microsoft.com/office/powerpoint/2010/main" val="3801956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4DD1-F535-E809-B1C6-65659E4BB325}"/>
              </a:ext>
            </a:extLst>
          </p:cNvPr>
          <p:cNvSpPr>
            <a:spLocks noGrp="1"/>
          </p:cNvSpPr>
          <p:nvPr>
            <p:ph type="title"/>
          </p:nvPr>
        </p:nvSpPr>
        <p:spPr/>
        <p:txBody>
          <a:bodyPr/>
          <a:lstStyle/>
          <a:p>
            <a:r>
              <a:rPr lang="en-US" dirty="0"/>
              <a:t>Change Management</a:t>
            </a:r>
          </a:p>
        </p:txBody>
      </p:sp>
      <p:sp>
        <p:nvSpPr>
          <p:cNvPr id="3" name="Content Placeholder 2">
            <a:extLst>
              <a:ext uri="{FF2B5EF4-FFF2-40B4-BE49-F238E27FC236}">
                <a16:creationId xmlns:a16="http://schemas.microsoft.com/office/drawing/2014/main" id="{3BB91804-4CEF-8E04-EA79-42E12D881B41}"/>
              </a:ext>
            </a:extLst>
          </p:cNvPr>
          <p:cNvSpPr>
            <a:spLocks noGrp="1"/>
          </p:cNvSpPr>
          <p:nvPr>
            <p:ph idx="1"/>
          </p:nvPr>
        </p:nvSpPr>
        <p:spPr>
          <a:xfrm>
            <a:off x="476843" y="1480185"/>
            <a:ext cx="11241915" cy="4351338"/>
          </a:xfrm>
        </p:spPr>
        <p:txBody>
          <a:bodyPr/>
          <a:lstStyle/>
          <a:p>
            <a:r>
              <a:rPr lang="en-US" dirty="0"/>
              <a:t>In a network, a </a:t>
            </a:r>
            <a:r>
              <a:rPr lang="en-US" b="1" dirty="0"/>
              <a:t>change is some procedure </a:t>
            </a:r>
            <a:r>
              <a:rPr lang="en-US" dirty="0"/>
              <a:t>that requires modifications at workstations, such as changes of addresses, a NIC replacement, a software change, or a complete change in the workstation</a:t>
            </a:r>
          </a:p>
          <a:p>
            <a:pPr lvl="1"/>
            <a:r>
              <a:rPr lang="en-US" sz="2200" dirty="0"/>
              <a:t>When a workstation is moved, you must know which patch-panel and switch ports are currently being used so they can be disconnected</a:t>
            </a:r>
          </a:p>
          <a:p>
            <a:pPr lvl="1"/>
            <a:r>
              <a:rPr lang="en-US" sz="2200" dirty="0"/>
              <a:t>Without proper documentation, cables must be traced</a:t>
            </a:r>
          </a:p>
          <a:p>
            <a:r>
              <a:rPr lang="en-US" b="1" dirty="0"/>
              <a:t>Documenting changes </a:t>
            </a:r>
            <a:r>
              <a:rPr lang="en-US" dirty="0"/>
              <a:t>in your network, which includes reasons for change, the potential impact of a change, notifications, and approval procedures, is called </a:t>
            </a:r>
            <a:r>
              <a:rPr lang="en-US" b="1" dirty="0"/>
              <a:t>change management</a:t>
            </a:r>
          </a:p>
          <a:p>
            <a:endParaRPr lang="en-US" dirty="0"/>
          </a:p>
        </p:txBody>
      </p:sp>
    </p:spTree>
    <p:extLst>
      <p:ext uri="{BB962C8B-B14F-4D97-AF65-F5344CB8AC3E}">
        <p14:creationId xmlns:p14="http://schemas.microsoft.com/office/powerpoint/2010/main" val="222206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C76B1-A946-DB34-728E-5DECBCC31404}"/>
              </a:ext>
            </a:extLst>
          </p:cNvPr>
          <p:cNvSpPr>
            <a:spLocks noGrp="1"/>
          </p:cNvSpPr>
          <p:nvPr>
            <p:ph type="title"/>
          </p:nvPr>
        </p:nvSpPr>
        <p:spPr/>
        <p:txBody>
          <a:bodyPr/>
          <a:lstStyle/>
          <a:p>
            <a:r>
              <a:rPr lang="en-US" dirty="0"/>
              <a:t>Documentation and Troubleshooting</a:t>
            </a:r>
          </a:p>
        </p:txBody>
      </p:sp>
      <p:sp>
        <p:nvSpPr>
          <p:cNvPr id="3" name="Content Placeholder 2">
            <a:extLst>
              <a:ext uri="{FF2B5EF4-FFF2-40B4-BE49-F238E27FC236}">
                <a16:creationId xmlns:a16="http://schemas.microsoft.com/office/drawing/2014/main" id="{9A164871-F098-4347-AC02-9E2CED3B1C69}"/>
              </a:ext>
            </a:extLst>
          </p:cNvPr>
          <p:cNvSpPr>
            <a:spLocks noGrp="1"/>
          </p:cNvSpPr>
          <p:nvPr>
            <p:ph idx="1"/>
          </p:nvPr>
        </p:nvSpPr>
        <p:spPr>
          <a:xfrm>
            <a:off x="473242" y="1439545"/>
            <a:ext cx="11241915" cy="4351338"/>
          </a:xfrm>
        </p:spPr>
        <p:txBody>
          <a:bodyPr/>
          <a:lstStyle/>
          <a:p>
            <a:r>
              <a:rPr lang="en-US" b="1" dirty="0"/>
              <a:t>Physical and logical addressing</a:t>
            </a:r>
            <a:r>
              <a:rPr lang="en-US" dirty="0"/>
              <a:t>, connectivity to devices, and even data about the cabling should be documented</a:t>
            </a:r>
          </a:p>
          <a:p>
            <a:r>
              <a:rPr lang="en-US" b="1" dirty="0"/>
              <a:t>Accurate documentation </a:t>
            </a:r>
            <a:r>
              <a:rPr lang="en-US" dirty="0"/>
              <a:t>of workstation MAC addresses helps quickly find issues such as IP address conflicts and the source of invalid or excessive frames</a:t>
            </a:r>
          </a:p>
          <a:p>
            <a:r>
              <a:rPr lang="en-US" dirty="0"/>
              <a:t>When troubleshooting sessions that require protocol analysis, </a:t>
            </a:r>
            <a:r>
              <a:rPr lang="en-US" b="1" dirty="0"/>
              <a:t>documentation provides </a:t>
            </a:r>
            <a:r>
              <a:rPr lang="en-US" dirty="0"/>
              <a:t>the names and addresses of devices that are likely to be involved in a particular type of packet exchange you are troubleshooting</a:t>
            </a:r>
          </a:p>
          <a:p>
            <a:endParaRPr lang="en-US" dirty="0"/>
          </a:p>
        </p:txBody>
      </p:sp>
    </p:spTree>
    <p:extLst>
      <p:ext uri="{BB962C8B-B14F-4D97-AF65-F5344CB8AC3E}">
        <p14:creationId xmlns:p14="http://schemas.microsoft.com/office/powerpoint/2010/main" val="2085656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90CED-54DC-D762-FE0A-8BA24CFFB908}"/>
              </a:ext>
            </a:extLst>
          </p:cNvPr>
          <p:cNvSpPr>
            <a:spLocks noGrp="1"/>
          </p:cNvSpPr>
          <p:nvPr>
            <p:ph type="title"/>
          </p:nvPr>
        </p:nvSpPr>
        <p:spPr/>
        <p:txBody>
          <a:bodyPr/>
          <a:lstStyle/>
          <a:p>
            <a:r>
              <a:rPr lang="en-US" dirty="0"/>
              <a:t>Documentation: IT Staffing and Standards Compliance</a:t>
            </a:r>
          </a:p>
        </p:txBody>
      </p:sp>
      <p:sp>
        <p:nvSpPr>
          <p:cNvPr id="3" name="Content Placeholder 2">
            <a:extLst>
              <a:ext uri="{FF2B5EF4-FFF2-40B4-BE49-F238E27FC236}">
                <a16:creationId xmlns:a16="http://schemas.microsoft.com/office/drawing/2014/main" id="{5D38D1CB-B28C-750E-6690-9481C666F6FE}"/>
              </a:ext>
            </a:extLst>
          </p:cNvPr>
          <p:cNvSpPr>
            <a:spLocks noGrp="1"/>
          </p:cNvSpPr>
          <p:nvPr>
            <p:ph idx="1"/>
          </p:nvPr>
        </p:nvSpPr>
        <p:spPr>
          <a:xfrm>
            <a:off x="476843" y="1812176"/>
            <a:ext cx="11241915" cy="4351338"/>
          </a:xfrm>
        </p:spPr>
        <p:txBody>
          <a:bodyPr/>
          <a:lstStyle/>
          <a:p>
            <a:r>
              <a:rPr lang="en-US" b="1" dirty="0"/>
              <a:t>Documenting the type and frequency </a:t>
            </a:r>
            <a:r>
              <a:rPr lang="en-US" dirty="0"/>
              <a:t>of support calls can provide justification for additions to staff or tools to make support more efficient</a:t>
            </a:r>
          </a:p>
          <a:p>
            <a:pPr lvl="1"/>
            <a:r>
              <a:rPr lang="en-US" sz="2200" dirty="0"/>
              <a:t>Statistics on network response time and bandwidth load as justification for upgrading servers or adding new equipment</a:t>
            </a:r>
          </a:p>
          <a:p>
            <a:r>
              <a:rPr lang="en-US" dirty="0"/>
              <a:t>Be sure to </a:t>
            </a:r>
            <a:r>
              <a:rPr lang="en-US" b="1" dirty="0"/>
              <a:t>document which standards </a:t>
            </a:r>
            <a:r>
              <a:rPr lang="en-US" dirty="0"/>
              <a:t>are in use</a:t>
            </a:r>
          </a:p>
          <a:p>
            <a:pPr lvl="1"/>
            <a:r>
              <a:rPr lang="en-US" sz="2200" dirty="0"/>
              <a:t>Example: Whether 568-A or 568-B wiring standard is used for patch panels and jacks</a:t>
            </a:r>
          </a:p>
          <a:p>
            <a:r>
              <a:rPr lang="en-US" dirty="0"/>
              <a:t>Many organizations that handle sensitive customer data need to </a:t>
            </a:r>
            <a:r>
              <a:rPr lang="en-US" b="1" dirty="0"/>
              <a:t>show</a:t>
            </a:r>
            <a:r>
              <a:rPr lang="en-US" dirty="0"/>
              <a:t> </a:t>
            </a:r>
            <a:r>
              <a:rPr lang="en-US" b="1" dirty="0"/>
              <a:t>compliance</a:t>
            </a:r>
            <a:r>
              <a:rPr lang="en-US" dirty="0"/>
              <a:t> with data security and handling standards</a:t>
            </a:r>
          </a:p>
          <a:p>
            <a:endParaRPr lang="en-US" dirty="0"/>
          </a:p>
        </p:txBody>
      </p:sp>
    </p:spTree>
    <p:extLst>
      <p:ext uri="{BB962C8B-B14F-4D97-AF65-F5344CB8AC3E}">
        <p14:creationId xmlns:p14="http://schemas.microsoft.com/office/powerpoint/2010/main" val="402531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00E11-807C-C1EA-48B9-78B5680CC3BD}"/>
              </a:ext>
            </a:extLst>
          </p:cNvPr>
          <p:cNvSpPr>
            <a:spLocks noGrp="1"/>
          </p:cNvSpPr>
          <p:nvPr>
            <p:ph type="title"/>
          </p:nvPr>
        </p:nvSpPr>
        <p:spPr/>
        <p:txBody>
          <a:bodyPr/>
          <a:lstStyle/>
          <a:p>
            <a:r>
              <a:rPr lang="en-US" dirty="0"/>
              <a:t>Documentation: Technical Support and Network Security</a:t>
            </a:r>
          </a:p>
        </p:txBody>
      </p:sp>
      <p:sp>
        <p:nvSpPr>
          <p:cNvPr id="3" name="Content Placeholder 2">
            <a:extLst>
              <a:ext uri="{FF2B5EF4-FFF2-40B4-BE49-F238E27FC236}">
                <a16:creationId xmlns:a16="http://schemas.microsoft.com/office/drawing/2014/main" id="{5C8C7F84-A24D-C550-A911-B2ACACF070FC}"/>
              </a:ext>
            </a:extLst>
          </p:cNvPr>
          <p:cNvSpPr>
            <a:spLocks noGrp="1"/>
          </p:cNvSpPr>
          <p:nvPr>
            <p:ph idx="1"/>
          </p:nvPr>
        </p:nvSpPr>
        <p:spPr/>
        <p:txBody>
          <a:bodyPr/>
          <a:lstStyle/>
          <a:p>
            <a:r>
              <a:rPr lang="en-US" dirty="0"/>
              <a:t>When solving a network device problem, some manufacturers of network devices will want to know that your cabling </a:t>
            </a:r>
            <a:r>
              <a:rPr lang="en-US" b="1" dirty="0"/>
              <a:t>passed appropriate tests </a:t>
            </a:r>
            <a:r>
              <a:rPr lang="en-US" dirty="0"/>
              <a:t>as well as other test results</a:t>
            </a:r>
          </a:p>
          <a:p>
            <a:pPr lvl="1"/>
            <a:r>
              <a:rPr lang="en-US" sz="2200" dirty="0"/>
              <a:t>When calling technical support for a software problem on one of your servers, the manufacturer will most likely want to know the hardware details as well as operating system version and patch installations</a:t>
            </a:r>
          </a:p>
          <a:p>
            <a:r>
              <a:rPr lang="en-US" b="1" dirty="0"/>
              <a:t>Physical and software security of devices</a:t>
            </a:r>
            <a:r>
              <a:rPr lang="en-US" dirty="0"/>
              <a:t>, OSs with the latest security patches, and up-to-date malware protection should be documented</a:t>
            </a:r>
          </a:p>
          <a:p>
            <a:pPr lvl="1"/>
            <a:r>
              <a:rPr lang="en-US" sz="2200" dirty="0"/>
              <a:t>Documenting security patches and virus protection updates helps you adhere to your security policies and confirms resistance to current threats</a:t>
            </a:r>
          </a:p>
          <a:p>
            <a:endParaRPr lang="en-US" dirty="0"/>
          </a:p>
        </p:txBody>
      </p:sp>
    </p:spTree>
    <p:extLst>
      <p:ext uri="{BB962C8B-B14F-4D97-AF65-F5344CB8AC3E}">
        <p14:creationId xmlns:p14="http://schemas.microsoft.com/office/powerpoint/2010/main" val="77366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1CA2E-7300-C261-B3A1-6CE27D05E152}"/>
              </a:ext>
            </a:extLst>
          </p:cNvPr>
          <p:cNvSpPr>
            <a:spLocks noGrp="1"/>
          </p:cNvSpPr>
          <p:nvPr>
            <p:ph type="title"/>
          </p:nvPr>
        </p:nvSpPr>
        <p:spPr/>
        <p:txBody>
          <a:bodyPr/>
          <a:lstStyle/>
          <a:p>
            <a:r>
              <a:rPr lang="en-US" dirty="0"/>
              <a:t>What Should Be Documented? </a:t>
            </a:r>
            <a:r>
              <a:rPr lang="en-US" sz="2400" dirty="0"/>
              <a:t>(1 of 2)</a:t>
            </a:r>
          </a:p>
        </p:txBody>
      </p:sp>
      <p:sp>
        <p:nvSpPr>
          <p:cNvPr id="3" name="Content Placeholder 2">
            <a:extLst>
              <a:ext uri="{FF2B5EF4-FFF2-40B4-BE49-F238E27FC236}">
                <a16:creationId xmlns:a16="http://schemas.microsoft.com/office/drawing/2014/main" id="{B44E9310-9FD1-4DBC-E4B9-CFFCD286F41E}"/>
              </a:ext>
            </a:extLst>
          </p:cNvPr>
          <p:cNvSpPr>
            <a:spLocks noGrp="1"/>
          </p:cNvSpPr>
          <p:nvPr>
            <p:ph idx="1"/>
          </p:nvPr>
        </p:nvSpPr>
        <p:spPr>
          <a:xfrm>
            <a:off x="476843" y="1490345"/>
            <a:ext cx="11241915" cy="4351338"/>
          </a:xfrm>
        </p:spPr>
        <p:txBody>
          <a:bodyPr/>
          <a:lstStyle/>
          <a:p>
            <a:r>
              <a:rPr lang="en-US" dirty="0"/>
              <a:t>Some items you might want to document include the following:</a:t>
            </a:r>
          </a:p>
          <a:p>
            <a:pPr lvl="1"/>
            <a:r>
              <a:rPr lang="en-US" sz="2200" b="1" dirty="0"/>
              <a:t>Description of the network</a:t>
            </a:r>
            <a:r>
              <a:rPr lang="en-US" sz="2200" dirty="0"/>
              <a:t>—Should include network topology, network technologies in use, the OSs installed, and the number of devices/users</a:t>
            </a:r>
          </a:p>
          <a:p>
            <a:pPr lvl="1"/>
            <a:r>
              <a:rPr lang="en-US" sz="2200" b="1" dirty="0"/>
              <a:t>Cable plant</a:t>
            </a:r>
            <a:r>
              <a:rPr lang="en-US" sz="2200" dirty="0"/>
              <a:t>—Describes the physical layout of your network cabling, the terminations used, conventions used for labeling your cable and equipment, and results of test completed on the cable plant</a:t>
            </a:r>
          </a:p>
          <a:p>
            <a:pPr lvl="1"/>
            <a:r>
              <a:rPr lang="en-US" sz="2200" b="1" dirty="0"/>
              <a:t>Equipment rooms/telecommunications closets</a:t>
            </a:r>
            <a:r>
              <a:rPr lang="en-US" sz="2200" dirty="0"/>
              <a:t>—Document the items in each room and their location</a:t>
            </a:r>
          </a:p>
          <a:p>
            <a:endParaRPr lang="en-US" dirty="0"/>
          </a:p>
        </p:txBody>
      </p:sp>
    </p:spTree>
    <p:extLst>
      <p:ext uri="{BB962C8B-B14F-4D97-AF65-F5344CB8AC3E}">
        <p14:creationId xmlns:p14="http://schemas.microsoft.com/office/powerpoint/2010/main" val="1446047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A2279-4301-E2DE-D91E-8A4DCF256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BD331-3696-EFDE-53DB-7581FE8F8150}"/>
              </a:ext>
            </a:extLst>
          </p:cNvPr>
          <p:cNvSpPr>
            <a:spLocks noGrp="1"/>
          </p:cNvSpPr>
          <p:nvPr>
            <p:ph type="title"/>
          </p:nvPr>
        </p:nvSpPr>
        <p:spPr/>
        <p:txBody>
          <a:bodyPr/>
          <a:lstStyle/>
          <a:p>
            <a:r>
              <a:rPr lang="en-US" dirty="0"/>
              <a:t>What Should Be Documented? </a:t>
            </a:r>
            <a:r>
              <a:rPr lang="en-US" sz="2400" dirty="0"/>
              <a:t>(2 of 2)</a:t>
            </a:r>
          </a:p>
        </p:txBody>
      </p:sp>
      <p:sp>
        <p:nvSpPr>
          <p:cNvPr id="3" name="Content Placeholder 2">
            <a:extLst>
              <a:ext uri="{FF2B5EF4-FFF2-40B4-BE49-F238E27FC236}">
                <a16:creationId xmlns:a16="http://schemas.microsoft.com/office/drawing/2014/main" id="{1F142DD4-DB67-BD14-0F38-4A87FAF8EB72}"/>
              </a:ext>
            </a:extLst>
          </p:cNvPr>
          <p:cNvSpPr>
            <a:spLocks noGrp="1"/>
          </p:cNvSpPr>
          <p:nvPr>
            <p:ph idx="1"/>
          </p:nvPr>
        </p:nvSpPr>
        <p:spPr>
          <a:xfrm>
            <a:off x="476843" y="1327785"/>
            <a:ext cx="11241915" cy="4017764"/>
          </a:xfrm>
        </p:spPr>
        <p:txBody>
          <a:bodyPr/>
          <a:lstStyle/>
          <a:p>
            <a:r>
              <a:rPr lang="en-US" dirty="0"/>
              <a:t>Some items you might want to document include the following (continued):</a:t>
            </a:r>
          </a:p>
          <a:p>
            <a:pPr lvl="1"/>
            <a:r>
              <a:rPr lang="en-US" sz="2200" b="1" dirty="0"/>
              <a:t>Internetworking devices </a:t>
            </a:r>
            <a:r>
              <a:rPr lang="en-US" sz="2200" dirty="0"/>
              <a:t>– Know what devices are connected to other devices, network management features, port usage, physical and logical addresses, model numbers, and hardware/software revision numbers</a:t>
            </a:r>
          </a:p>
          <a:p>
            <a:pPr lvl="1"/>
            <a:r>
              <a:rPr lang="en-US" sz="2200" b="1" dirty="0"/>
              <a:t>Servers </a:t>
            </a:r>
            <a:r>
              <a:rPr lang="en-US" sz="2200" dirty="0"/>
              <a:t>– Document hardware configuration, operating system and application version numbers, NIC information, and system serial and model numbers</a:t>
            </a:r>
          </a:p>
          <a:p>
            <a:pPr lvl="1"/>
            <a:r>
              <a:rPr lang="en-US" sz="2200" b="1" dirty="0"/>
              <a:t>Workstations</a:t>
            </a:r>
            <a:r>
              <a:rPr lang="en-US" sz="2200" dirty="0"/>
              <a:t> – Hardware and software configuration, physical and logical addresses</a:t>
            </a:r>
          </a:p>
          <a:p>
            <a:endParaRPr lang="en-US" dirty="0"/>
          </a:p>
        </p:txBody>
      </p:sp>
      <p:sp>
        <p:nvSpPr>
          <p:cNvPr id="5" name="TextBox 4">
            <a:extLst>
              <a:ext uri="{FF2B5EF4-FFF2-40B4-BE49-F238E27FC236}">
                <a16:creationId xmlns:a16="http://schemas.microsoft.com/office/drawing/2014/main" id="{797E00D0-AA23-F5E3-FC4F-CC3211F54CDA}"/>
              </a:ext>
            </a:extLst>
          </p:cNvPr>
          <p:cNvSpPr txBox="1"/>
          <p:nvPr/>
        </p:nvSpPr>
        <p:spPr>
          <a:xfrm>
            <a:off x="3413760" y="5345549"/>
            <a:ext cx="6939280" cy="461665"/>
          </a:xfrm>
          <a:prstGeom prst="rect">
            <a:avLst/>
          </a:prstGeom>
          <a:noFill/>
        </p:spPr>
        <p:txBody>
          <a:bodyPr wrap="square">
            <a:spAutoFit/>
          </a:bodyPr>
          <a:lstStyle/>
          <a:p>
            <a:r>
              <a:rPr lang="en-US" sz="2400" b="1">
                <a:hlinkClick r:id="rId2"/>
              </a:rPr>
              <a:t>https://www.youtube.com/watch?v=CEZyq-fBn3w</a:t>
            </a:r>
            <a:endParaRPr lang="en-US" sz="2400" b="1"/>
          </a:p>
        </p:txBody>
      </p:sp>
      <p:sp>
        <p:nvSpPr>
          <p:cNvPr id="7" name="TextBox 6">
            <a:extLst>
              <a:ext uri="{FF2B5EF4-FFF2-40B4-BE49-F238E27FC236}">
                <a16:creationId xmlns:a16="http://schemas.microsoft.com/office/drawing/2014/main" id="{682D7C8F-CFEA-A2F6-A50B-CE7458C501DA}"/>
              </a:ext>
            </a:extLst>
          </p:cNvPr>
          <p:cNvSpPr txBox="1"/>
          <p:nvPr/>
        </p:nvSpPr>
        <p:spPr>
          <a:xfrm>
            <a:off x="4511040" y="5807214"/>
            <a:ext cx="6096000" cy="369332"/>
          </a:xfrm>
          <a:prstGeom prst="rect">
            <a:avLst/>
          </a:prstGeom>
          <a:noFill/>
        </p:spPr>
        <p:txBody>
          <a:bodyPr wrap="square">
            <a:spAutoFit/>
          </a:bodyPr>
          <a:lstStyle/>
          <a:p>
            <a:r>
              <a:rPr lang="en-US" b="1"/>
              <a:t>Network Documentation</a:t>
            </a:r>
          </a:p>
        </p:txBody>
      </p:sp>
    </p:spTree>
    <p:extLst>
      <p:ext uri="{BB962C8B-B14F-4D97-AF65-F5344CB8AC3E}">
        <p14:creationId xmlns:p14="http://schemas.microsoft.com/office/powerpoint/2010/main" val="3287149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57DF-7B1D-E1E8-A29C-6045ED781CC4}"/>
              </a:ext>
            </a:extLst>
          </p:cNvPr>
          <p:cNvSpPr>
            <a:spLocks noGrp="1"/>
          </p:cNvSpPr>
          <p:nvPr>
            <p:ph type="title"/>
          </p:nvPr>
        </p:nvSpPr>
        <p:spPr/>
        <p:txBody>
          <a:bodyPr/>
          <a:lstStyle/>
          <a:p>
            <a:r>
              <a:rPr lang="en-US" dirty="0"/>
              <a:t>The Problem-Solving Process </a:t>
            </a:r>
            <a:r>
              <a:rPr lang="en-US" sz="2400" dirty="0"/>
              <a:t>(1 of 2)</a:t>
            </a:r>
          </a:p>
        </p:txBody>
      </p:sp>
      <p:sp>
        <p:nvSpPr>
          <p:cNvPr id="3" name="Content Placeholder 2">
            <a:extLst>
              <a:ext uri="{FF2B5EF4-FFF2-40B4-BE49-F238E27FC236}">
                <a16:creationId xmlns:a16="http://schemas.microsoft.com/office/drawing/2014/main" id="{4C48593B-EA59-B1A2-19F2-BAB895BDB462}"/>
              </a:ext>
            </a:extLst>
          </p:cNvPr>
          <p:cNvSpPr>
            <a:spLocks noGrp="1"/>
          </p:cNvSpPr>
          <p:nvPr>
            <p:ph idx="1"/>
          </p:nvPr>
        </p:nvSpPr>
        <p:spPr>
          <a:xfrm>
            <a:off x="476843" y="1520825"/>
            <a:ext cx="11241915" cy="4351338"/>
          </a:xfrm>
        </p:spPr>
        <p:txBody>
          <a:bodyPr/>
          <a:lstStyle/>
          <a:p>
            <a:r>
              <a:rPr lang="en-US" dirty="0"/>
              <a:t>The following are the </a:t>
            </a:r>
            <a:r>
              <a:rPr lang="en-US" b="1" dirty="0"/>
              <a:t>steps of the problem-solving </a:t>
            </a:r>
            <a:r>
              <a:rPr lang="en-US" dirty="0"/>
              <a:t>process:</a:t>
            </a:r>
          </a:p>
          <a:p>
            <a:pPr marL="914400" lvl="1" indent="-457200">
              <a:buFont typeface="+mj-lt"/>
              <a:buAutoNum type="arabicPeriod"/>
            </a:pPr>
            <a:r>
              <a:rPr lang="en-US" sz="2000" dirty="0"/>
              <a:t>Determine the problem definition and scope</a:t>
            </a:r>
          </a:p>
          <a:p>
            <a:pPr marL="914400" lvl="1" indent="-457200">
              <a:buFont typeface="+mj-lt"/>
              <a:buAutoNum type="arabicPeriod"/>
            </a:pPr>
            <a:r>
              <a:rPr lang="en-US" sz="2000" dirty="0"/>
              <a:t>Gather information</a:t>
            </a:r>
          </a:p>
          <a:p>
            <a:pPr marL="914400" lvl="1" indent="-457200">
              <a:buFont typeface="+mj-lt"/>
              <a:buAutoNum type="arabicPeriod"/>
            </a:pPr>
            <a:r>
              <a:rPr lang="en-US" sz="2000" dirty="0"/>
              <a:t>Consider possible causes</a:t>
            </a:r>
          </a:p>
          <a:p>
            <a:pPr marL="914400" lvl="1" indent="-457200">
              <a:buFont typeface="+mj-lt"/>
              <a:buAutoNum type="arabicPeriod"/>
            </a:pPr>
            <a:r>
              <a:rPr lang="en-US" sz="2000" dirty="0"/>
              <a:t>Devise a solution</a:t>
            </a:r>
          </a:p>
          <a:p>
            <a:pPr marL="914400" lvl="1" indent="-457200">
              <a:buFont typeface="+mj-lt"/>
              <a:buAutoNum type="arabicPeriod"/>
            </a:pPr>
            <a:r>
              <a:rPr lang="en-US" sz="2000" dirty="0"/>
              <a:t>Implement the solution</a:t>
            </a:r>
          </a:p>
          <a:p>
            <a:pPr marL="914400" lvl="1" indent="-457200">
              <a:buFont typeface="+mj-lt"/>
              <a:buAutoNum type="arabicPeriod"/>
            </a:pPr>
            <a:r>
              <a:rPr lang="en-US" sz="2000" dirty="0"/>
              <a:t>Test the solution</a:t>
            </a:r>
          </a:p>
          <a:p>
            <a:pPr marL="914400" lvl="1" indent="-457200">
              <a:buFont typeface="+mj-lt"/>
              <a:buAutoNum type="arabicPeriod"/>
            </a:pPr>
            <a:r>
              <a:rPr lang="en-US" sz="2000" dirty="0"/>
              <a:t>Document the solution</a:t>
            </a:r>
          </a:p>
          <a:p>
            <a:pPr marL="914400" lvl="1" indent="-457200">
              <a:buFont typeface="+mj-lt"/>
              <a:buAutoNum type="arabicPeriod"/>
            </a:pPr>
            <a:r>
              <a:rPr lang="en-US" sz="2000" dirty="0"/>
              <a:t>Devise preventative measures</a:t>
            </a:r>
          </a:p>
          <a:p>
            <a:endParaRPr lang="en-US" dirty="0"/>
          </a:p>
        </p:txBody>
      </p:sp>
    </p:spTree>
    <p:extLst>
      <p:ext uri="{BB962C8B-B14F-4D97-AF65-F5344CB8AC3E}">
        <p14:creationId xmlns:p14="http://schemas.microsoft.com/office/powerpoint/2010/main" val="3975285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The Problem-Solving Process </a:t>
            </a:r>
            <a:r>
              <a:rPr lang="en-US" sz="2400" dirty="0"/>
              <a:t>(2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14-1  </a:t>
            </a:r>
            <a:r>
              <a:rPr lang="en-US" sz="2400" dirty="0">
                <a:latin typeface="Work Sans" pitchFamily="2" charset="0"/>
              </a:rPr>
              <a:t>The problem-solving process</a:t>
            </a:r>
          </a:p>
        </p:txBody>
      </p:sp>
      <p:pic>
        <p:nvPicPr>
          <p:cNvPr id="4" name="Picture 3" descr="A flowchart begins with a problem reported by the user. The next step is defining the problem and scope. After that, the process moves to gathering information, considering possible causes, and devising possible solutions. The solution is implemented, and the next step is testing the solution. A decision asks if the problem is solved. If no, the process loops back to devising a possible solution. If yes, the process moves to documenting the solution and devising preventive measures.&#10;">
            <a:extLst>
              <a:ext uri="{FF2B5EF4-FFF2-40B4-BE49-F238E27FC236}">
                <a16:creationId xmlns:a16="http://schemas.microsoft.com/office/drawing/2014/main" id="{B62CD34C-6FDF-089F-E407-2F02A837D6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95040" y="1132776"/>
            <a:ext cx="3555999" cy="4963784"/>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4328-AF75-7B66-FEF2-F6A5141F856A}"/>
              </a:ext>
            </a:extLst>
          </p:cNvPr>
          <p:cNvSpPr>
            <a:spLocks noGrp="1"/>
          </p:cNvSpPr>
          <p:nvPr>
            <p:ph type="title"/>
          </p:nvPr>
        </p:nvSpPr>
        <p:spPr/>
        <p:txBody>
          <a:bodyPr/>
          <a:lstStyle/>
          <a:p>
            <a:r>
              <a:rPr lang="en-US" dirty="0"/>
              <a:t>Step 1: Determine the Problem Definition and Scope</a:t>
            </a:r>
          </a:p>
        </p:txBody>
      </p:sp>
      <p:sp>
        <p:nvSpPr>
          <p:cNvPr id="3" name="Content Placeholder 2">
            <a:extLst>
              <a:ext uri="{FF2B5EF4-FFF2-40B4-BE49-F238E27FC236}">
                <a16:creationId xmlns:a16="http://schemas.microsoft.com/office/drawing/2014/main" id="{7B07895C-6A51-4BF3-B78A-FB163F816DF6}"/>
              </a:ext>
            </a:extLst>
          </p:cNvPr>
          <p:cNvSpPr>
            <a:spLocks noGrp="1"/>
          </p:cNvSpPr>
          <p:nvPr>
            <p:ph idx="1"/>
          </p:nvPr>
        </p:nvSpPr>
        <p:spPr>
          <a:xfrm>
            <a:off x="476843" y="1825625"/>
            <a:ext cx="11241915" cy="3955415"/>
          </a:xfrm>
        </p:spPr>
        <p:txBody>
          <a:bodyPr/>
          <a:lstStyle/>
          <a:p>
            <a:r>
              <a:rPr lang="en-US" dirty="0"/>
              <a:t>A </a:t>
            </a:r>
            <a:r>
              <a:rPr lang="en-US" b="1" dirty="0"/>
              <a:t>problem definition </a:t>
            </a:r>
            <a:r>
              <a:rPr lang="en-US" dirty="0"/>
              <a:t>should describe what does work and what doesn’t work</a:t>
            </a:r>
          </a:p>
          <a:p>
            <a:r>
              <a:rPr lang="en-US" b="1"/>
              <a:t>Questions to ask</a:t>
            </a:r>
            <a:r>
              <a:rPr lang="en-US"/>
              <a:t>:</a:t>
            </a:r>
            <a:endParaRPr lang="en-US" dirty="0"/>
          </a:p>
          <a:p>
            <a:pPr lvl="1"/>
            <a:r>
              <a:rPr lang="en-US" sz="2200" dirty="0"/>
              <a:t>Is anyone else near you having the same problem?</a:t>
            </a:r>
          </a:p>
          <a:p>
            <a:pPr lvl="1"/>
            <a:r>
              <a:rPr lang="en-US" sz="2200" dirty="0"/>
              <a:t>What about other areas of the building?</a:t>
            </a:r>
          </a:p>
          <a:p>
            <a:pPr lvl="1"/>
            <a:r>
              <a:rPr lang="en-US" sz="2200" dirty="0"/>
              <a:t>Is the problem occurring with all applications or just one?</a:t>
            </a:r>
          </a:p>
          <a:p>
            <a:pPr lvl="1"/>
            <a:r>
              <a:rPr lang="en-US" sz="2200" dirty="0"/>
              <a:t>If you move to a different computer, does the problem occur there as well?</a:t>
            </a:r>
          </a:p>
          <a:p>
            <a:endParaRPr lang="en-US" dirty="0"/>
          </a:p>
        </p:txBody>
      </p:sp>
    </p:spTree>
    <p:extLst>
      <p:ext uri="{BB962C8B-B14F-4D97-AF65-F5344CB8AC3E}">
        <p14:creationId xmlns:p14="http://schemas.microsoft.com/office/powerpoint/2010/main" val="2471065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76B9F-ED91-6D53-C101-1D36B117F013}"/>
              </a:ext>
            </a:extLst>
          </p:cNvPr>
          <p:cNvSpPr>
            <a:spLocks noGrp="1"/>
          </p:cNvSpPr>
          <p:nvPr>
            <p:ph type="title"/>
          </p:nvPr>
        </p:nvSpPr>
        <p:spPr/>
        <p:txBody>
          <a:bodyPr/>
          <a:lstStyle/>
          <a:p>
            <a:r>
              <a:rPr lang="en-US" dirty="0"/>
              <a:t>Step 2: Gather Information </a:t>
            </a:r>
            <a:r>
              <a:rPr lang="en-US" sz="2400" dirty="0"/>
              <a:t>(1 of 2)</a:t>
            </a:r>
          </a:p>
        </p:txBody>
      </p:sp>
      <p:sp>
        <p:nvSpPr>
          <p:cNvPr id="3" name="Content Placeholder 2">
            <a:extLst>
              <a:ext uri="{FF2B5EF4-FFF2-40B4-BE49-F238E27FC236}">
                <a16:creationId xmlns:a16="http://schemas.microsoft.com/office/drawing/2014/main" id="{880720FF-A592-832C-9B1E-44026B93B9E2}"/>
              </a:ext>
            </a:extLst>
          </p:cNvPr>
          <p:cNvSpPr>
            <a:spLocks noGrp="1"/>
          </p:cNvSpPr>
          <p:nvPr>
            <p:ph idx="1"/>
          </p:nvPr>
        </p:nvSpPr>
        <p:spPr>
          <a:xfrm>
            <a:off x="473242" y="1368425"/>
            <a:ext cx="11241915" cy="4351338"/>
          </a:xfrm>
        </p:spPr>
        <p:txBody>
          <a:bodyPr/>
          <a:lstStyle/>
          <a:p>
            <a:r>
              <a:rPr lang="en-US" dirty="0"/>
              <a:t>Know the right questions to ask:</a:t>
            </a:r>
          </a:p>
          <a:p>
            <a:pPr lvl="1"/>
            <a:r>
              <a:rPr lang="en-US" sz="2200" dirty="0"/>
              <a:t>Did It Ever Work?</a:t>
            </a:r>
          </a:p>
          <a:p>
            <a:pPr lvl="1"/>
            <a:r>
              <a:rPr lang="en-US" sz="2200" dirty="0"/>
              <a:t>When Did It Stop Working?</a:t>
            </a:r>
          </a:p>
          <a:p>
            <a:pPr lvl="2"/>
            <a:r>
              <a:rPr lang="en-US" sz="2200" dirty="0"/>
              <a:t>Does the problem occur all the time or only intermittently?</a:t>
            </a:r>
          </a:p>
          <a:p>
            <a:pPr lvl="2"/>
            <a:r>
              <a:rPr lang="en-US" sz="2200" dirty="0"/>
              <a:t>Are there particular times of the day when the problem occurs?</a:t>
            </a:r>
          </a:p>
          <a:p>
            <a:pPr lvl="2"/>
            <a:r>
              <a:rPr lang="en-US" sz="2200" dirty="0"/>
              <a:t>Are other applications running when the problem occurs?</a:t>
            </a:r>
          </a:p>
          <a:p>
            <a:pPr lvl="1"/>
            <a:r>
              <a:rPr lang="en-US" sz="2200" dirty="0"/>
              <a:t>Has Anything Changed?</a:t>
            </a:r>
          </a:p>
          <a:p>
            <a:pPr lvl="2"/>
            <a:r>
              <a:rPr lang="en-US" sz="2200" dirty="0"/>
              <a:t>Ask your self that question as well…Were any network changes made?</a:t>
            </a:r>
          </a:p>
          <a:p>
            <a:endParaRPr lang="en-US" dirty="0"/>
          </a:p>
        </p:txBody>
      </p:sp>
    </p:spTree>
    <p:extLst>
      <p:ext uri="{BB962C8B-B14F-4D97-AF65-F5344CB8AC3E}">
        <p14:creationId xmlns:p14="http://schemas.microsoft.com/office/powerpoint/2010/main" val="1422037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5721E-1EE4-9109-B440-85B6A5ADB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68A3F-CCC3-59D2-8A30-4078386243B0}"/>
              </a:ext>
            </a:extLst>
          </p:cNvPr>
          <p:cNvSpPr>
            <a:spLocks noGrp="1"/>
          </p:cNvSpPr>
          <p:nvPr>
            <p:ph type="title"/>
          </p:nvPr>
        </p:nvSpPr>
        <p:spPr/>
        <p:txBody>
          <a:bodyPr/>
          <a:lstStyle/>
          <a:p>
            <a:r>
              <a:rPr lang="en-US" dirty="0"/>
              <a:t>Step 2: Gather Information </a:t>
            </a:r>
            <a:r>
              <a:rPr lang="en-US" sz="2400" dirty="0"/>
              <a:t>(2 of 2)</a:t>
            </a:r>
          </a:p>
        </p:txBody>
      </p:sp>
      <p:sp>
        <p:nvSpPr>
          <p:cNvPr id="3" name="Content Placeholder 2">
            <a:extLst>
              <a:ext uri="{FF2B5EF4-FFF2-40B4-BE49-F238E27FC236}">
                <a16:creationId xmlns:a16="http://schemas.microsoft.com/office/drawing/2014/main" id="{7ED84748-FDE5-18F5-C28A-9D81127F6B55}"/>
              </a:ext>
            </a:extLst>
          </p:cNvPr>
          <p:cNvSpPr>
            <a:spLocks noGrp="1"/>
          </p:cNvSpPr>
          <p:nvPr>
            <p:ph idx="1"/>
          </p:nvPr>
        </p:nvSpPr>
        <p:spPr>
          <a:xfrm>
            <a:off x="476843" y="1388745"/>
            <a:ext cx="11241915" cy="4351338"/>
          </a:xfrm>
        </p:spPr>
        <p:txBody>
          <a:bodyPr/>
          <a:lstStyle/>
          <a:p>
            <a:r>
              <a:rPr lang="en-US" dirty="0"/>
              <a:t>Know the right questions to ask (continued):</a:t>
            </a:r>
          </a:p>
          <a:p>
            <a:pPr lvl="1"/>
            <a:r>
              <a:rPr lang="en-US" sz="2200" dirty="0"/>
              <a:t>Never Ignore the Obvious</a:t>
            </a:r>
          </a:p>
          <a:p>
            <a:pPr lvl="2"/>
            <a:r>
              <a:rPr lang="en-US" sz="2200" dirty="0"/>
              <a:t>Check for unplugged cables</a:t>
            </a:r>
          </a:p>
          <a:p>
            <a:pPr lvl="1"/>
            <a:r>
              <a:rPr lang="en-US" sz="2200" dirty="0"/>
              <a:t>Define How It’s Supposed to Work</a:t>
            </a:r>
          </a:p>
          <a:p>
            <a:pPr lvl="2"/>
            <a:r>
              <a:rPr lang="en-US" sz="2200" dirty="0"/>
              <a:t>Have good documentation and a clear baseline of your network</a:t>
            </a:r>
          </a:p>
          <a:p>
            <a:pPr lvl="2"/>
            <a:r>
              <a:rPr lang="en-US" sz="2200" dirty="0"/>
              <a:t>A baseline of your network should include network utilization statistics; utilization statistics on server CPUs, memory, hard drives, and other resources; and normal traffic patterns</a:t>
            </a:r>
          </a:p>
          <a:p>
            <a:pPr lvl="3"/>
            <a:r>
              <a:rPr lang="en-US" sz="2000" dirty="0"/>
              <a:t>A baseline can help you determine whether reports of slow response time are valid</a:t>
            </a:r>
          </a:p>
          <a:p>
            <a:endParaRPr lang="en-US" dirty="0"/>
          </a:p>
        </p:txBody>
      </p:sp>
    </p:spTree>
    <p:extLst>
      <p:ext uri="{BB962C8B-B14F-4D97-AF65-F5344CB8AC3E}">
        <p14:creationId xmlns:p14="http://schemas.microsoft.com/office/powerpoint/2010/main" val="2257773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EE84-74DE-F2AC-9B93-076A8B1CEACD}"/>
              </a:ext>
            </a:extLst>
          </p:cNvPr>
          <p:cNvSpPr>
            <a:spLocks noGrp="1"/>
          </p:cNvSpPr>
          <p:nvPr>
            <p:ph type="title"/>
          </p:nvPr>
        </p:nvSpPr>
        <p:spPr/>
        <p:txBody>
          <a:bodyPr/>
          <a:lstStyle/>
          <a:p>
            <a:r>
              <a:rPr lang="en-US" dirty="0"/>
              <a:t>Step 3: Consider Possible Causes</a:t>
            </a:r>
          </a:p>
        </p:txBody>
      </p:sp>
      <p:sp>
        <p:nvSpPr>
          <p:cNvPr id="3" name="Content Placeholder 2">
            <a:extLst>
              <a:ext uri="{FF2B5EF4-FFF2-40B4-BE49-F238E27FC236}">
                <a16:creationId xmlns:a16="http://schemas.microsoft.com/office/drawing/2014/main" id="{135806DA-CCC4-23E2-70E4-7BD5C7688F19}"/>
              </a:ext>
            </a:extLst>
          </p:cNvPr>
          <p:cNvSpPr>
            <a:spLocks noGrp="1"/>
          </p:cNvSpPr>
          <p:nvPr>
            <p:ph idx="1"/>
          </p:nvPr>
        </p:nvSpPr>
        <p:spPr>
          <a:xfrm>
            <a:off x="476843" y="1337945"/>
            <a:ext cx="11241915" cy="4351338"/>
          </a:xfrm>
        </p:spPr>
        <p:txBody>
          <a:bodyPr/>
          <a:lstStyle/>
          <a:p>
            <a:r>
              <a:rPr lang="en-US" dirty="0"/>
              <a:t>Your goal in this step is to </a:t>
            </a:r>
            <a:r>
              <a:rPr lang="en-US" b="1" dirty="0"/>
              <a:t>create a checklist </a:t>
            </a:r>
            <a:r>
              <a:rPr lang="en-US" dirty="0"/>
              <a:t>of possible things that could have gone wrong</a:t>
            </a:r>
          </a:p>
          <a:p>
            <a:pPr lvl="1"/>
            <a:r>
              <a:rPr lang="en-US" sz="2200" dirty="0"/>
              <a:t>Example: An entire area of a building lost connection with the network, but no other areas are affected</a:t>
            </a:r>
          </a:p>
          <a:p>
            <a:pPr lvl="2"/>
            <a:r>
              <a:rPr lang="en-US" sz="2200" dirty="0"/>
              <a:t>The connection in the main wiring closet to the rest of the network has failed</a:t>
            </a:r>
          </a:p>
          <a:p>
            <a:pPr lvl="2"/>
            <a:r>
              <a:rPr lang="en-US" sz="2200" dirty="0"/>
              <a:t>The switch to which all workstations are connected has lost power or completely failed in some way</a:t>
            </a:r>
          </a:p>
          <a:p>
            <a:pPr lvl="2"/>
            <a:r>
              <a:rPr lang="en-US" sz="2200" dirty="0"/>
              <a:t>All workstations have acquired a virus through the network, and the virus affects their network connection</a:t>
            </a:r>
          </a:p>
          <a:p>
            <a:endParaRPr lang="en-US" dirty="0"/>
          </a:p>
        </p:txBody>
      </p:sp>
    </p:spTree>
    <p:extLst>
      <p:ext uri="{BB962C8B-B14F-4D97-AF65-F5344CB8AC3E}">
        <p14:creationId xmlns:p14="http://schemas.microsoft.com/office/powerpoint/2010/main" val="8502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E7502-B59F-BC1B-0030-9C0774E7AF21}"/>
              </a:ext>
            </a:extLst>
          </p:cNvPr>
          <p:cNvSpPr>
            <a:spLocks noGrp="1"/>
          </p:cNvSpPr>
          <p:nvPr>
            <p:ph type="title"/>
          </p:nvPr>
        </p:nvSpPr>
        <p:spPr/>
        <p:txBody>
          <a:bodyPr/>
          <a:lstStyle/>
          <a:p>
            <a:r>
              <a:rPr lang="en-US" dirty="0"/>
              <a:t>Step 4: Devise a Solution</a:t>
            </a:r>
          </a:p>
        </p:txBody>
      </p:sp>
      <p:sp>
        <p:nvSpPr>
          <p:cNvPr id="3" name="Content Placeholder 2">
            <a:extLst>
              <a:ext uri="{FF2B5EF4-FFF2-40B4-BE49-F238E27FC236}">
                <a16:creationId xmlns:a16="http://schemas.microsoft.com/office/drawing/2014/main" id="{62122F4F-8517-612E-DA6B-E269FBCE5C74}"/>
              </a:ext>
            </a:extLst>
          </p:cNvPr>
          <p:cNvSpPr>
            <a:spLocks noGrp="1"/>
          </p:cNvSpPr>
          <p:nvPr>
            <p:ph idx="1"/>
          </p:nvPr>
        </p:nvSpPr>
        <p:spPr>
          <a:xfrm>
            <a:off x="476843" y="1253331"/>
            <a:ext cx="11241915" cy="4351338"/>
          </a:xfrm>
        </p:spPr>
        <p:txBody>
          <a:bodyPr/>
          <a:lstStyle/>
          <a:p>
            <a:r>
              <a:rPr lang="en-US" dirty="0"/>
              <a:t>Before devising a solution, consider the following:</a:t>
            </a:r>
          </a:p>
          <a:p>
            <a:pPr lvl="1"/>
            <a:r>
              <a:rPr lang="en-US" sz="2200" dirty="0"/>
              <a:t>Is there a way to test the proposed solution adequately?</a:t>
            </a:r>
          </a:p>
          <a:p>
            <a:pPr lvl="1"/>
            <a:r>
              <a:rPr lang="en-US" sz="2200" dirty="0"/>
              <a:t>What results should the proposed solution produce?</a:t>
            </a:r>
          </a:p>
          <a:p>
            <a:r>
              <a:rPr lang="en-US" dirty="0"/>
              <a:t>Depending on the scope of the problem and solution, you might need to do the following:</a:t>
            </a:r>
          </a:p>
          <a:p>
            <a:pPr lvl="1"/>
            <a:r>
              <a:rPr lang="en-US" sz="2200" dirty="0"/>
              <a:t>Save all network device configuration files</a:t>
            </a:r>
          </a:p>
          <a:p>
            <a:pPr lvl="1"/>
            <a:r>
              <a:rPr lang="en-US" sz="2200" dirty="0"/>
              <a:t>Document and back up workstation configurations</a:t>
            </a:r>
          </a:p>
          <a:p>
            <a:pPr lvl="1"/>
            <a:r>
              <a:rPr lang="en-US" sz="2200" dirty="0"/>
              <a:t>Document wiring closet configurations</a:t>
            </a:r>
          </a:p>
          <a:p>
            <a:pPr lvl="1"/>
            <a:r>
              <a:rPr lang="en-US" sz="2200" dirty="0"/>
              <a:t>Conduct a final baseline to compare new and old results</a:t>
            </a:r>
          </a:p>
          <a:p>
            <a:endParaRPr lang="en-US" dirty="0"/>
          </a:p>
        </p:txBody>
      </p:sp>
    </p:spTree>
    <p:extLst>
      <p:ext uri="{BB962C8B-B14F-4D97-AF65-F5344CB8AC3E}">
        <p14:creationId xmlns:p14="http://schemas.microsoft.com/office/powerpoint/2010/main" val="3625056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EAC2A-CDC4-3580-66A4-86A0F9231816}"/>
              </a:ext>
            </a:extLst>
          </p:cNvPr>
          <p:cNvSpPr>
            <a:spLocks noGrp="1"/>
          </p:cNvSpPr>
          <p:nvPr>
            <p:ph type="title"/>
          </p:nvPr>
        </p:nvSpPr>
        <p:spPr/>
        <p:txBody>
          <a:bodyPr/>
          <a:lstStyle/>
          <a:p>
            <a:r>
              <a:rPr lang="en-US" dirty="0"/>
              <a:t>Step 5: Implement the Solution</a:t>
            </a:r>
          </a:p>
        </p:txBody>
      </p:sp>
      <p:sp>
        <p:nvSpPr>
          <p:cNvPr id="3" name="Content Placeholder 2">
            <a:extLst>
              <a:ext uri="{FF2B5EF4-FFF2-40B4-BE49-F238E27FC236}">
                <a16:creationId xmlns:a16="http://schemas.microsoft.com/office/drawing/2014/main" id="{4747DEAB-7834-2180-F218-452041ED4782}"/>
              </a:ext>
            </a:extLst>
          </p:cNvPr>
          <p:cNvSpPr>
            <a:spLocks noGrp="1"/>
          </p:cNvSpPr>
          <p:nvPr>
            <p:ph idx="1"/>
          </p:nvPr>
        </p:nvSpPr>
        <p:spPr>
          <a:xfrm>
            <a:off x="476843" y="1253331"/>
            <a:ext cx="11241915" cy="4351338"/>
          </a:xfrm>
        </p:spPr>
        <p:txBody>
          <a:bodyPr/>
          <a:lstStyle/>
          <a:p>
            <a:r>
              <a:rPr lang="en-US" dirty="0"/>
              <a:t>Create Intermediate </a:t>
            </a:r>
            <a:r>
              <a:rPr lang="en-US" b="1" dirty="0"/>
              <a:t>Testing Opportunities</a:t>
            </a:r>
          </a:p>
          <a:p>
            <a:pPr lvl="1"/>
            <a:r>
              <a:rPr lang="en-US" sz="2200" dirty="0"/>
              <a:t>Testing small steps in which a limited number of things could go wrong is easier than testing a complex solution with lots of problem areas</a:t>
            </a:r>
          </a:p>
          <a:p>
            <a:r>
              <a:rPr lang="en-US" dirty="0"/>
              <a:t>Inform Your Users</a:t>
            </a:r>
          </a:p>
          <a:p>
            <a:pPr lvl="1"/>
            <a:r>
              <a:rPr lang="en-US" sz="2200" dirty="0"/>
              <a:t>Inform your users of the possible disruption to some network services</a:t>
            </a:r>
          </a:p>
          <a:p>
            <a:r>
              <a:rPr lang="en-US" dirty="0"/>
              <a:t>Put the Plan into Action</a:t>
            </a:r>
          </a:p>
          <a:p>
            <a:pPr lvl="1"/>
            <a:r>
              <a:rPr lang="en-US" sz="2200" dirty="0"/>
              <a:t>Take notes about every change you make to the network or servers</a:t>
            </a:r>
          </a:p>
          <a:p>
            <a:endParaRPr lang="en-US" dirty="0"/>
          </a:p>
        </p:txBody>
      </p:sp>
    </p:spTree>
    <p:extLst>
      <p:ext uri="{BB962C8B-B14F-4D97-AF65-F5344CB8AC3E}">
        <p14:creationId xmlns:p14="http://schemas.microsoft.com/office/powerpoint/2010/main" val="333453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EB4F-0399-BF08-D564-424970A28646}"/>
              </a:ext>
            </a:extLst>
          </p:cNvPr>
          <p:cNvSpPr>
            <a:spLocks noGrp="1"/>
          </p:cNvSpPr>
          <p:nvPr>
            <p:ph type="title"/>
          </p:nvPr>
        </p:nvSpPr>
        <p:spPr/>
        <p:txBody>
          <a:bodyPr/>
          <a:lstStyle/>
          <a:p>
            <a:r>
              <a:rPr lang="en-US" dirty="0"/>
              <a:t>Step 6: Test the Solution</a:t>
            </a:r>
          </a:p>
        </p:txBody>
      </p:sp>
      <p:sp>
        <p:nvSpPr>
          <p:cNvPr id="3" name="Content Placeholder 2">
            <a:extLst>
              <a:ext uri="{FF2B5EF4-FFF2-40B4-BE49-F238E27FC236}">
                <a16:creationId xmlns:a16="http://schemas.microsoft.com/office/drawing/2014/main" id="{18494E51-535B-5ECC-01B8-418CF3D7D195}"/>
              </a:ext>
            </a:extLst>
          </p:cNvPr>
          <p:cNvSpPr>
            <a:spLocks noGrp="1"/>
          </p:cNvSpPr>
          <p:nvPr>
            <p:ph idx="1"/>
          </p:nvPr>
        </p:nvSpPr>
        <p:spPr>
          <a:xfrm>
            <a:off x="476843" y="1326794"/>
            <a:ext cx="11241915" cy="4351338"/>
          </a:xfrm>
        </p:spPr>
        <p:txBody>
          <a:bodyPr/>
          <a:lstStyle/>
          <a:p>
            <a:r>
              <a:rPr lang="en-US" dirty="0"/>
              <a:t>If testing a workstation problem:</a:t>
            </a:r>
          </a:p>
          <a:p>
            <a:pPr lvl="1"/>
            <a:r>
              <a:rPr lang="en-US" sz="2200" dirty="0"/>
              <a:t>Attempt to log on to the network as a user with similar privileges as the main user</a:t>
            </a:r>
          </a:p>
          <a:p>
            <a:pPr lvl="1"/>
            <a:r>
              <a:rPr lang="en-US" sz="2200" dirty="0"/>
              <a:t>Next, attempt to access applications that would be run from that workstation</a:t>
            </a:r>
          </a:p>
          <a:p>
            <a:r>
              <a:rPr lang="en-US" dirty="0"/>
              <a:t>If testing a network upgrade:</a:t>
            </a:r>
          </a:p>
          <a:p>
            <a:pPr lvl="1"/>
            <a:r>
              <a:rPr lang="en-US" sz="2200" dirty="0"/>
              <a:t>Start some workstations on the upgraded part of the network and run some network-intensive applications </a:t>
            </a:r>
          </a:p>
          <a:p>
            <a:pPr lvl="1"/>
            <a:r>
              <a:rPr lang="en-US" sz="2200" dirty="0"/>
              <a:t>Gather information about how the network behaves and compare to previous results (before the upgrade)</a:t>
            </a:r>
            <a:endParaRPr lang="en-US" dirty="0"/>
          </a:p>
        </p:txBody>
      </p:sp>
    </p:spTree>
    <p:extLst>
      <p:ext uri="{BB962C8B-B14F-4D97-AF65-F5344CB8AC3E}">
        <p14:creationId xmlns:p14="http://schemas.microsoft.com/office/powerpoint/2010/main" val="2023631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400A-7E8C-6A70-19F7-A1C22B277C38}"/>
              </a:ext>
            </a:extLst>
          </p:cNvPr>
          <p:cNvSpPr>
            <a:spLocks noGrp="1"/>
          </p:cNvSpPr>
          <p:nvPr>
            <p:ph type="title"/>
          </p:nvPr>
        </p:nvSpPr>
        <p:spPr/>
        <p:txBody>
          <a:bodyPr/>
          <a:lstStyle/>
          <a:p>
            <a:r>
              <a:rPr lang="en-US" dirty="0"/>
              <a:t>Step 7: Document the Solution</a:t>
            </a:r>
          </a:p>
        </p:txBody>
      </p:sp>
      <p:sp>
        <p:nvSpPr>
          <p:cNvPr id="3" name="Content Placeholder 2">
            <a:extLst>
              <a:ext uri="{FF2B5EF4-FFF2-40B4-BE49-F238E27FC236}">
                <a16:creationId xmlns:a16="http://schemas.microsoft.com/office/drawing/2014/main" id="{62AD871D-5A08-E74C-5D76-974F7A6E2027}"/>
              </a:ext>
            </a:extLst>
          </p:cNvPr>
          <p:cNvSpPr>
            <a:spLocks noGrp="1"/>
          </p:cNvSpPr>
          <p:nvPr>
            <p:ph idx="1"/>
          </p:nvPr>
        </p:nvSpPr>
        <p:spPr>
          <a:xfrm>
            <a:off x="476843" y="1368425"/>
            <a:ext cx="11241915" cy="4351338"/>
          </a:xfrm>
        </p:spPr>
        <p:txBody>
          <a:bodyPr/>
          <a:lstStyle/>
          <a:p>
            <a:r>
              <a:rPr lang="en-US" dirty="0"/>
              <a:t>Your </a:t>
            </a:r>
            <a:r>
              <a:rPr lang="en-US" b="1" dirty="0"/>
              <a:t>documentation</a:t>
            </a:r>
            <a:r>
              <a:rPr lang="en-US" dirty="0"/>
              <a:t> should include everything pertinent to the problem</a:t>
            </a:r>
          </a:p>
          <a:p>
            <a:pPr lvl="1"/>
            <a:r>
              <a:rPr lang="en-US" sz="2200" dirty="0"/>
              <a:t>Problem definition</a:t>
            </a:r>
          </a:p>
          <a:p>
            <a:pPr lvl="1"/>
            <a:r>
              <a:rPr lang="en-US" sz="2200" dirty="0"/>
              <a:t>Solution</a:t>
            </a:r>
          </a:p>
          <a:p>
            <a:pPr lvl="1"/>
            <a:r>
              <a:rPr lang="en-US" sz="2200" dirty="0"/>
              <a:t>Implementation</a:t>
            </a:r>
          </a:p>
          <a:p>
            <a:pPr lvl="1"/>
            <a:r>
              <a:rPr lang="en-US" sz="2200" dirty="0"/>
              <a:t>Testing</a:t>
            </a:r>
          </a:p>
          <a:p>
            <a:r>
              <a:rPr lang="en-US" dirty="0"/>
              <a:t>If the problem and its solution have implications for the entire network, include this information </a:t>
            </a:r>
          </a:p>
          <a:p>
            <a:endParaRPr lang="en-US" dirty="0"/>
          </a:p>
        </p:txBody>
      </p:sp>
    </p:spTree>
    <p:extLst>
      <p:ext uri="{BB962C8B-B14F-4D97-AF65-F5344CB8AC3E}">
        <p14:creationId xmlns:p14="http://schemas.microsoft.com/office/powerpoint/2010/main" val="4111818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FFE09-1587-BBC1-C953-9D57C2C8744B}"/>
              </a:ext>
            </a:extLst>
          </p:cNvPr>
          <p:cNvSpPr>
            <a:spLocks noGrp="1"/>
          </p:cNvSpPr>
          <p:nvPr>
            <p:ph type="title"/>
          </p:nvPr>
        </p:nvSpPr>
        <p:spPr/>
        <p:txBody>
          <a:bodyPr/>
          <a:lstStyle/>
          <a:p>
            <a:r>
              <a:rPr lang="en-US" dirty="0"/>
              <a:t>Step 8: Devise Preventative Measures</a:t>
            </a:r>
          </a:p>
        </p:txBody>
      </p:sp>
      <p:sp>
        <p:nvSpPr>
          <p:cNvPr id="3" name="Content Placeholder 2">
            <a:extLst>
              <a:ext uri="{FF2B5EF4-FFF2-40B4-BE49-F238E27FC236}">
                <a16:creationId xmlns:a16="http://schemas.microsoft.com/office/drawing/2014/main" id="{07B94DAA-311D-4253-08A1-F8F30467EF94}"/>
              </a:ext>
            </a:extLst>
          </p:cNvPr>
          <p:cNvSpPr>
            <a:spLocks noGrp="1"/>
          </p:cNvSpPr>
          <p:nvPr>
            <p:ph idx="1"/>
          </p:nvPr>
        </p:nvSpPr>
        <p:spPr>
          <a:xfrm>
            <a:off x="476843" y="1439545"/>
            <a:ext cx="11241915" cy="4351338"/>
          </a:xfrm>
        </p:spPr>
        <p:txBody>
          <a:bodyPr/>
          <a:lstStyle/>
          <a:p>
            <a:r>
              <a:rPr lang="en-US" b="1" dirty="0"/>
              <a:t>After</a:t>
            </a:r>
            <a:r>
              <a:rPr lang="en-US" dirty="0"/>
              <a:t> </a:t>
            </a:r>
            <a:r>
              <a:rPr lang="en-US" b="1" dirty="0"/>
              <a:t>solving a problem</a:t>
            </a:r>
            <a:r>
              <a:rPr lang="en-US" dirty="0"/>
              <a:t>, do everything you can to prevent this problem or similar problems from recurring</a:t>
            </a:r>
          </a:p>
          <a:p>
            <a:r>
              <a:rPr lang="en-US" dirty="0"/>
              <a:t>Example:</a:t>
            </a:r>
          </a:p>
          <a:p>
            <a:pPr lvl="1"/>
            <a:r>
              <a:rPr lang="en-US" sz="2200" dirty="0"/>
              <a:t>If your problem was a virus that spread throughout the network, install malware protection programs on your network and tighten policies for software and e-mail downloads</a:t>
            </a:r>
          </a:p>
          <a:p>
            <a:pPr lvl="1"/>
            <a:r>
              <a:rPr lang="en-US" sz="2200" dirty="0"/>
              <a:t>Devising preventive measures is proactive rather than reactive network management</a:t>
            </a:r>
          </a:p>
          <a:p>
            <a:endParaRPr lang="en-US" dirty="0"/>
          </a:p>
        </p:txBody>
      </p:sp>
    </p:spTree>
    <p:extLst>
      <p:ext uri="{BB962C8B-B14F-4D97-AF65-F5344CB8AC3E}">
        <p14:creationId xmlns:p14="http://schemas.microsoft.com/office/powerpoint/2010/main" val="603953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489B-8C82-134F-D916-94FC4554C6CE}"/>
              </a:ext>
            </a:extLst>
          </p:cNvPr>
          <p:cNvSpPr>
            <a:spLocks noGrp="1"/>
          </p:cNvSpPr>
          <p:nvPr>
            <p:ph type="title"/>
          </p:nvPr>
        </p:nvSpPr>
        <p:spPr/>
        <p:txBody>
          <a:bodyPr/>
          <a:lstStyle/>
          <a:p>
            <a:r>
              <a:rPr lang="en-US" dirty="0"/>
              <a:t>Approaches to Network Troubleshooting: Trial and Error </a:t>
            </a:r>
            <a:r>
              <a:rPr lang="en-US" sz="2400" dirty="0"/>
              <a:t>(1 of 3)</a:t>
            </a:r>
          </a:p>
        </p:txBody>
      </p:sp>
      <p:sp>
        <p:nvSpPr>
          <p:cNvPr id="3" name="Content Placeholder 2">
            <a:extLst>
              <a:ext uri="{FF2B5EF4-FFF2-40B4-BE49-F238E27FC236}">
                <a16:creationId xmlns:a16="http://schemas.microsoft.com/office/drawing/2014/main" id="{C97CCED9-CA5D-5848-3983-BA9EF9782AF3}"/>
              </a:ext>
            </a:extLst>
          </p:cNvPr>
          <p:cNvSpPr>
            <a:spLocks noGrp="1"/>
          </p:cNvSpPr>
          <p:nvPr>
            <p:ph idx="1"/>
          </p:nvPr>
        </p:nvSpPr>
        <p:spPr/>
        <p:txBody>
          <a:bodyPr/>
          <a:lstStyle/>
          <a:p>
            <a:r>
              <a:rPr lang="en-US" b="1" dirty="0"/>
              <a:t>Trial-and-error</a:t>
            </a:r>
            <a:r>
              <a:rPr lang="en-US" dirty="0"/>
              <a:t> requires an assessment of the problem, an educated guess to a solution and a test of the results</a:t>
            </a:r>
          </a:p>
          <a:p>
            <a:r>
              <a:rPr lang="en-US" dirty="0"/>
              <a:t>This approach can be used under the following conditions:</a:t>
            </a:r>
          </a:p>
          <a:p>
            <a:pPr lvl="1"/>
            <a:r>
              <a:rPr lang="en-US" sz="2200" dirty="0"/>
              <a:t>The system is being newly configured, so no data can be lost</a:t>
            </a:r>
          </a:p>
          <a:p>
            <a:pPr lvl="1"/>
            <a:r>
              <a:rPr lang="en-US" sz="2200" dirty="0"/>
              <a:t>The system is not attached to a live network</a:t>
            </a:r>
          </a:p>
          <a:p>
            <a:pPr lvl="1"/>
            <a:r>
              <a:rPr lang="en-US" sz="2200" dirty="0"/>
              <a:t>You can undo changes easily</a:t>
            </a:r>
          </a:p>
          <a:p>
            <a:pPr lvl="1"/>
            <a:r>
              <a:rPr lang="en-US" sz="2200" dirty="0"/>
              <a:t>Other approaches would take more time than a few trial-and-error attempts</a:t>
            </a:r>
          </a:p>
          <a:p>
            <a:pPr lvl="1"/>
            <a:r>
              <a:rPr lang="en-US" sz="2200" dirty="0"/>
              <a:t>There are few possible causes of the problem or no documentation to use</a:t>
            </a:r>
            <a:endParaRPr lang="en-US" dirty="0"/>
          </a:p>
        </p:txBody>
      </p:sp>
    </p:spTree>
    <p:extLst>
      <p:ext uri="{BB962C8B-B14F-4D97-AF65-F5344CB8AC3E}">
        <p14:creationId xmlns:p14="http://schemas.microsoft.com/office/powerpoint/2010/main" val="1650124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2793-E7C2-781F-C460-B842FAB97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93723-1E8E-D6B4-9FAD-95D29560F0B7}"/>
              </a:ext>
            </a:extLst>
          </p:cNvPr>
          <p:cNvSpPr>
            <a:spLocks noGrp="1"/>
          </p:cNvSpPr>
          <p:nvPr>
            <p:ph type="title"/>
          </p:nvPr>
        </p:nvSpPr>
        <p:spPr/>
        <p:txBody>
          <a:bodyPr/>
          <a:lstStyle/>
          <a:p>
            <a:r>
              <a:rPr lang="en-US" dirty="0"/>
              <a:t>Approaches to Network Troubleshooting: Trial and Error </a:t>
            </a:r>
            <a:r>
              <a:rPr lang="en-US" sz="2400" dirty="0"/>
              <a:t>(2 of 3)</a:t>
            </a:r>
          </a:p>
        </p:txBody>
      </p:sp>
      <p:sp>
        <p:nvSpPr>
          <p:cNvPr id="3" name="Content Placeholder 2">
            <a:extLst>
              <a:ext uri="{FF2B5EF4-FFF2-40B4-BE49-F238E27FC236}">
                <a16:creationId xmlns:a16="http://schemas.microsoft.com/office/drawing/2014/main" id="{2E7F12E1-1D47-92F1-E12E-4F28BE61A54F}"/>
              </a:ext>
            </a:extLst>
          </p:cNvPr>
          <p:cNvSpPr>
            <a:spLocks noGrp="1"/>
          </p:cNvSpPr>
          <p:nvPr>
            <p:ph idx="1"/>
          </p:nvPr>
        </p:nvSpPr>
        <p:spPr/>
        <p:txBody>
          <a:bodyPr/>
          <a:lstStyle/>
          <a:p>
            <a:r>
              <a:rPr lang="en-US" dirty="0"/>
              <a:t>The trial-and error method is not advisable under these conditions:</a:t>
            </a:r>
          </a:p>
          <a:p>
            <a:pPr lvl="1"/>
            <a:r>
              <a:rPr lang="en-US" sz="2200" dirty="0"/>
              <a:t>A server or internetworking device is live on the network</a:t>
            </a:r>
          </a:p>
          <a:p>
            <a:pPr lvl="1"/>
            <a:r>
              <a:rPr lang="en-US" sz="2200" dirty="0"/>
              <a:t>The problem is being discussed over the phone and you’re instructing an untrained user</a:t>
            </a:r>
          </a:p>
          <a:p>
            <a:pPr lvl="1"/>
            <a:r>
              <a:rPr lang="en-US" sz="2200" dirty="0"/>
              <a:t>You aren’t sure of the consequences of the solutions you propose</a:t>
            </a:r>
          </a:p>
          <a:p>
            <a:pPr lvl="1"/>
            <a:r>
              <a:rPr lang="en-US" sz="2200" dirty="0"/>
              <a:t>You have no sure way to undo the changes after they’re made</a:t>
            </a:r>
          </a:p>
          <a:p>
            <a:pPr lvl="1"/>
            <a:r>
              <a:rPr lang="en-US" sz="2200" dirty="0"/>
              <a:t>Other approaches will take the same amount of time</a:t>
            </a:r>
          </a:p>
        </p:txBody>
      </p:sp>
    </p:spTree>
    <p:extLst>
      <p:ext uri="{BB962C8B-B14F-4D97-AF65-F5344CB8AC3E}">
        <p14:creationId xmlns:p14="http://schemas.microsoft.com/office/powerpoint/2010/main" val="3214687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5ACE-77B5-7663-FD71-D265477F6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87372-675D-C21C-877A-2A34C63249D9}"/>
              </a:ext>
            </a:extLst>
          </p:cNvPr>
          <p:cNvSpPr>
            <a:spLocks noGrp="1"/>
          </p:cNvSpPr>
          <p:nvPr>
            <p:ph type="title"/>
          </p:nvPr>
        </p:nvSpPr>
        <p:spPr/>
        <p:txBody>
          <a:bodyPr/>
          <a:lstStyle/>
          <a:p>
            <a:r>
              <a:rPr lang="en-US" dirty="0"/>
              <a:t>Approaches to Network Troubleshooting: Trial and Error </a:t>
            </a:r>
            <a:r>
              <a:rPr lang="en-US" sz="2400" dirty="0"/>
              <a:t>(3 of 3)</a:t>
            </a:r>
          </a:p>
        </p:txBody>
      </p:sp>
      <p:sp>
        <p:nvSpPr>
          <p:cNvPr id="3" name="Content Placeholder 2">
            <a:extLst>
              <a:ext uri="{FF2B5EF4-FFF2-40B4-BE49-F238E27FC236}">
                <a16:creationId xmlns:a16="http://schemas.microsoft.com/office/drawing/2014/main" id="{8AB82D22-4991-D389-2BF4-EAECCC09159E}"/>
              </a:ext>
            </a:extLst>
          </p:cNvPr>
          <p:cNvSpPr>
            <a:spLocks noGrp="1"/>
          </p:cNvSpPr>
          <p:nvPr>
            <p:ph idx="1"/>
          </p:nvPr>
        </p:nvSpPr>
        <p:spPr>
          <a:xfrm>
            <a:off x="476843" y="1825625"/>
            <a:ext cx="11241915" cy="3398128"/>
          </a:xfrm>
        </p:spPr>
        <p:txBody>
          <a:bodyPr/>
          <a:lstStyle/>
          <a:p>
            <a:r>
              <a:rPr lang="en-US" dirty="0"/>
              <a:t>Follow these </a:t>
            </a:r>
            <a:r>
              <a:rPr lang="en-US" b="1" dirty="0"/>
              <a:t>guidelines</a:t>
            </a:r>
            <a:r>
              <a:rPr lang="en-US" dirty="0"/>
              <a:t> when using this method:</a:t>
            </a:r>
          </a:p>
          <a:p>
            <a:pPr lvl="1"/>
            <a:r>
              <a:rPr lang="en-US" sz="2200" dirty="0"/>
              <a:t>Make only one change at a time before testing the results</a:t>
            </a:r>
          </a:p>
          <a:p>
            <a:pPr lvl="1"/>
            <a:r>
              <a:rPr lang="en-US" sz="2200" dirty="0"/>
              <a:t>Avoid making changes that might affect the operation of a live network</a:t>
            </a:r>
          </a:p>
          <a:p>
            <a:pPr lvl="1"/>
            <a:r>
              <a:rPr lang="en-US" sz="2200" dirty="0"/>
              <a:t>Document the original settings of hardware and software before making changes</a:t>
            </a:r>
          </a:p>
          <a:p>
            <a:pPr lvl="1"/>
            <a:r>
              <a:rPr lang="en-US" sz="2200" dirty="0"/>
              <a:t>Avoid making a change that can destroy user data</a:t>
            </a:r>
          </a:p>
          <a:p>
            <a:pPr lvl="1"/>
            <a:r>
              <a:rPr lang="en-US" sz="2200" dirty="0"/>
              <a:t>If possible, avoid making a change that you can’t undo</a:t>
            </a:r>
          </a:p>
        </p:txBody>
      </p:sp>
      <p:sp>
        <p:nvSpPr>
          <p:cNvPr id="5" name="TextBox 4">
            <a:extLst>
              <a:ext uri="{FF2B5EF4-FFF2-40B4-BE49-F238E27FC236}">
                <a16:creationId xmlns:a16="http://schemas.microsoft.com/office/drawing/2014/main" id="{6B883048-514D-44B1-BA8D-65E85D5E4D61}"/>
              </a:ext>
            </a:extLst>
          </p:cNvPr>
          <p:cNvSpPr txBox="1"/>
          <p:nvPr/>
        </p:nvSpPr>
        <p:spPr>
          <a:xfrm>
            <a:off x="3621121" y="5321349"/>
            <a:ext cx="6466462" cy="461665"/>
          </a:xfrm>
          <a:prstGeom prst="rect">
            <a:avLst/>
          </a:prstGeom>
          <a:noFill/>
        </p:spPr>
        <p:txBody>
          <a:bodyPr wrap="square">
            <a:spAutoFit/>
          </a:bodyPr>
          <a:lstStyle/>
          <a:p>
            <a:r>
              <a:rPr lang="en-US" sz="2400" dirty="0">
                <a:hlinkClick r:id="rId2"/>
              </a:rPr>
              <a:t>https://www.youtube.com/watch?v=yTU2jO9rlK4</a:t>
            </a:r>
            <a:endParaRPr lang="en-US" sz="2400" dirty="0"/>
          </a:p>
        </p:txBody>
      </p:sp>
      <p:sp>
        <p:nvSpPr>
          <p:cNvPr id="7" name="TextBox 6">
            <a:extLst>
              <a:ext uri="{FF2B5EF4-FFF2-40B4-BE49-F238E27FC236}">
                <a16:creationId xmlns:a16="http://schemas.microsoft.com/office/drawing/2014/main" id="{E003944F-7244-4670-AA07-ADD25AD1FBC1}"/>
              </a:ext>
            </a:extLst>
          </p:cNvPr>
          <p:cNvSpPr txBox="1"/>
          <p:nvPr/>
        </p:nvSpPr>
        <p:spPr>
          <a:xfrm>
            <a:off x="3993205" y="5695944"/>
            <a:ext cx="6094378" cy="369332"/>
          </a:xfrm>
          <a:prstGeom prst="rect">
            <a:avLst/>
          </a:prstGeom>
          <a:noFill/>
        </p:spPr>
        <p:txBody>
          <a:bodyPr wrap="square">
            <a:spAutoFit/>
          </a:bodyPr>
          <a:lstStyle/>
          <a:p>
            <a:pPr algn="l"/>
            <a:r>
              <a:rPr lang="en-US" b="1" i="0" dirty="0">
                <a:solidFill>
                  <a:srgbClr val="0F0F0F"/>
                </a:solidFill>
                <a:effectLst/>
                <a:latin typeface="Roboto" panose="02000000000000000000" pitchFamily="2" charset="0"/>
              </a:rPr>
              <a:t>Network Fundamentals 11-1: Troubleshooting Steps</a:t>
            </a:r>
          </a:p>
        </p:txBody>
      </p:sp>
    </p:spTree>
    <p:extLst>
      <p:ext uri="{BB962C8B-B14F-4D97-AF65-F5344CB8AC3E}">
        <p14:creationId xmlns:p14="http://schemas.microsoft.com/office/powerpoint/2010/main" val="2069758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1CBE9-E64D-4DDF-43C1-206E50052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C5DA1-9B8E-2DA6-A817-E16EF79F71F9}"/>
              </a:ext>
            </a:extLst>
          </p:cNvPr>
          <p:cNvSpPr>
            <a:spLocks noGrp="1"/>
          </p:cNvSpPr>
          <p:nvPr>
            <p:ph type="title"/>
          </p:nvPr>
        </p:nvSpPr>
        <p:spPr/>
        <p:txBody>
          <a:bodyPr/>
          <a:lstStyle/>
          <a:p>
            <a:r>
              <a:rPr lang="en-US" dirty="0"/>
              <a:t>Approaches to Network Troubleshooting: Solving by Example</a:t>
            </a:r>
          </a:p>
        </p:txBody>
      </p:sp>
      <p:sp>
        <p:nvSpPr>
          <p:cNvPr id="3" name="Content Placeholder 2">
            <a:extLst>
              <a:ext uri="{FF2B5EF4-FFF2-40B4-BE49-F238E27FC236}">
                <a16:creationId xmlns:a16="http://schemas.microsoft.com/office/drawing/2014/main" id="{7A7448F6-8C8F-3CB9-AA9D-07689010E851}"/>
              </a:ext>
            </a:extLst>
          </p:cNvPr>
          <p:cNvSpPr>
            <a:spLocks noGrp="1"/>
          </p:cNvSpPr>
          <p:nvPr>
            <p:ph idx="1"/>
          </p:nvPr>
        </p:nvSpPr>
        <p:spPr/>
        <p:txBody>
          <a:bodyPr/>
          <a:lstStyle/>
          <a:p>
            <a:r>
              <a:rPr lang="en-US" b="1" dirty="0"/>
              <a:t>Solving by example </a:t>
            </a:r>
            <a:r>
              <a:rPr lang="en-US" dirty="0"/>
              <a:t>is the process of comparing something that doesn’t work with something that does</a:t>
            </a:r>
          </a:p>
          <a:p>
            <a:r>
              <a:rPr lang="en-US" b="1" dirty="0"/>
              <a:t>General rules </a:t>
            </a:r>
            <a:r>
              <a:rPr lang="en-US" dirty="0"/>
              <a:t>to follow when using this method:</a:t>
            </a:r>
          </a:p>
          <a:p>
            <a:pPr lvl="1"/>
            <a:r>
              <a:rPr lang="en-US" sz="2200" dirty="0"/>
              <a:t>Use the solve-by-example approach only when the working sample has a similar environment as the problem machine</a:t>
            </a:r>
          </a:p>
          <a:p>
            <a:pPr lvl="1"/>
            <a:r>
              <a:rPr lang="en-US" sz="2200" dirty="0"/>
              <a:t>Don’t make configuration changes that will cause conflicts—Don’t change the TCP/IP address of a nonworking machine to the same address as a working machine</a:t>
            </a:r>
          </a:p>
          <a:p>
            <a:pPr lvl="1"/>
            <a:r>
              <a:rPr lang="en-US" sz="2200" dirty="0"/>
              <a:t>Don’t make any changes that could destroy data that can’t be restored</a:t>
            </a:r>
          </a:p>
          <a:p>
            <a:endParaRPr lang="en-US" dirty="0"/>
          </a:p>
        </p:txBody>
      </p:sp>
    </p:spTree>
    <p:extLst>
      <p:ext uri="{BB962C8B-B14F-4D97-AF65-F5344CB8AC3E}">
        <p14:creationId xmlns:p14="http://schemas.microsoft.com/office/powerpoint/2010/main" val="1772794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AFE91-2417-F0C0-396D-FF8310DBC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FB39B-CFD9-8655-05E9-1A6561F2B799}"/>
              </a:ext>
            </a:extLst>
          </p:cNvPr>
          <p:cNvSpPr>
            <a:spLocks noGrp="1"/>
          </p:cNvSpPr>
          <p:nvPr>
            <p:ph type="title"/>
          </p:nvPr>
        </p:nvSpPr>
        <p:spPr/>
        <p:txBody>
          <a:bodyPr/>
          <a:lstStyle/>
          <a:p>
            <a:r>
              <a:rPr lang="en-US" dirty="0"/>
              <a:t>Approaches to Network Troubleshooting: The Replacement Method</a:t>
            </a:r>
          </a:p>
        </p:txBody>
      </p:sp>
      <p:sp>
        <p:nvSpPr>
          <p:cNvPr id="3" name="Content Placeholder 2">
            <a:extLst>
              <a:ext uri="{FF2B5EF4-FFF2-40B4-BE49-F238E27FC236}">
                <a16:creationId xmlns:a16="http://schemas.microsoft.com/office/drawing/2014/main" id="{1579149C-449A-9A2B-0D79-E7148A34BD00}"/>
              </a:ext>
            </a:extLst>
          </p:cNvPr>
          <p:cNvSpPr>
            <a:spLocks noGrp="1"/>
          </p:cNvSpPr>
          <p:nvPr>
            <p:ph idx="1"/>
          </p:nvPr>
        </p:nvSpPr>
        <p:spPr/>
        <p:txBody>
          <a:bodyPr/>
          <a:lstStyle/>
          <a:p>
            <a:r>
              <a:rPr lang="en-US" b="1" dirty="0"/>
              <a:t>Requires narrowing down </a:t>
            </a:r>
            <a:r>
              <a:rPr lang="en-US" dirty="0"/>
              <a:t>possible sources of the problem and having known working replacement parts on hand so that they can be swapped out</a:t>
            </a:r>
          </a:p>
          <a:p>
            <a:r>
              <a:rPr lang="en-US" b="1" dirty="0"/>
              <a:t>Follow these rules </a:t>
            </a:r>
            <a:r>
              <a:rPr lang="en-US" dirty="0"/>
              <a:t>when using this method:</a:t>
            </a:r>
          </a:p>
          <a:p>
            <a:pPr lvl="1"/>
            <a:r>
              <a:rPr lang="en-US" sz="2200" dirty="0"/>
              <a:t>Narrow the list of potentially defective parts down to a few possibilities </a:t>
            </a:r>
          </a:p>
          <a:p>
            <a:pPr lvl="1"/>
            <a:r>
              <a:rPr lang="en-US" sz="2200" dirty="0"/>
              <a:t>Make sure you have the correct replacement parts on hand</a:t>
            </a:r>
          </a:p>
          <a:p>
            <a:pPr lvl="1"/>
            <a:r>
              <a:rPr lang="en-US" sz="2200" dirty="0"/>
              <a:t>Replace only one part at a time</a:t>
            </a:r>
          </a:p>
          <a:p>
            <a:pPr lvl="1"/>
            <a:r>
              <a:rPr lang="en-US" sz="2200" dirty="0"/>
              <a:t>If your first replacement does not fix the problem, reinstall original part before replacing another part</a:t>
            </a:r>
            <a:endParaRPr lang="en-US" dirty="0"/>
          </a:p>
        </p:txBody>
      </p:sp>
    </p:spTree>
    <p:extLst>
      <p:ext uri="{BB962C8B-B14F-4D97-AF65-F5344CB8AC3E}">
        <p14:creationId xmlns:p14="http://schemas.microsoft.com/office/powerpoint/2010/main" val="2908109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4C66-D8D8-4A48-A2C4-9983B7D81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F6346-4283-9F1D-3B5A-2FA81B48D820}"/>
              </a:ext>
            </a:extLst>
          </p:cNvPr>
          <p:cNvSpPr>
            <a:spLocks noGrp="1"/>
          </p:cNvSpPr>
          <p:nvPr>
            <p:ph type="title"/>
          </p:nvPr>
        </p:nvSpPr>
        <p:spPr>
          <a:xfrm>
            <a:off x="473242" y="681037"/>
            <a:ext cx="11241915" cy="1217447"/>
          </a:xfrm>
        </p:spPr>
        <p:txBody>
          <a:bodyPr/>
          <a:lstStyle/>
          <a:p>
            <a:r>
              <a:rPr lang="en-US" dirty="0"/>
              <a:t>Approaches to Network Troubleshooting: Step by Step with the OSI Model </a:t>
            </a:r>
            <a:r>
              <a:rPr lang="en-US" sz="2400" dirty="0"/>
              <a:t>(1 of 2)</a:t>
            </a:r>
          </a:p>
        </p:txBody>
      </p:sp>
      <p:sp>
        <p:nvSpPr>
          <p:cNvPr id="3" name="Content Placeholder 2">
            <a:extLst>
              <a:ext uri="{FF2B5EF4-FFF2-40B4-BE49-F238E27FC236}">
                <a16:creationId xmlns:a16="http://schemas.microsoft.com/office/drawing/2014/main" id="{F4C67424-3B5F-959C-3E04-E6F03F56D641}"/>
              </a:ext>
            </a:extLst>
          </p:cNvPr>
          <p:cNvSpPr>
            <a:spLocks noGrp="1"/>
          </p:cNvSpPr>
          <p:nvPr>
            <p:ph idx="1"/>
          </p:nvPr>
        </p:nvSpPr>
        <p:spPr/>
        <p:txBody>
          <a:bodyPr/>
          <a:lstStyle/>
          <a:p>
            <a:r>
              <a:rPr lang="en-US" dirty="0"/>
              <a:t>In this approach, you </a:t>
            </a:r>
            <a:r>
              <a:rPr lang="en-US" b="1" dirty="0"/>
              <a:t>test a problem starting </a:t>
            </a:r>
            <a:r>
              <a:rPr lang="en-US" dirty="0"/>
              <a:t>at the Application layer and keep testing at each layer until you have a successful test or reach the Physical layer</a:t>
            </a:r>
          </a:p>
          <a:p>
            <a:r>
              <a:rPr lang="en-US" dirty="0"/>
              <a:t>You could also start at the Physical layer and work your way up</a:t>
            </a:r>
          </a:p>
          <a:p>
            <a:r>
              <a:rPr lang="en-US" dirty="0"/>
              <a:t>To use this approach, you must understand how networks work and where you should use troubleshooting tools</a:t>
            </a:r>
          </a:p>
          <a:p>
            <a:r>
              <a:rPr lang="en-US" dirty="0"/>
              <a:t>To see how this approach works, start by reviewing the simple network diagram in Figure 14-2</a:t>
            </a:r>
          </a:p>
        </p:txBody>
      </p:sp>
      <p:sp>
        <p:nvSpPr>
          <p:cNvPr id="4" name="TextBox 3">
            <a:extLst>
              <a:ext uri="{FF2B5EF4-FFF2-40B4-BE49-F238E27FC236}">
                <a16:creationId xmlns:a16="http://schemas.microsoft.com/office/drawing/2014/main" id="{7C64B008-2DED-4D98-944A-6435BBF9ECD8}"/>
              </a:ext>
            </a:extLst>
          </p:cNvPr>
          <p:cNvSpPr txBox="1"/>
          <p:nvPr/>
        </p:nvSpPr>
        <p:spPr>
          <a:xfrm>
            <a:off x="82576" y="54526"/>
            <a:ext cx="1534160" cy="646331"/>
          </a:xfrm>
          <a:prstGeom prst="rect">
            <a:avLst/>
          </a:prstGeom>
          <a:noFill/>
        </p:spPr>
        <p:txBody>
          <a:bodyPr wrap="square">
            <a:spAutoFit/>
          </a:bodyPr>
          <a:lstStyle/>
          <a:p>
            <a:r>
              <a:rPr lang="en-US" sz="3600" b="1" dirty="0">
                <a:solidFill>
                  <a:schemeClr val="accent6">
                    <a:lumMod val="50000"/>
                  </a:schemeClr>
                </a:solidFill>
                <a:latin typeface="Arial" panose="020B0604020202020204" pitchFamily="34" charset="0"/>
                <a:cs typeface="Arial" panose="020B0604020202020204" pitchFamily="34" charset="0"/>
              </a:rPr>
              <a:t>Part 2</a:t>
            </a:r>
          </a:p>
        </p:txBody>
      </p:sp>
    </p:spTree>
    <p:extLst>
      <p:ext uri="{BB962C8B-B14F-4D97-AF65-F5344CB8AC3E}">
        <p14:creationId xmlns:p14="http://schemas.microsoft.com/office/powerpoint/2010/main" val="2915846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2D62-241E-51ED-7D99-87EDBC090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E6B92-5B8F-3897-60C6-190D2E26C05F}"/>
              </a:ext>
            </a:extLst>
          </p:cNvPr>
          <p:cNvSpPr>
            <a:spLocks noGrp="1"/>
          </p:cNvSpPr>
          <p:nvPr>
            <p:ph type="title"/>
          </p:nvPr>
        </p:nvSpPr>
        <p:spPr/>
        <p:txBody>
          <a:bodyPr/>
          <a:lstStyle/>
          <a:p>
            <a:r>
              <a:rPr lang="en-US" dirty="0"/>
              <a:t>Approaches to Network Troubleshooting: Step by Step with the OSI Model </a:t>
            </a:r>
            <a:r>
              <a:rPr lang="en-US" sz="2400" dirty="0"/>
              <a:t>(2 of 2)</a:t>
            </a:r>
          </a:p>
        </p:txBody>
      </p:sp>
      <p:sp>
        <p:nvSpPr>
          <p:cNvPr id="5" name="TextBox 4">
            <a:extLst>
              <a:ext uri="{FF2B5EF4-FFF2-40B4-BE49-F238E27FC236}">
                <a16:creationId xmlns:a16="http://schemas.microsoft.com/office/drawing/2014/main" id="{99F77C21-A2D0-3F83-F19A-210B33EF41FC}"/>
              </a:ext>
            </a:extLst>
          </p:cNvPr>
          <p:cNvSpPr txBox="1"/>
          <p:nvPr/>
        </p:nvSpPr>
        <p:spPr>
          <a:xfrm>
            <a:off x="7315200" y="3189238"/>
            <a:ext cx="4294598" cy="1938992"/>
          </a:xfrm>
          <a:prstGeom prst="rect">
            <a:avLst/>
          </a:prstGeom>
          <a:noFill/>
        </p:spPr>
        <p:txBody>
          <a:bodyPr wrap="square" rtlCol="0">
            <a:spAutoFit/>
          </a:bodyPr>
          <a:lstStyle/>
          <a:p>
            <a:r>
              <a:rPr lang="en-US" sz="2400" b="1" dirty="0">
                <a:latin typeface="Work Sans" pitchFamily="2" charset="0"/>
              </a:rPr>
              <a:t>Figure 14-2 </a:t>
            </a:r>
            <a:r>
              <a:rPr lang="en-US" sz="2400" dirty="0">
                <a:latin typeface="Work Sans" pitchFamily="2" charset="0"/>
              </a:rPr>
              <a:t>Troubleshooting with the OSI Model</a:t>
            </a:r>
          </a:p>
          <a:p>
            <a:endParaRPr lang="en-US" sz="2400" dirty="0">
              <a:latin typeface="Work Sans" pitchFamily="2" charset="0"/>
            </a:endParaRPr>
          </a:p>
          <a:p>
            <a:endParaRPr lang="en-US" sz="2400" dirty="0">
              <a:latin typeface="Work Sans" pitchFamily="2" charset="0"/>
            </a:endParaRPr>
          </a:p>
        </p:txBody>
      </p:sp>
      <p:pic>
        <p:nvPicPr>
          <p:cNvPr id="4" name="Picture 3" descr="A diagram represents a network configuration using the O S I model. Workstations A, B, and C are connected to a switch, which operates at the Data Link layer. The router, placed at the center, operates at the Network, Data Link, and Physical layers. The server operates at all layers. A cable connects the workstations to the switch, representing the Physical layer. The diagram defines troubleshooting with the O S I model, and the various network components along with their associated layers.&#10;">
            <a:extLst>
              <a:ext uri="{FF2B5EF4-FFF2-40B4-BE49-F238E27FC236}">
                <a16:creationId xmlns:a16="http://schemas.microsoft.com/office/drawing/2014/main" id="{F22E3413-58A3-1575-06D1-4D3F4C202F2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5440" y="1704210"/>
            <a:ext cx="5455920" cy="4104960"/>
          </a:xfrm>
          <a:prstGeom prst="rect">
            <a:avLst/>
          </a:prstGeom>
        </p:spPr>
      </p:pic>
    </p:spTree>
    <p:extLst>
      <p:ext uri="{BB962C8B-B14F-4D97-AF65-F5344CB8AC3E}">
        <p14:creationId xmlns:p14="http://schemas.microsoft.com/office/powerpoint/2010/main" val="3113432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14-1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629243" y="1253331"/>
            <a:ext cx="11241915" cy="4351338"/>
          </a:xfrm>
        </p:spPr>
        <p:txBody>
          <a:bodyPr/>
          <a:lstStyle/>
          <a:p>
            <a:pPr marL="0" indent="0">
              <a:buNone/>
            </a:pPr>
            <a:r>
              <a:rPr lang="en-US" dirty="0"/>
              <a:t>Which of the following is a good rule to follow when using the replacement approach to problem solving?</a:t>
            </a:r>
          </a:p>
          <a:p>
            <a:pPr marL="0" indent="0">
              <a:buNone/>
            </a:pPr>
            <a:r>
              <a:rPr lang="en-US" dirty="0"/>
              <a:t>a. Replace only one component at a time.</a:t>
            </a:r>
          </a:p>
          <a:p>
            <a:pPr marL="0" indent="0">
              <a:buNone/>
            </a:pPr>
            <a:r>
              <a:rPr lang="en-US" dirty="0"/>
              <a:t>b. Disassemble the original part to see if it is broken.</a:t>
            </a:r>
          </a:p>
          <a:p>
            <a:pPr marL="0" indent="0">
              <a:buNone/>
            </a:pPr>
            <a:r>
              <a:rPr lang="en-US" dirty="0"/>
              <a:t>c. Replace every component in the system.</a:t>
            </a:r>
          </a:p>
          <a:p>
            <a:pPr marL="0" indent="0">
              <a:buNone/>
            </a:pPr>
            <a:r>
              <a:rPr lang="en-US" dirty="0"/>
              <a:t>d. Remove the part and then order a new one.</a:t>
            </a:r>
          </a:p>
        </p:txBody>
      </p:sp>
    </p:spTree>
    <p:extLst>
      <p:ext uri="{BB962C8B-B14F-4D97-AF65-F5344CB8AC3E}">
        <p14:creationId xmlns:p14="http://schemas.microsoft.com/office/powerpoint/2010/main" val="3683800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14-1: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6843" y="1403002"/>
            <a:ext cx="11241915" cy="2621900"/>
          </a:xfrm>
        </p:spPr>
        <p:txBody>
          <a:bodyPr/>
          <a:lstStyle/>
          <a:p>
            <a:pPr marL="0" indent="0">
              <a:buNone/>
            </a:pPr>
            <a:r>
              <a:rPr lang="en-US" dirty="0"/>
              <a:t>Which of the following is a good rule to follow when using the replacement approach to problem solving?</a:t>
            </a:r>
          </a:p>
          <a:p>
            <a:pPr marL="0" indent="0">
              <a:buNone/>
            </a:pPr>
            <a:r>
              <a:rPr lang="en-US" b="1" dirty="0"/>
              <a:t>Answer: a</a:t>
            </a:r>
            <a:r>
              <a:rPr lang="en-US" dirty="0"/>
              <a:t>. Replace only one component at a time.</a:t>
            </a:r>
          </a:p>
          <a:p>
            <a:pPr marL="0" indent="0">
              <a:buNone/>
            </a:pPr>
            <a:r>
              <a:rPr lang="en-US" b="1" dirty="0"/>
              <a:t>Explanation:</a:t>
            </a:r>
            <a:r>
              <a:rPr lang="en-US" dirty="0"/>
              <a:t> </a:t>
            </a:r>
            <a:r>
              <a:rPr lang="en-US" sz="2200" dirty="0"/>
              <a:t>The replacement method is effective only if the problem’s source can be determined and the source is a defective part. Follow these rules in order when using the replacement method: narrow the list of potentially defective parts down to a few possibilities; make sure you have the correct replacement parts on hand; replace only one part at a time; if your first replacement doesn’t fix the problem, reinstall the original part before replacing another part.</a:t>
            </a:r>
          </a:p>
        </p:txBody>
      </p:sp>
    </p:spTree>
    <p:extLst>
      <p:ext uri="{BB962C8B-B14F-4D97-AF65-F5344CB8AC3E}">
        <p14:creationId xmlns:p14="http://schemas.microsoft.com/office/powerpoint/2010/main" val="3889104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CC11-873C-94AD-63ED-406C68D3A4F9}"/>
              </a:ext>
            </a:extLst>
          </p:cNvPr>
          <p:cNvSpPr>
            <a:spLocks noGrp="1"/>
          </p:cNvSpPr>
          <p:nvPr>
            <p:ph type="title"/>
          </p:nvPr>
        </p:nvSpPr>
        <p:spPr>
          <a:xfrm>
            <a:off x="476843" y="924560"/>
            <a:ext cx="11241915" cy="766132"/>
          </a:xfrm>
        </p:spPr>
        <p:txBody>
          <a:bodyPr/>
          <a:lstStyle/>
          <a:p>
            <a:r>
              <a:rPr lang="en-US" dirty="0"/>
              <a:t>Making Use of Problem-Solving Resources</a:t>
            </a:r>
          </a:p>
        </p:txBody>
      </p:sp>
      <p:sp>
        <p:nvSpPr>
          <p:cNvPr id="3" name="Content Placeholder 2">
            <a:extLst>
              <a:ext uri="{FF2B5EF4-FFF2-40B4-BE49-F238E27FC236}">
                <a16:creationId xmlns:a16="http://schemas.microsoft.com/office/drawing/2014/main" id="{9A78CE16-7DC8-4936-0CC8-A59C6F18B5BB}"/>
              </a:ext>
            </a:extLst>
          </p:cNvPr>
          <p:cNvSpPr>
            <a:spLocks noGrp="1"/>
          </p:cNvSpPr>
          <p:nvPr>
            <p:ph idx="1"/>
          </p:nvPr>
        </p:nvSpPr>
        <p:spPr/>
        <p:txBody>
          <a:bodyPr/>
          <a:lstStyle/>
          <a:p>
            <a:r>
              <a:rPr lang="en-US" b="1" dirty="0"/>
              <a:t>Resources available </a:t>
            </a:r>
            <a:r>
              <a:rPr lang="en-US" dirty="0"/>
              <a:t>to you during the troubleshooting process:</a:t>
            </a:r>
          </a:p>
          <a:p>
            <a:pPr lvl="1"/>
            <a:r>
              <a:rPr lang="en-US" dirty="0"/>
              <a:t>Experience</a:t>
            </a:r>
          </a:p>
          <a:p>
            <a:pPr lvl="1"/>
            <a:r>
              <a:rPr lang="en-US" dirty="0"/>
              <a:t>The Internet</a:t>
            </a:r>
          </a:p>
          <a:p>
            <a:pPr lvl="1"/>
            <a:r>
              <a:rPr lang="en-US" dirty="0"/>
              <a:t>Network </a:t>
            </a:r>
            <a:r>
              <a:rPr lang="en-US" b="1" dirty="0"/>
              <a:t>Documentation</a:t>
            </a:r>
          </a:p>
          <a:p>
            <a:endParaRPr lang="en-US" dirty="0"/>
          </a:p>
        </p:txBody>
      </p:sp>
    </p:spTree>
    <p:extLst>
      <p:ext uri="{BB962C8B-B14F-4D97-AF65-F5344CB8AC3E}">
        <p14:creationId xmlns:p14="http://schemas.microsoft.com/office/powerpoint/2010/main" val="2646269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0276-E935-25B9-9026-F19286FFDB39}"/>
              </a:ext>
            </a:extLst>
          </p:cNvPr>
          <p:cNvSpPr>
            <a:spLocks noGrp="1"/>
          </p:cNvSpPr>
          <p:nvPr>
            <p:ph type="title"/>
          </p:nvPr>
        </p:nvSpPr>
        <p:spPr/>
        <p:txBody>
          <a:bodyPr/>
          <a:lstStyle/>
          <a:p>
            <a:r>
              <a:rPr lang="en-US" dirty="0"/>
              <a:t>Experience</a:t>
            </a:r>
          </a:p>
        </p:txBody>
      </p:sp>
      <p:sp>
        <p:nvSpPr>
          <p:cNvPr id="3" name="Content Placeholder 2">
            <a:extLst>
              <a:ext uri="{FF2B5EF4-FFF2-40B4-BE49-F238E27FC236}">
                <a16:creationId xmlns:a16="http://schemas.microsoft.com/office/drawing/2014/main" id="{D02588AE-DD52-AF6B-9AC7-58A888F91F5D}"/>
              </a:ext>
            </a:extLst>
          </p:cNvPr>
          <p:cNvSpPr>
            <a:spLocks noGrp="1"/>
          </p:cNvSpPr>
          <p:nvPr>
            <p:ph idx="1"/>
          </p:nvPr>
        </p:nvSpPr>
        <p:spPr>
          <a:xfrm>
            <a:off x="476843" y="1378584"/>
            <a:ext cx="11241915" cy="4528229"/>
          </a:xfrm>
        </p:spPr>
        <p:txBody>
          <a:bodyPr/>
          <a:lstStyle/>
          <a:p>
            <a:r>
              <a:rPr lang="en-US" dirty="0"/>
              <a:t>Your </a:t>
            </a:r>
            <a:r>
              <a:rPr lang="en-US" b="1" dirty="0"/>
              <a:t>most effective weapon </a:t>
            </a:r>
            <a:r>
              <a:rPr lang="en-US" dirty="0"/>
              <a:t>in supporting the network and diagnosing and solving problems is your own experience</a:t>
            </a:r>
          </a:p>
          <a:p>
            <a:pPr lvl="1"/>
            <a:r>
              <a:rPr lang="en-US" sz="2200" b="1" dirty="0"/>
              <a:t>Take notes </a:t>
            </a:r>
            <a:r>
              <a:rPr lang="en-US" sz="2200" dirty="0"/>
              <a:t>about what you see and learn</a:t>
            </a:r>
          </a:p>
          <a:p>
            <a:pPr lvl="1"/>
            <a:r>
              <a:rPr lang="en-US" sz="2200" dirty="0"/>
              <a:t>If It Happened Once, It Will Happen Again</a:t>
            </a:r>
          </a:p>
          <a:p>
            <a:pPr lvl="1"/>
            <a:r>
              <a:rPr lang="en-US" sz="2200" b="1" dirty="0"/>
              <a:t>Colleagues’ Experience</a:t>
            </a:r>
          </a:p>
          <a:p>
            <a:pPr lvl="1"/>
            <a:r>
              <a:rPr lang="en-US" sz="2200" dirty="0"/>
              <a:t>Experience from </a:t>
            </a:r>
            <a:r>
              <a:rPr lang="en-US" sz="2200" b="1" dirty="0"/>
              <a:t>Manufacturer’s Technical Support</a:t>
            </a:r>
          </a:p>
          <a:p>
            <a:pPr lvl="2"/>
            <a:r>
              <a:rPr lang="en-US" sz="2000" dirty="0"/>
              <a:t>The best time to call is when you have a </a:t>
            </a:r>
            <a:r>
              <a:rPr lang="en-US" sz="2000" b="1" dirty="0"/>
              <a:t>specific error number or message </a:t>
            </a:r>
            <a:r>
              <a:rPr lang="en-US" sz="2000" dirty="0"/>
              <a:t>that you can report to the manufacturer</a:t>
            </a:r>
          </a:p>
          <a:p>
            <a:pPr lvl="2"/>
            <a:r>
              <a:rPr lang="en-US" sz="2000" dirty="0"/>
              <a:t>Have </a:t>
            </a:r>
            <a:r>
              <a:rPr lang="en-US" sz="2000" b="1" dirty="0"/>
              <a:t>software version </a:t>
            </a:r>
            <a:r>
              <a:rPr lang="en-US" sz="2000" dirty="0"/>
              <a:t>numbers or hardware’s </a:t>
            </a:r>
            <a:r>
              <a:rPr lang="en-US" sz="2000" b="1" dirty="0"/>
              <a:t>serial number </a:t>
            </a:r>
            <a:r>
              <a:rPr lang="en-US" sz="2000" dirty="0"/>
              <a:t>available when calling</a:t>
            </a:r>
          </a:p>
          <a:p>
            <a:endParaRPr lang="en-US" dirty="0"/>
          </a:p>
        </p:txBody>
      </p:sp>
    </p:spTree>
    <p:extLst>
      <p:ext uri="{BB962C8B-B14F-4D97-AF65-F5344CB8AC3E}">
        <p14:creationId xmlns:p14="http://schemas.microsoft.com/office/powerpoint/2010/main" val="2753732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7E1E-24F7-C8B7-7981-5AE59BA98D39}"/>
              </a:ext>
            </a:extLst>
          </p:cNvPr>
          <p:cNvSpPr>
            <a:spLocks noGrp="1"/>
          </p:cNvSpPr>
          <p:nvPr>
            <p:ph type="title"/>
          </p:nvPr>
        </p:nvSpPr>
        <p:spPr/>
        <p:txBody>
          <a:bodyPr/>
          <a:lstStyle/>
          <a:p>
            <a:r>
              <a:rPr lang="en-US" dirty="0"/>
              <a:t>The Internet</a:t>
            </a:r>
          </a:p>
        </p:txBody>
      </p:sp>
      <p:sp>
        <p:nvSpPr>
          <p:cNvPr id="3" name="Content Placeholder 2">
            <a:extLst>
              <a:ext uri="{FF2B5EF4-FFF2-40B4-BE49-F238E27FC236}">
                <a16:creationId xmlns:a16="http://schemas.microsoft.com/office/drawing/2014/main" id="{78C1E2EA-8EAD-06F4-1C89-3B4430395F1F}"/>
              </a:ext>
            </a:extLst>
          </p:cNvPr>
          <p:cNvSpPr>
            <a:spLocks noGrp="1"/>
          </p:cNvSpPr>
          <p:nvPr>
            <p:ph idx="1"/>
          </p:nvPr>
        </p:nvSpPr>
        <p:spPr>
          <a:xfrm>
            <a:off x="476843" y="1378585"/>
            <a:ext cx="11241915" cy="4351338"/>
          </a:xfrm>
        </p:spPr>
        <p:txBody>
          <a:bodyPr/>
          <a:lstStyle/>
          <a:p>
            <a:r>
              <a:rPr lang="en-US" dirty="0"/>
              <a:t>Most manufacturers create </a:t>
            </a:r>
            <a:r>
              <a:rPr lang="en-US" b="1" dirty="0"/>
              <a:t>databases of problems and solutions </a:t>
            </a:r>
            <a:r>
              <a:rPr lang="en-US" dirty="0"/>
              <a:t>so their customers can research the problem themselves (it is called a </a:t>
            </a:r>
            <a:r>
              <a:rPr lang="en-US" b="1" dirty="0"/>
              <a:t>knowledge base</a:t>
            </a:r>
            <a:r>
              <a:rPr lang="en-US" dirty="0"/>
              <a:t> or </a:t>
            </a:r>
            <a:r>
              <a:rPr lang="en-US" b="1" dirty="0"/>
              <a:t>frequently asked questions (FAQ) document</a:t>
            </a:r>
            <a:r>
              <a:rPr lang="en-US" dirty="0"/>
              <a:t>)</a:t>
            </a:r>
          </a:p>
          <a:p>
            <a:pPr lvl="1"/>
            <a:r>
              <a:rPr lang="en-US" dirty="0"/>
              <a:t>Use a </a:t>
            </a:r>
            <a:r>
              <a:rPr lang="en-US" b="1" dirty="0"/>
              <a:t>knowledge base </a:t>
            </a:r>
            <a:r>
              <a:rPr lang="en-US" dirty="0"/>
              <a:t>or search engine</a:t>
            </a:r>
          </a:p>
          <a:p>
            <a:pPr lvl="1"/>
            <a:r>
              <a:rPr lang="en-US" dirty="0"/>
              <a:t>Use </a:t>
            </a:r>
            <a:r>
              <a:rPr lang="en-US" b="1" dirty="0"/>
              <a:t>AI Software</a:t>
            </a:r>
          </a:p>
          <a:p>
            <a:pPr lvl="1"/>
            <a:r>
              <a:rPr lang="en-US" dirty="0"/>
              <a:t>Find </a:t>
            </a:r>
            <a:r>
              <a:rPr lang="en-US" b="1" dirty="0"/>
              <a:t>drivers and updates</a:t>
            </a:r>
          </a:p>
          <a:p>
            <a:pPr lvl="1"/>
            <a:r>
              <a:rPr lang="en-US" dirty="0"/>
              <a:t>Consult </a:t>
            </a:r>
            <a:r>
              <a:rPr lang="en-US" b="1" dirty="0"/>
              <a:t>online support </a:t>
            </a:r>
            <a:r>
              <a:rPr lang="en-US" dirty="0"/>
              <a:t>services and newsgroups</a:t>
            </a:r>
          </a:p>
        </p:txBody>
      </p:sp>
    </p:spTree>
    <p:extLst>
      <p:ext uri="{BB962C8B-B14F-4D97-AF65-F5344CB8AC3E}">
        <p14:creationId xmlns:p14="http://schemas.microsoft.com/office/powerpoint/2010/main" val="1609170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C5AD1-079D-1344-AF95-499602E8AA72}"/>
              </a:ext>
            </a:extLst>
          </p:cNvPr>
          <p:cNvSpPr>
            <a:spLocks noGrp="1"/>
          </p:cNvSpPr>
          <p:nvPr>
            <p:ph type="title"/>
          </p:nvPr>
        </p:nvSpPr>
        <p:spPr/>
        <p:txBody>
          <a:bodyPr/>
          <a:lstStyle/>
          <a:p>
            <a:r>
              <a:rPr lang="en-US" dirty="0"/>
              <a:t>Network Documentation </a:t>
            </a:r>
            <a:r>
              <a:rPr lang="en-US" sz="2400" dirty="0"/>
              <a:t>(1 of 3)</a:t>
            </a:r>
          </a:p>
        </p:txBody>
      </p:sp>
      <p:sp>
        <p:nvSpPr>
          <p:cNvPr id="3" name="Content Placeholder 2">
            <a:extLst>
              <a:ext uri="{FF2B5EF4-FFF2-40B4-BE49-F238E27FC236}">
                <a16:creationId xmlns:a16="http://schemas.microsoft.com/office/drawing/2014/main" id="{035A75CF-E833-95D6-3A27-E19FCEFB865E}"/>
              </a:ext>
            </a:extLst>
          </p:cNvPr>
          <p:cNvSpPr>
            <a:spLocks noGrp="1"/>
          </p:cNvSpPr>
          <p:nvPr>
            <p:ph idx="1"/>
          </p:nvPr>
        </p:nvSpPr>
        <p:spPr>
          <a:xfrm>
            <a:off x="476843" y="1429385"/>
            <a:ext cx="11241915" cy="4351338"/>
          </a:xfrm>
        </p:spPr>
        <p:txBody>
          <a:bodyPr/>
          <a:lstStyle/>
          <a:p>
            <a:r>
              <a:rPr lang="en-US" dirty="0"/>
              <a:t>Your </a:t>
            </a:r>
            <a:r>
              <a:rPr lang="en-US" b="1" dirty="0"/>
              <a:t>documentation</a:t>
            </a:r>
            <a:r>
              <a:rPr lang="en-US" dirty="0"/>
              <a:t> should read like a user’s manual for network administrators</a:t>
            </a:r>
          </a:p>
          <a:p>
            <a:r>
              <a:rPr lang="en-US" b="1" dirty="0"/>
              <a:t>Network Diagrams</a:t>
            </a:r>
          </a:p>
          <a:p>
            <a:pPr lvl="1"/>
            <a:r>
              <a:rPr lang="en-US" sz="2200" dirty="0"/>
              <a:t>Include network diagrams showing a logical picture of the network and another diagram showing the network’s physical aspects (rooms, devices, and connections)</a:t>
            </a:r>
          </a:p>
          <a:p>
            <a:r>
              <a:rPr lang="en-US" b="1" dirty="0"/>
              <a:t>Internetworking Devices</a:t>
            </a:r>
          </a:p>
          <a:p>
            <a:pPr lvl="1"/>
            <a:r>
              <a:rPr lang="en-US" sz="2200" dirty="0"/>
              <a:t>Internetworking devices should be </a:t>
            </a:r>
            <a:r>
              <a:rPr lang="en-US" sz="2200" b="1" dirty="0"/>
              <a:t>listed in table form </a:t>
            </a:r>
            <a:r>
              <a:rPr lang="en-US" sz="2200" dirty="0"/>
              <a:t>and should include model and serial numbers, location, IP address, MAC address and # of ports (total and number of free ports)</a:t>
            </a:r>
          </a:p>
          <a:p>
            <a:pPr lvl="1"/>
            <a:endParaRPr lang="en-US" dirty="0"/>
          </a:p>
        </p:txBody>
      </p:sp>
    </p:spTree>
    <p:extLst>
      <p:ext uri="{BB962C8B-B14F-4D97-AF65-F5344CB8AC3E}">
        <p14:creationId xmlns:p14="http://schemas.microsoft.com/office/powerpoint/2010/main" val="2976163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006B9-FEDA-0092-25F6-D2B687044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5E09E-0C46-A6A2-1B59-10B993F994D3}"/>
              </a:ext>
            </a:extLst>
          </p:cNvPr>
          <p:cNvSpPr>
            <a:spLocks noGrp="1"/>
          </p:cNvSpPr>
          <p:nvPr>
            <p:ph type="title"/>
          </p:nvPr>
        </p:nvSpPr>
        <p:spPr/>
        <p:txBody>
          <a:bodyPr/>
          <a:lstStyle/>
          <a:p>
            <a:r>
              <a:rPr lang="en-US" dirty="0"/>
              <a:t>Network Documentation </a:t>
            </a:r>
            <a:r>
              <a:rPr lang="en-US" sz="2400" dirty="0"/>
              <a:t>(2 of 3)</a:t>
            </a:r>
          </a:p>
        </p:txBody>
      </p:sp>
      <p:sp>
        <p:nvSpPr>
          <p:cNvPr id="5" name="TextBox 4">
            <a:extLst>
              <a:ext uri="{FF2B5EF4-FFF2-40B4-BE49-F238E27FC236}">
                <a16:creationId xmlns:a16="http://schemas.microsoft.com/office/drawing/2014/main" id="{3DE8FDD2-5C74-AD0A-1AC3-18589BAB5A17}"/>
              </a:ext>
            </a:extLst>
          </p:cNvPr>
          <p:cNvSpPr txBox="1"/>
          <p:nvPr/>
        </p:nvSpPr>
        <p:spPr>
          <a:xfrm>
            <a:off x="7150814" y="3021882"/>
            <a:ext cx="4294598" cy="1200329"/>
          </a:xfrm>
          <a:prstGeom prst="rect">
            <a:avLst/>
          </a:prstGeom>
          <a:noFill/>
        </p:spPr>
        <p:txBody>
          <a:bodyPr wrap="square" rtlCol="0">
            <a:spAutoFit/>
          </a:bodyPr>
          <a:lstStyle/>
          <a:p>
            <a:r>
              <a:rPr lang="en-US" sz="2400" b="1" dirty="0">
                <a:latin typeface="Work Sans" pitchFamily="2" charset="0"/>
              </a:rPr>
              <a:t>Figure 14-3  </a:t>
            </a:r>
            <a:r>
              <a:rPr lang="en-US" sz="2400" dirty="0">
                <a:latin typeface="Work Sans" pitchFamily="2" charset="0"/>
              </a:rPr>
              <a:t>A logical network diagram</a:t>
            </a:r>
          </a:p>
          <a:p>
            <a:endParaRPr lang="en-US" sz="2400" dirty="0">
              <a:latin typeface="Work Sans" pitchFamily="2" charset="0"/>
            </a:endParaRPr>
          </a:p>
        </p:txBody>
      </p:sp>
      <p:pic>
        <p:nvPicPr>
          <p:cNvPr id="4" name="Picture 3" descr="A logical network diagram illustrates the structure of a network with two halls: North Hall and South Hall. Each hall has multiple computers connected to Ethernet. North Hall contains 50 P Cs with the network address 192.168.1.0, while South Hall has 65 P Cs with the network address 192.168.2.0. These two networks are connected via a router that links to the Internet with the network address 200.100.10.0. The router manages traffic between the local networks and the Internet.&#10;">
            <a:extLst>
              <a:ext uri="{FF2B5EF4-FFF2-40B4-BE49-F238E27FC236}">
                <a16:creationId xmlns:a16="http://schemas.microsoft.com/office/drawing/2014/main" id="{A092D9D4-0CFF-47FF-96E2-E2ED4BC262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3280" y="1081819"/>
            <a:ext cx="6307534" cy="4979619"/>
          </a:xfrm>
          <a:prstGeom prst="rect">
            <a:avLst/>
          </a:prstGeom>
        </p:spPr>
      </p:pic>
    </p:spTree>
    <p:extLst>
      <p:ext uri="{BB962C8B-B14F-4D97-AF65-F5344CB8AC3E}">
        <p14:creationId xmlns:p14="http://schemas.microsoft.com/office/powerpoint/2010/main" val="2093953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DB683-69BD-D44D-28B9-8C7C8E87E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92FE8-349B-C821-D2A6-DEC4EAA49B2A}"/>
              </a:ext>
            </a:extLst>
          </p:cNvPr>
          <p:cNvSpPr>
            <a:spLocks noGrp="1"/>
          </p:cNvSpPr>
          <p:nvPr>
            <p:ph type="title"/>
          </p:nvPr>
        </p:nvSpPr>
        <p:spPr/>
        <p:txBody>
          <a:bodyPr/>
          <a:lstStyle/>
          <a:p>
            <a:r>
              <a:rPr lang="en-US" dirty="0"/>
              <a:t>Network Documentation </a:t>
            </a:r>
            <a:r>
              <a:rPr lang="en-US" sz="2400" dirty="0"/>
              <a:t>(3 of 3)</a:t>
            </a:r>
          </a:p>
        </p:txBody>
      </p:sp>
      <p:sp>
        <p:nvSpPr>
          <p:cNvPr id="5" name="TextBox 4">
            <a:extLst>
              <a:ext uri="{FF2B5EF4-FFF2-40B4-BE49-F238E27FC236}">
                <a16:creationId xmlns:a16="http://schemas.microsoft.com/office/drawing/2014/main" id="{41446BDE-1B28-6BA2-E02B-D741269C68CA}"/>
              </a:ext>
            </a:extLst>
          </p:cNvPr>
          <p:cNvSpPr txBox="1"/>
          <p:nvPr/>
        </p:nvSpPr>
        <p:spPr>
          <a:xfrm>
            <a:off x="7150814" y="3013501"/>
            <a:ext cx="4294598" cy="830997"/>
          </a:xfrm>
          <a:prstGeom prst="rect">
            <a:avLst/>
          </a:prstGeom>
          <a:noFill/>
        </p:spPr>
        <p:txBody>
          <a:bodyPr wrap="square" rtlCol="0">
            <a:spAutoFit/>
          </a:bodyPr>
          <a:lstStyle/>
          <a:p>
            <a:r>
              <a:rPr lang="en-US" sz="2400" b="1" dirty="0">
                <a:latin typeface="Work Sans" pitchFamily="2" charset="0"/>
              </a:rPr>
              <a:t>Figure 14-4  </a:t>
            </a:r>
            <a:r>
              <a:rPr lang="en-US" sz="2400" dirty="0">
                <a:latin typeface="Work Sans" pitchFamily="2" charset="0"/>
              </a:rPr>
              <a:t>A physical network diagram</a:t>
            </a:r>
          </a:p>
        </p:txBody>
      </p:sp>
      <p:pic>
        <p:nvPicPr>
          <p:cNvPr id="4" name="Picture 3" descr="A physical network diagram depicts the layout of a network with two main sections: North Hall and South Hall. In North Hall, Room N 10 is connected to a 100 over 1000 switch, which links to 50 P Cs with the network address 192.168.1.0. Room N 25, also with a 100 over 1000 switch, connects additional computers. Both rooms are connected to the core switch in Room M 100 (M D F), which supports 10 Gigabytes per second speed. In South Hall, Room S 10 connects to a 100 over 1000 switch and 65 P Cs with the network address 192.168.2.0. Room S 30, similarly, connects to a 100 over 1000 switch and computers. These are also linked to the core switch in the main entry.&#10;">
            <a:extLst>
              <a:ext uri="{FF2B5EF4-FFF2-40B4-BE49-F238E27FC236}">
                <a16:creationId xmlns:a16="http://schemas.microsoft.com/office/drawing/2014/main" id="{A249C229-C2ED-F3EE-2D45-A24751F038F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3892" y="1117599"/>
            <a:ext cx="6376921" cy="4803301"/>
          </a:xfrm>
          <a:prstGeom prst="rect">
            <a:avLst/>
          </a:prstGeom>
        </p:spPr>
      </p:pic>
    </p:spTree>
    <p:extLst>
      <p:ext uri="{BB962C8B-B14F-4D97-AF65-F5344CB8AC3E}">
        <p14:creationId xmlns:p14="http://schemas.microsoft.com/office/powerpoint/2010/main" val="1630855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5B5F9-CF1D-5382-BEB4-6F29EA697D6D}"/>
              </a:ext>
            </a:extLst>
          </p:cNvPr>
          <p:cNvSpPr>
            <a:spLocks noGrp="1"/>
          </p:cNvSpPr>
          <p:nvPr>
            <p:ph type="title"/>
          </p:nvPr>
        </p:nvSpPr>
        <p:spPr/>
        <p:txBody>
          <a:bodyPr/>
          <a:lstStyle/>
          <a:p>
            <a:r>
              <a:rPr lang="en-US" dirty="0"/>
              <a:t>Network Troubleshooting Tools</a:t>
            </a:r>
          </a:p>
        </p:txBody>
      </p:sp>
      <p:sp>
        <p:nvSpPr>
          <p:cNvPr id="3" name="Content Placeholder 2">
            <a:extLst>
              <a:ext uri="{FF2B5EF4-FFF2-40B4-BE49-F238E27FC236}">
                <a16:creationId xmlns:a16="http://schemas.microsoft.com/office/drawing/2014/main" id="{C94127E2-B657-D695-1B2D-7A8071DB0974}"/>
              </a:ext>
            </a:extLst>
          </p:cNvPr>
          <p:cNvSpPr>
            <a:spLocks noGrp="1"/>
          </p:cNvSpPr>
          <p:nvPr>
            <p:ph idx="1"/>
          </p:nvPr>
        </p:nvSpPr>
        <p:spPr>
          <a:xfrm>
            <a:off x="476843" y="1520825"/>
            <a:ext cx="11241915" cy="4351338"/>
          </a:xfrm>
        </p:spPr>
        <p:txBody>
          <a:bodyPr/>
          <a:lstStyle/>
          <a:p>
            <a:r>
              <a:rPr lang="en-US" dirty="0"/>
              <a:t>Many networking problems occur at </a:t>
            </a:r>
            <a:r>
              <a:rPr lang="en-US" b="1" dirty="0"/>
              <a:t>lower layers </a:t>
            </a:r>
            <a:r>
              <a:rPr lang="en-US" dirty="0"/>
              <a:t>of the OSI model, where they are often difficult to troubleshoot</a:t>
            </a:r>
          </a:p>
          <a:p>
            <a:r>
              <a:rPr lang="en-US" dirty="0"/>
              <a:t>There are </a:t>
            </a:r>
            <a:r>
              <a:rPr lang="en-US" b="1" dirty="0"/>
              <a:t>tools for diagnosing </a:t>
            </a:r>
            <a:r>
              <a:rPr lang="en-US" dirty="0"/>
              <a:t>these problems</a:t>
            </a:r>
          </a:p>
          <a:p>
            <a:r>
              <a:rPr lang="en-US" dirty="0"/>
              <a:t>The next sections discuss some of the most common tools and their possible uses on a network</a:t>
            </a:r>
          </a:p>
          <a:p>
            <a:endParaRPr lang="en-US" dirty="0"/>
          </a:p>
        </p:txBody>
      </p:sp>
    </p:spTree>
    <p:extLst>
      <p:ext uri="{BB962C8B-B14F-4D97-AF65-F5344CB8AC3E}">
        <p14:creationId xmlns:p14="http://schemas.microsoft.com/office/powerpoint/2010/main" val="3777870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0108C-5FC1-9600-6DDE-6DB41BB384B6}"/>
              </a:ext>
            </a:extLst>
          </p:cNvPr>
          <p:cNvSpPr>
            <a:spLocks noGrp="1"/>
          </p:cNvSpPr>
          <p:nvPr>
            <p:ph type="title"/>
          </p:nvPr>
        </p:nvSpPr>
        <p:spPr/>
        <p:txBody>
          <a:bodyPr/>
          <a:lstStyle/>
          <a:p>
            <a:r>
              <a:rPr lang="en-US" dirty="0"/>
              <a:t>Using </a:t>
            </a:r>
            <a:r>
              <a:rPr lang="en-US" dirty="0">
                <a:latin typeface="Courier New" panose="02070309020205020404" pitchFamily="49" charset="0"/>
                <a:cs typeface="Courier New" panose="02070309020205020404" pitchFamily="49" charset="0"/>
              </a:rPr>
              <a:t>ping</a:t>
            </a:r>
            <a:r>
              <a:rPr lang="en-US" dirty="0"/>
              <a:t> and </a:t>
            </a:r>
            <a:r>
              <a:rPr lang="en-US" dirty="0">
                <a:latin typeface="Courier New" panose="02070309020205020404" pitchFamily="49" charset="0"/>
                <a:cs typeface="Courier New" panose="02070309020205020404" pitchFamily="49" charset="0"/>
              </a:rPr>
              <a:t>tracert </a:t>
            </a:r>
            <a:r>
              <a:rPr lang="en-US" sz="2400" dirty="0">
                <a:latin typeface="+mn-lt"/>
                <a:cs typeface="Courier New" panose="02070309020205020404" pitchFamily="49" charset="0"/>
              </a:rPr>
              <a:t>(1 of 4)</a:t>
            </a:r>
            <a:endParaRPr lang="en-US" sz="240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FD250485-642A-F798-6B60-64B1D80FDD06}"/>
              </a:ext>
            </a:extLst>
          </p:cNvPr>
          <p:cNvSpPr>
            <a:spLocks noGrp="1"/>
          </p:cNvSpPr>
          <p:nvPr>
            <p:ph idx="1"/>
          </p:nvPr>
        </p:nvSpPr>
        <p:spPr>
          <a:xfrm>
            <a:off x="476843" y="1337945"/>
            <a:ext cx="11241915" cy="4351338"/>
          </a:xfrm>
        </p:spPr>
        <p:txBody>
          <a:bodyPr/>
          <a:lstStyle/>
          <a:p>
            <a:r>
              <a:rPr lang="en-US" dirty="0"/>
              <a:t>The </a:t>
            </a:r>
            <a:r>
              <a:rPr lang="en-US" b="1" dirty="0">
                <a:latin typeface="Courier New" panose="02070309020205020404" pitchFamily="49" charset="0"/>
                <a:cs typeface="Courier New" panose="02070309020205020404" pitchFamily="49" charset="0"/>
              </a:rPr>
              <a:t>ping</a:t>
            </a:r>
            <a:r>
              <a:rPr lang="en-US" dirty="0"/>
              <a:t> command tells you whether your computer can communicate with another computer using IP</a:t>
            </a:r>
          </a:p>
          <a:p>
            <a:pPr lvl="1"/>
            <a:r>
              <a:rPr lang="en-US" sz="2200" dirty="0"/>
              <a:t>With a </a:t>
            </a:r>
            <a:r>
              <a:rPr lang="en-US" sz="2200" b="1" dirty="0"/>
              <a:t>successful reply</a:t>
            </a:r>
            <a:r>
              <a:rPr lang="en-US" sz="2200" dirty="0"/>
              <a:t>, you know that the target machine is </a:t>
            </a:r>
            <a:r>
              <a:rPr lang="en-US" sz="2200" b="1" dirty="0"/>
              <a:t>running</a:t>
            </a:r>
            <a:r>
              <a:rPr lang="en-US" sz="2200" dirty="0"/>
              <a:t> and there is a path between your computer and the target</a:t>
            </a:r>
          </a:p>
          <a:p>
            <a:pPr lvl="1"/>
            <a:r>
              <a:rPr lang="en-US" sz="2200" dirty="0"/>
              <a:t>This command also tells you the amount of time elapsed before a reply was received</a:t>
            </a:r>
          </a:p>
          <a:p>
            <a:pPr lvl="1"/>
            <a:r>
              <a:rPr lang="en-US" sz="2200" dirty="0"/>
              <a:t>A single </a:t>
            </a:r>
            <a:r>
              <a:rPr lang="en-US" sz="2200" dirty="0">
                <a:latin typeface="Courier New" panose="02070309020205020404" pitchFamily="49" charset="0"/>
                <a:cs typeface="Courier New" panose="02070309020205020404" pitchFamily="49" charset="0"/>
              </a:rPr>
              <a:t>ping</a:t>
            </a:r>
            <a:r>
              <a:rPr lang="en-US" sz="2200" dirty="0"/>
              <a:t> message or even several messages in a row with long response times don’t necessarily indicate a problem</a:t>
            </a:r>
          </a:p>
          <a:p>
            <a:pPr lvl="1"/>
            <a:r>
              <a:rPr lang="en-US" sz="2200" dirty="0"/>
              <a:t>The computer or a network link might have been busy for a short time</a:t>
            </a:r>
          </a:p>
          <a:p>
            <a:endParaRPr lang="en-US" dirty="0"/>
          </a:p>
        </p:txBody>
      </p:sp>
    </p:spTree>
    <p:extLst>
      <p:ext uri="{BB962C8B-B14F-4D97-AF65-F5344CB8AC3E}">
        <p14:creationId xmlns:p14="http://schemas.microsoft.com/office/powerpoint/2010/main" val="3732724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30DC-27B8-A92C-98F9-3FCAD76B9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AA78A-0683-6585-79CD-4317F5B33AFB}"/>
              </a:ext>
            </a:extLst>
          </p:cNvPr>
          <p:cNvSpPr>
            <a:spLocks noGrp="1"/>
          </p:cNvSpPr>
          <p:nvPr>
            <p:ph type="title"/>
          </p:nvPr>
        </p:nvSpPr>
        <p:spPr>
          <a:xfrm>
            <a:off x="476843" y="473245"/>
            <a:ext cx="11241915" cy="827235"/>
          </a:xfrm>
        </p:spPr>
        <p:txBody>
          <a:bodyPr/>
          <a:lstStyle/>
          <a:p>
            <a:r>
              <a:rPr lang="en-US" dirty="0"/>
              <a:t>Using </a:t>
            </a:r>
            <a:r>
              <a:rPr lang="en-US" dirty="0">
                <a:latin typeface="Courier New" panose="02070309020205020404" pitchFamily="49" charset="0"/>
                <a:cs typeface="Courier New" panose="02070309020205020404" pitchFamily="49" charset="0"/>
              </a:rPr>
              <a:t>ping</a:t>
            </a:r>
            <a:r>
              <a:rPr lang="en-US" dirty="0"/>
              <a:t> and </a:t>
            </a:r>
            <a:r>
              <a:rPr lang="en-US" dirty="0">
                <a:latin typeface="Courier New" panose="02070309020205020404" pitchFamily="49" charset="0"/>
                <a:cs typeface="Courier New" panose="02070309020205020404" pitchFamily="49" charset="0"/>
              </a:rPr>
              <a:t>tracert </a:t>
            </a:r>
            <a:r>
              <a:rPr lang="en-US" sz="2400" dirty="0">
                <a:latin typeface="+mn-lt"/>
                <a:cs typeface="Courier New" panose="02070309020205020404" pitchFamily="49" charset="0"/>
              </a:rPr>
              <a:t>(2 of 4)</a:t>
            </a:r>
            <a:endParaRPr lang="en-US" sz="240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359DEB73-0E50-57A3-E344-E51F005B8BB9}"/>
              </a:ext>
            </a:extLst>
          </p:cNvPr>
          <p:cNvSpPr>
            <a:spLocks noGrp="1"/>
          </p:cNvSpPr>
          <p:nvPr>
            <p:ph idx="1"/>
          </p:nvPr>
        </p:nvSpPr>
        <p:spPr>
          <a:xfrm>
            <a:off x="476843" y="1327785"/>
            <a:ext cx="11241915" cy="4351338"/>
          </a:xfrm>
        </p:spPr>
        <p:txBody>
          <a:bodyPr/>
          <a:lstStyle/>
          <a:p>
            <a:r>
              <a:rPr lang="en-US" dirty="0"/>
              <a:t>You can </a:t>
            </a:r>
            <a:r>
              <a:rPr lang="en-US" b="1" dirty="0"/>
              <a:t>verify the Network layer </a:t>
            </a:r>
            <a:r>
              <a:rPr lang="en-US" dirty="0"/>
              <a:t>by trying the following checks:</a:t>
            </a:r>
          </a:p>
          <a:p>
            <a:pPr lvl="1"/>
            <a:r>
              <a:rPr lang="en-US" sz="2200" dirty="0"/>
              <a:t>Run </a:t>
            </a:r>
            <a:r>
              <a:rPr lang="en-US" sz="2200" b="1" i="1" dirty="0">
                <a:latin typeface="Courier New" panose="02070309020205020404" pitchFamily="49" charset="0"/>
                <a:cs typeface="Courier New" panose="02070309020205020404" pitchFamily="49" charset="0"/>
              </a:rPr>
              <a:t>ipconfig/all</a:t>
            </a:r>
            <a:r>
              <a:rPr lang="en-US" sz="2200" dirty="0"/>
              <a:t>—this displays IP configuration </a:t>
            </a:r>
          </a:p>
          <a:p>
            <a:pPr lvl="1"/>
            <a:r>
              <a:rPr lang="en-US" sz="2200" dirty="0"/>
              <a:t>Ping loopback address—if you ping 127.0.0.1 and receive a successful response, you have verified the IP protocol is working properly</a:t>
            </a:r>
          </a:p>
          <a:p>
            <a:pPr lvl="1"/>
            <a:r>
              <a:rPr lang="en-US" sz="2200" dirty="0"/>
              <a:t>Ping local IP address—verifies that the computer can receive ICMP packets</a:t>
            </a:r>
          </a:p>
          <a:p>
            <a:pPr lvl="1"/>
            <a:r>
              <a:rPr lang="en-US" sz="2200" dirty="0"/>
              <a:t>Ping default gateway—default gateway is the address of the router the computer sends packets to when the destination is on another network</a:t>
            </a:r>
          </a:p>
          <a:p>
            <a:pPr lvl="1"/>
            <a:r>
              <a:rPr lang="en-US" sz="2200" dirty="0"/>
              <a:t>Ping IP address of host—verifies if you can communicate using ICMP of the target computer</a:t>
            </a:r>
          </a:p>
          <a:p>
            <a:endParaRPr lang="en-US" dirty="0"/>
          </a:p>
        </p:txBody>
      </p:sp>
    </p:spTree>
    <p:extLst>
      <p:ext uri="{BB962C8B-B14F-4D97-AF65-F5344CB8AC3E}">
        <p14:creationId xmlns:p14="http://schemas.microsoft.com/office/powerpoint/2010/main" val="4042714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44411-9815-B4CB-8B90-351539A92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7AA83-F2E9-C15C-F1C5-A68388A91379}"/>
              </a:ext>
            </a:extLst>
          </p:cNvPr>
          <p:cNvSpPr>
            <a:spLocks noGrp="1"/>
          </p:cNvSpPr>
          <p:nvPr>
            <p:ph type="title"/>
          </p:nvPr>
        </p:nvSpPr>
        <p:spPr/>
        <p:txBody>
          <a:bodyPr/>
          <a:lstStyle/>
          <a:p>
            <a:r>
              <a:rPr lang="en-US" dirty="0"/>
              <a:t>Using </a:t>
            </a:r>
            <a:r>
              <a:rPr lang="en-US" dirty="0">
                <a:latin typeface="Courier New" panose="02070309020205020404" pitchFamily="49" charset="0"/>
                <a:cs typeface="Courier New" panose="02070309020205020404" pitchFamily="49" charset="0"/>
              </a:rPr>
              <a:t>ping</a:t>
            </a:r>
            <a:r>
              <a:rPr lang="en-US" dirty="0"/>
              <a:t> and </a:t>
            </a:r>
            <a:r>
              <a:rPr lang="en-US" dirty="0">
                <a:latin typeface="Courier New" panose="02070309020205020404" pitchFamily="49" charset="0"/>
                <a:cs typeface="Courier New" panose="02070309020205020404" pitchFamily="49" charset="0"/>
              </a:rPr>
              <a:t>tracert </a:t>
            </a:r>
            <a:r>
              <a:rPr lang="en-US" sz="2400" dirty="0">
                <a:latin typeface="+mn-lt"/>
                <a:cs typeface="Courier New" panose="02070309020205020404" pitchFamily="49" charset="0"/>
              </a:rPr>
              <a:t>(3 of 4)</a:t>
            </a:r>
            <a:endParaRPr lang="en-US" sz="2400"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47D82AF8-B76E-3CBC-7790-67E40A83479B}"/>
              </a:ext>
            </a:extLst>
          </p:cNvPr>
          <p:cNvSpPr>
            <a:spLocks noGrp="1"/>
          </p:cNvSpPr>
          <p:nvPr>
            <p:ph idx="1"/>
          </p:nvPr>
        </p:nvSpPr>
        <p:spPr>
          <a:xfrm>
            <a:off x="476843" y="1398905"/>
            <a:ext cx="11241915" cy="3071495"/>
          </a:xfrm>
        </p:spPr>
        <p:txBody>
          <a:bodyPr/>
          <a:lstStyle/>
          <a:p>
            <a:r>
              <a:rPr lang="en-US" dirty="0"/>
              <a:t>Using </a:t>
            </a:r>
            <a:r>
              <a:rPr lang="en-US" b="1" i="1" dirty="0">
                <a:latin typeface="Courier New" panose="02070309020205020404" pitchFamily="49" charset="0"/>
                <a:cs typeface="Courier New" panose="02070309020205020404" pitchFamily="49" charset="0"/>
              </a:rPr>
              <a:t>tracert</a:t>
            </a:r>
          </a:p>
          <a:p>
            <a:pPr lvl="1"/>
            <a:r>
              <a:rPr lang="en-US" dirty="0"/>
              <a:t>The </a:t>
            </a:r>
            <a:r>
              <a:rPr lang="en-US" dirty="0">
                <a:latin typeface="Courier New" panose="02070309020205020404" pitchFamily="49" charset="0"/>
                <a:cs typeface="Courier New" panose="02070309020205020404" pitchFamily="49" charset="0"/>
              </a:rPr>
              <a:t>tracert</a:t>
            </a:r>
            <a:r>
              <a:rPr lang="en-US" dirty="0"/>
              <a:t> command does a reverse DNS lookup on the IP address of each router and displays the name of the router</a:t>
            </a:r>
          </a:p>
          <a:p>
            <a:pPr lvl="1"/>
            <a:r>
              <a:rPr lang="en-US" dirty="0"/>
              <a:t>Response times can help you determine if there is a bottleneck between the source and destination</a:t>
            </a:r>
          </a:p>
          <a:p>
            <a:pPr lvl="1"/>
            <a:r>
              <a:rPr lang="en-US" dirty="0"/>
              <a:t>This command can also be used to confirm your network design</a:t>
            </a:r>
          </a:p>
          <a:p>
            <a:endParaRPr lang="en-US" dirty="0"/>
          </a:p>
        </p:txBody>
      </p:sp>
      <p:sp>
        <p:nvSpPr>
          <p:cNvPr id="5" name="TextBox 4">
            <a:extLst>
              <a:ext uri="{FF2B5EF4-FFF2-40B4-BE49-F238E27FC236}">
                <a16:creationId xmlns:a16="http://schemas.microsoft.com/office/drawing/2014/main" id="{27EC4FAF-F73C-D60B-8856-DF4F102ADC61}"/>
              </a:ext>
            </a:extLst>
          </p:cNvPr>
          <p:cNvSpPr txBox="1"/>
          <p:nvPr/>
        </p:nvSpPr>
        <p:spPr>
          <a:xfrm>
            <a:off x="3048000" y="4470400"/>
            <a:ext cx="6096000" cy="461665"/>
          </a:xfrm>
          <a:prstGeom prst="rect">
            <a:avLst/>
          </a:prstGeom>
          <a:noFill/>
        </p:spPr>
        <p:txBody>
          <a:bodyPr wrap="square">
            <a:spAutoFit/>
          </a:bodyPr>
          <a:lstStyle/>
          <a:p>
            <a:r>
              <a:rPr lang="en-US" sz="2400">
                <a:hlinkClick r:id="rId2"/>
              </a:rPr>
              <a:t>youtube.com/watch?v=e_AaBCf_aQ4</a:t>
            </a:r>
            <a:endParaRPr lang="en-US" sz="2400"/>
          </a:p>
        </p:txBody>
      </p:sp>
      <p:sp>
        <p:nvSpPr>
          <p:cNvPr id="7" name="TextBox 6">
            <a:extLst>
              <a:ext uri="{FF2B5EF4-FFF2-40B4-BE49-F238E27FC236}">
                <a16:creationId xmlns:a16="http://schemas.microsoft.com/office/drawing/2014/main" id="{72A0E2D4-7877-F5C3-3199-5734205A3933}"/>
              </a:ext>
            </a:extLst>
          </p:cNvPr>
          <p:cNvSpPr txBox="1"/>
          <p:nvPr/>
        </p:nvSpPr>
        <p:spPr>
          <a:xfrm>
            <a:off x="2875280" y="4932065"/>
            <a:ext cx="6441440" cy="369332"/>
          </a:xfrm>
          <a:prstGeom prst="rect">
            <a:avLst/>
          </a:prstGeom>
          <a:noFill/>
        </p:spPr>
        <p:txBody>
          <a:bodyPr wrap="square">
            <a:spAutoFit/>
          </a:bodyPr>
          <a:lstStyle/>
          <a:p>
            <a:pPr algn="l">
              <a:buNone/>
            </a:pPr>
            <a:r>
              <a:rPr lang="en-US" b="1" i="0">
                <a:solidFill>
                  <a:srgbClr val="0F0F0F"/>
                </a:solidFill>
                <a:effectLst/>
                <a:latin typeface="Roboto" panose="02000000000000000000" pitchFamily="2" charset="0"/>
              </a:rPr>
              <a:t>5 Windows Command Line Network Troubleshooting Tools</a:t>
            </a:r>
          </a:p>
        </p:txBody>
      </p:sp>
    </p:spTree>
    <p:extLst>
      <p:ext uri="{BB962C8B-B14F-4D97-AF65-F5344CB8AC3E}">
        <p14:creationId xmlns:p14="http://schemas.microsoft.com/office/powerpoint/2010/main" val="18725455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Using </a:t>
            </a:r>
            <a:r>
              <a:rPr lang="en-US" dirty="0">
                <a:latin typeface="Courier New" panose="02070309020205020404" pitchFamily="49" charset="0"/>
                <a:cs typeface="Courier New" panose="02070309020205020404" pitchFamily="49" charset="0"/>
              </a:rPr>
              <a:t>ping</a:t>
            </a:r>
            <a:r>
              <a:rPr lang="en-US" dirty="0"/>
              <a:t> and </a:t>
            </a:r>
            <a:r>
              <a:rPr lang="en-US" dirty="0">
                <a:latin typeface="Courier New" panose="02070309020205020404" pitchFamily="49" charset="0"/>
                <a:cs typeface="Courier New" panose="02070309020205020404" pitchFamily="49" charset="0"/>
              </a:rPr>
              <a:t>tracert </a:t>
            </a:r>
            <a:r>
              <a:rPr lang="en-US" sz="2400" dirty="0">
                <a:latin typeface="+mn-lt"/>
                <a:cs typeface="Courier New" panose="02070309020205020404" pitchFamily="49" charset="0"/>
              </a:rPr>
              <a:t>(4 of 4)</a:t>
            </a:r>
            <a:endParaRPr lang="en-US" sz="2400" dirty="0"/>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828835"/>
            <a:ext cx="4294598" cy="830997"/>
          </a:xfrm>
          <a:prstGeom prst="rect">
            <a:avLst/>
          </a:prstGeom>
          <a:noFill/>
        </p:spPr>
        <p:txBody>
          <a:bodyPr wrap="square" rtlCol="0">
            <a:spAutoFit/>
          </a:bodyPr>
          <a:lstStyle/>
          <a:p>
            <a:r>
              <a:rPr lang="en-US" sz="2400" b="1" dirty="0">
                <a:latin typeface="Work Sans" pitchFamily="2" charset="0"/>
              </a:rPr>
              <a:t>Figure 14-6  </a:t>
            </a:r>
            <a:r>
              <a:rPr lang="en-US" sz="2400" dirty="0">
                <a:latin typeface="Work Sans" pitchFamily="2" charset="0"/>
              </a:rPr>
              <a:t>Output of the </a:t>
            </a:r>
            <a:r>
              <a:rPr lang="en-US" sz="2400" dirty="0">
                <a:latin typeface="Courier New" panose="02070309020205020404" pitchFamily="49" charset="0"/>
                <a:cs typeface="Courier New" panose="02070309020205020404" pitchFamily="49" charset="0"/>
              </a:rPr>
              <a:t>tracert</a:t>
            </a:r>
            <a:r>
              <a:rPr lang="en-US" sz="2400" dirty="0">
                <a:latin typeface="Work Sans" pitchFamily="2" charset="0"/>
              </a:rPr>
              <a:t> command</a:t>
            </a:r>
          </a:p>
        </p:txBody>
      </p:sp>
      <p:pic>
        <p:nvPicPr>
          <p:cNvPr id="4" name="Picture 3" descr="A screenshot displays the output of a tracert command to the domain books dot tomsho dot com (I P address 67.210.126.125). The route is traced through a series of hops with response times in milliseconds. The trace starts with two internal I P addresses (172.31.1.250 and 172.16.0.1). The trace proceeds through multiple routers and networks, with various delays at each hop, such as 75 milliseconds at hop 6 and 26 milliseconds at hop 9. The trace completes successfully with a final response time of 21 milliseconds at hop 12, which is the destination I P (67.210.126.125). The trace provides details on the network path taken from the user's machine to the destination, highlighting each hop's response time.&#10;">
            <a:extLst>
              <a:ext uri="{FF2B5EF4-FFF2-40B4-BE49-F238E27FC236}">
                <a16:creationId xmlns:a16="http://schemas.microsoft.com/office/drawing/2014/main" id="{C7B81B3F-FB8F-1C47-A433-6F864EE9CA0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7760" y="1094903"/>
            <a:ext cx="6079921" cy="4564217"/>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1747-7ACB-9DEF-E867-5482194E5867}"/>
              </a:ext>
            </a:extLst>
          </p:cNvPr>
          <p:cNvSpPr>
            <a:spLocks noGrp="1"/>
          </p:cNvSpPr>
          <p:nvPr>
            <p:ph type="title"/>
          </p:nvPr>
        </p:nvSpPr>
        <p:spPr/>
        <p:txBody>
          <a:bodyPr/>
          <a:lstStyle/>
          <a:p>
            <a:r>
              <a:rPr lang="en-US" dirty="0"/>
              <a:t>Network Monitors</a:t>
            </a:r>
          </a:p>
        </p:txBody>
      </p:sp>
      <p:sp>
        <p:nvSpPr>
          <p:cNvPr id="3" name="Content Placeholder 2">
            <a:extLst>
              <a:ext uri="{FF2B5EF4-FFF2-40B4-BE49-F238E27FC236}">
                <a16:creationId xmlns:a16="http://schemas.microsoft.com/office/drawing/2014/main" id="{D3432D9B-2F3F-ADDB-A96A-E9F63DF00D42}"/>
              </a:ext>
            </a:extLst>
          </p:cNvPr>
          <p:cNvSpPr>
            <a:spLocks noGrp="1"/>
          </p:cNvSpPr>
          <p:nvPr>
            <p:ph idx="1"/>
          </p:nvPr>
        </p:nvSpPr>
        <p:spPr>
          <a:xfrm>
            <a:off x="476843" y="1439545"/>
            <a:ext cx="11241915" cy="3508375"/>
          </a:xfrm>
        </p:spPr>
        <p:txBody>
          <a:bodyPr/>
          <a:lstStyle/>
          <a:p>
            <a:r>
              <a:rPr lang="en-US" b="1" dirty="0"/>
              <a:t>Network monitors </a:t>
            </a:r>
            <a:r>
              <a:rPr lang="en-US" dirty="0"/>
              <a:t>are </a:t>
            </a:r>
            <a:r>
              <a:rPr lang="en-US" b="1" dirty="0"/>
              <a:t>software packages </a:t>
            </a:r>
            <a:r>
              <a:rPr lang="en-US" dirty="0"/>
              <a:t>that can track all or part of the network traffic</a:t>
            </a:r>
          </a:p>
          <a:p>
            <a:r>
              <a:rPr lang="en-US" dirty="0"/>
              <a:t>Network monitors can </a:t>
            </a:r>
            <a:r>
              <a:rPr lang="en-US" b="1" dirty="0"/>
              <a:t>track packet type</a:t>
            </a:r>
            <a:r>
              <a:rPr lang="en-US" dirty="0"/>
              <a:t>, errors, and traffic to and from each computer</a:t>
            </a:r>
          </a:p>
          <a:p>
            <a:r>
              <a:rPr lang="en-US" dirty="0"/>
              <a:t>They can also </a:t>
            </a:r>
            <a:r>
              <a:rPr lang="en-US" b="1" dirty="0"/>
              <a:t>generate reports </a:t>
            </a:r>
            <a:r>
              <a:rPr lang="en-US" dirty="0"/>
              <a:t>and graphs</a:t>
            </a:r>
          </a:p>
          <a:p>
            <a:r>
              <a:rPr lang="en-US" dirty="0"/>
              <a:t>Some programs can </a:t>
            </a:r>
            <a:r>
              <a:rPr lang="en-US" b="1" dirty="0"/>
              <a:t>email administrators </a:t>
            </a:r>
            <a:r>
              <a:rPr lang="en-US" dirty="0"/>
              <a:t>when a problem is detected</a:t>
            </a:r>
          </a:p>
          <a:p>
            <a:endParaRPr lang="en-US" dirty="0"/>
          </a:p>
        </p:txBody>
      </p:sp>
    </p:spTree>
    <p:extLst>
      <p:ext uri="{BB962C8B-B14F-4D97-AF65-F5344CB8AC3E}">
        <p14:creationId xmlns:p14="http://schemas.microsoft.com/office/powerpoint/2010/main" val="2259775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7C6CD-24C4-0E49-E0E6-9F3B788DB3D8}"/>
              </a:ext>
            </a:extLst>
          </p:cNvPr>
          <p:cNvSpPr>
            <a:spLocks noGrp="1"/>
          </p:cNvSpPr>
          <p:nvPr>
            <p:ph type="title"/>
          </p:nvPr>
        </p:nvSpPr>
        <p:spPr/>
        <p:txBody>
          <a:bodyPr/>
          <a:lstStyle/>
          <a:p>
            <a:r>
              <a:rPr lang="en-US" dirty="0"/>
              <a:t>Protocol Analyzers</a:t>
            </a:r>
          </a:p>
        </p:txBody>
      </p:sp>
      <p:sp>
        <p:nvSpPr>
          <p:cNvPr id="3" name="Content Placeholder 2">
            <a:extLst>
              <a:ext uri="{FF2B5EF4-FFF2-40B4-BE49-F238E27FC236}">
                <a16:creationId xmlns:a16="http://schemas.microsoft.com/office/drawing/2014/main" id="{C3C22D65-3D48-656B-0FCE-0C8809897097}"/>
              </a:ext>
            </a:extLst>
          </p:cNvPr>
          <p:cNvSpPr>
            <a:spLocks noGrp="1"/>
          </p:cNvSpPr>
          <p:nvPr>
            <p:ph idx="1"/>
          </p:nvPr>
        </p:nvSpPr>
        <p:spPr>
          <a:xfrm>
            <a:off x="476843" y="1388745"/>
            <a:ext cx="11241915" cy="4351338"/>
          </a:xfrm>
        </p:spPr>
        <p:txBody>
          <a:bodyPr/>
          <a:lstStyle/>
          <a:p>
            <a:r>
              <a:rPr lang="en-US" dirty="0"/>
              <a:t>A </a:t>
            </a:r>
            <a:r>
              <a:rPr lang="en-US" b="1" dirty="0"/>
              <a:t>protocol analyzer </a:t>
            </a:r>
            <a:r>
              <a:rPr lang="en-US" dirty="0"/>
              <a:t>enables you to capture packets and analyze the network traffic generated by different protocols</a:t>
            </a:r>
          </a:p>
          <a:p>
            <a:r>
              <a:rPr lang="en-US" dirty="0"/>
              <a:t>Protocol analyzers can be used to troubleshoot problems related to DNS, authentication, DHCP, IP addressing, remote access, etc.</a:t>
            </a:r>
          </a:p>
          <a:p>
            <a:pPr lvl="1"/>
            <a:r>
              <a:rPr lang="en-US" sz="2200" dirty="0"/>
              <a:t>They can also used to </a:t>
            </a:r>
            <a:r>
              <a:rPr lang="en-US" sz="2200" b="1" dirty="0"/>
              <a:t>create baselines </a:t>
            </a:r>
            <a:r>
              <a:rPr lang="en-US" sz="2200" dirty="0"/>
              <a:t>for network performance</a:t>
            </a:r>
          </a:p>
          <a:p>
            <a:r>
              <a:rPr lang="en-US" dirty="0"/>
              <a:t>The most </a:t>
            </a:r>
            <a:r>
              <a:rPr lang="en-US" b="1" dirty="0"/>
              <a:t>advanced analyzers </a:t>
            </a:r>
            <a:r>
              <a:rPr lang="en-US" dirty="0"/>
              <a:t>combine hardware and software in a self-contained unit</a:t>
            </a:r>
          </a:p>
          <a:p>
            <a:r>
              <a:rPr lang="en-US" dirty="0"/>
              <a:t>Examples include: OmniPeek, EtherScope nXG, and Wireshark</a:t>
            </a:r>
          </a:p>
          <a:p>
            <a:endParaRPr lang="en-US" dirty="0"/>
          </a:p>
        </p:txBody>
      </p:sp>
    </p:spTree>
    <p:extLst>
      <p:ext uri="{BB962C8B-B14F-4D97-AF65-F5344CB8AC3E}">
        <p14:creationId xmlns:p14="http://schemas.microsoft.com/office/powerpoint/2010/main" val="17259956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F8417-14A0-2436-3FBC-E3330A488AB6}"/>
              </a:ext>
            </a:extLst>
          </p:cNvPr>
          <p:cNvSpPr>
            <a:spLocks noGrp="1"/>
          </p:cNvSpPr>
          <p:nvPr>
            <p:ph type="title"/>
          </p:nvPr>
        </p:nvSpPr>
        <p:spPr/>
        <p:txBody>
          <a:bodyPr/>
          <a:lstStyle/>
          <a:p>
            <a:r>
              <a:rPr lang="en-US" dirty="0"/>
              <a:t>Time-Domain Reflectometers</a:t>
            </a:r>
          </a:p>
        </p:txBody>
      </p:sp>
      <p:sp>
        <p:nvSpPr>
          <p:cNvPr id="3" name="Content Placeholder 2">
            <a:extLst>
              <a:ext uri="{FF2B5EF4-FFF2-40B4-BE49-F238E27FC236}">
                <a16:creationId xmlns:a16="http://schemas.microsoft.com/office/drawing/2014/main" id="{EB64AABA-449A-318E-949C-77F0D77FDEA4}"/>
              </a:ext>
            </a:extLst>
          </p:cNvPr>
          <p:cNvSpPr>
            <a:spLocks noGrp="1"/>
          </p:cNvSpPr>
          <p:nvPr>
            <p:ph idx="1"/>
          </p:nvPr>
        </p:nvSpPr>
        <p:spPr>
          <a:xfrm>
            <a:off x="473242" y="1429385"/>
            <a:ext cx="11241915" cy="3691255"/>
          </a:xfrm>
        </p:spPr>
        <p:txBody>
          <a:bodyPr/>
          <a:lstStyle/>
          <a:p>
            <a:r>
              <a:rPr lang="en-US" dirty="0"/>
              <a:t>A </a:t>
            </a:r>
            <a:r>
              <a:rPr lang="en-US" b="1" dirty="0"/>
              <a:t>time-domain reflectometer </a:t>
            </a:r>
            <a:r>
              <a:rPr lang="en-US" dirty="0"/>
              <a:t>(</a:t>
            </a:r>
            <a:r>
              <a:rPr lang="en-US" b="1" dirty="0"/>
              <a:t>TDR</a:t>
            </a:r>
            <a:r>
              <a:rPr lang="en-US" dirty="0"/>
              <a:t>) can be used to determine whether there is a break or short in a cable and measure the cable’s length</a:t>
            </a:r>
          </a:p>
          <a:p>
            <a:r>
              <a:rPr lang="en-US" dirty="0"/>
              <a:t>The </a:t>
            </a:r>
            <a:r>
              <a:rPr lang="en-US" b="1" dirty="0"/>
              <a:t>TDR</a:t>
            </a:r>
            <a:r>
              <a:rPr lang="en-US" dirty="0"/>
              <a:t> sends an electrical pulse down the cable that reflects back when it encounters a break or short</a:t>
            </a:r>
          </a:p>
          <a:p>
            <a:r>
              <a:rPr lang="en-US" dirty="0"/>
              <a:t>It </a:t>
            </a:r>
            <a:r>
              <a:rPr lang="en-US" b="1" dirty="0"/>
              <a:t>measures the time </a:t>
            </a:r>
            <a:r>
              <a:rPr lang="en-US" dirty="0"/>
              <a:t>it takes for the signal to return and can estimate how far down the cable the fault is located</a:t>
            </a:r>
          </a:p>
          <a:p>
            <a:r>
              <a:rPr lang="en-US" dirty="0"/>
              <a:t>You should use a TDR to document actual lengths of all cables</a:t>
            </a:r>
          </a:p>
          <a:p>
            <a:endParaRPr lang="en-US" dirty="0"/>
          </a:p>
        </p:txBody>
      </p:sp>
    </p:spTree>
    <p:extLst>
      <p:ext uri="{BB962C8B-B14F-4D97-AF65-F5344CB8AC3E}">
        <p14:creationId xmlns:p14="http://schemas.microsoft.com/office/powerpoint/2010/main" val="34892080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24628-3FAD-ECEE-B4BE-443EEFD87C3D}"/>
              </a:ext>
            </a:extLst>
          </p:cNvPr>
          <p:cNvSpPr>
            <a:spLocks noGrp="1"/>
          </p:cNvSpPr>
          <p:nvPr>
            <p:ph type="title"/>
          </p:nvPr>
        </p:nvSpPr>
        <p:spPr/>
        <p:txBody>
          <a:bodyPr/>
          <a:lstStyle/>
          <a:p>
            <a:r>
              <a:rPr lang="en-US" dirty="0"/>
              <a:t>Cable Testers</a:t>
            </a:r>
          </a:p>
        </p:txBody>
      </p:sp>
      <p:sp>
        <p:nvSpPr>
          <p:cNvPr id="3" name="Content Placeholder 2">
            <a:extLst>
              <a:ext uri="{FF2B5EF4-FFF2-40B4-BE49-F238E27FC236}">
                <a16:creationId xmlns:a16="http://schemas.microsoft.com/office/drawing/2014/main" id="{57F487D9-51AF-BC8F-BEE1-FDBDB33A110E}"/>
              </a:ext>
            </a:extLst>
          </p:cNvPr>
          <p:cNvSpPr>
            <a:spLocks noGrp="1"/>
          </p:cNvSpPr>
          <p:nvPr>
            <p:ph idx="1"/>
          </p:nvPr>
        </p:nvSpPr>
        <p:spPr>
          <a:xfrm>
            <a:off x="476843" y="1253331"/>
            <a:ext cx="11241915" cy="4351338"/>
          </a:xfrm>
        </p:spPr>
        <p:txBody>
          <a:bodyPr/>
          <a:lstStyle/>
          <a:p>
            <a:r>
              <a:rPr lang="en-US" dirty="0"/>
              <a:t>Basic </a:t>
            </a:r>
            <a:r>
              <a:rPr lang="en-US" b="1" dirty="0"/>
              <a:t>cable testers </a:t>
            </a:r>
            <a:r>
              <a:rPr lang="en-US" dirty="0"/>
              <a:t>usually cost less than $100</a:t>
            </a:r>
          </a:p>
          <a:p>
            <a:pPr lvl="1"/>
            <a:r>
              <a:rPr lang="en-US" sz="2200" dirty="0"/>
              <a:t>They only test the correct termination of a twisted-pair cable or the </a:t>
            </a:r>
            <a:r>
              <a:rPr lang="en-US" sz="2200" b="1" dirty="0"/>
              <a:t>continuity </a:t>
            </a:r>
            <a:r>
              <a:rPr lang="en-US" sz="2200" dirty="0"/>
              <a:t>of a coaxial cable</a:t>
            </a:r>
          </a:p>
          <a:p>
            <a:pPr lvl="1"/>
            <a:r>
              <a:rPr lang="en-US" sz="2200" dirty="0"/>
              <a:t>Basic cable testers cannot check for attenuation, crosstalk, noise, or other possible performance problems</a:t>
            </a:r>
          </a:p>
          <a:p>
            <a:r>
              <a:rPr lang="en-US" dirty="0"/>
              <a:t>Advanced Cable Testers</a:t>
            </a:r>
          </a:p>
          <a:p>
            <a:pPr lvl="1"/>
            <a:r>
              <a:rPr lang="en-US" sz="2200" dirty="0"/>
              <a:t>Advanced cable testers are more expensive than TDRs or basic cable testers</a:t>
            </a:r>
          </a:p>
          <a:p>
            <a:pPr lvl="1"/>
            <a:r>
              <a:rPr lang="en-US" sz="2200" dirty="0"/>
              <a:t>They perform several tests for crosstalk, attenuation, EMI, and impedance mismatches</a:t>
            </a:r>
            <a:endParaRPr lang="en-US" dirty="0"/>
          </a:p>
        </p:txBody>
      </p:sp>
    </p:spTree>
    <p:extLst>
      <p:ext uri="{BB962C8B-B14F-4D97-AF65-F5344CB8AC3E}">
        <p14:creationId xmlns:p14="http://schemas.microsoft.com/office/powerpoint/2010/main" val="137258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6C2B-94BD-EEA4-8E27-F325FEDA2B83}"/>
              </a:ext>
            </a:extLst>
          </p:cNvPr>
          <p:cNvSpPr>
            <a:spLocks noGrp="1"/>
          </p:cNvSpPr>
          <p:nvPr>
            <p:ph type="title"/>
          </p:nvPr>
        </p:nvSpPr>
        <p:spPr/>
        <p:txBody>
          <a:bodyPr/>
          <a:lstStyle/>
          <a:p>
            <a:r>
              <a:rPr lang="en-US" dirty="0"/>
              <a:t>Additional Tools</a:t>
            </a:r>
          </a:p>
        </p:txBody>
      </p:sp>
      <p:sp>
        <p:nvSpPr>
          <p:cNvPr id="3" name="Content Placeholder 2">
            <a:extLst>
              <a:ext uri="{FF2B5EF4-FFF2-40B4-BE49-F238E27FC236}">
                <a16:creationId xmlns:a16="http://schemas.microsoft.com/office/drawing/2014/main" id="{0D060ABE-D743-8F7D-F7BF-7DB7F8627929}"/>
              </a:ext>
            </a:extLst>
          </p:cNvPr>
          <p:cNvSpPr>
            <a:spLocks noGrp="1"/>
          </p:cNvSpPr>
          <p:nvPr>
            <p:ph idx="1"/>
          </p:nvPr>
        </p:nvSpPr>
        <p:spPr>
          <a:xfrm>
            <a:off x="476843" y="1429385"/>
            <a:ext cx="11241915" cy="3955415"/>
          </a:xfrm>
        </p:spPr>
        <p:txBody>
          <a:bodyPr/>
          <a:lstStyle/>
          <a:p>
            <a:r>
              <a:rPr lang="en-US" dirty="0"/>
              <a:t>A </a:t>
            </a:r>
            <a:r>
              <a:rPr lang="en-US" b="1" dirty="0"/>
              <a:t>multimeter</a:t>
            </a:r>
            <a:r>
              <a:rPr lang="en-US" dirty="0"/>
              <a:t> can measure voltage, current, and resistance on a wire</a:t>
            </a:r>
          </a:p>
          <a:p>
            <a:pPr lvl="1"/>
            <a:r>
              <a:rPr lang="en-US" sz="2200" dirty="0"/>
              <a:t>Resistance (impedance) measures the opposition to electrical current and is important in determining faults</a:t>
            </a:r>
          </a:p>
          <a:p>
            <a:r>
              <a:rPr lang="en-US" b="1" dirty="0"/>
              <a:t>Tone generator </a:t>
            </a:r>
            <a:r>
              <a:rPr lang="en-US" dirty="0"/>
              <a:t>and probe—a tone generator issues an electrical signal, and a probe (tone locator) detects the signal and emits a tone</a:t>
            </a:r>
          </a:p>
          <a:p>
            <a:pPr lvl="1"/>
            <a:r>
              <a:rPr lang="en-US" sz="2200" dirty="0"/>
              <a:t>Useful for locating a wire that might be in a bundle of other wires</a:t>
            </a:r>
          </a:p>
          <a:p>
            <a:r>
              <a:rPr lang="en-US" b="1" dirty="0"/>
              <a:t>Optical power meter </a:t>
            </a:r>
            <a:r>
              <a:rPr lang="en-US" dirty="0"/>
              <a:t>(</a:t>
            </a:r>
            <a:r>
              <a:rPr lang="en-US" b="1" dirty="0"/>
              <a:t>OPM</a:t>
            </a:r>
            <a:r>
              <a:rPr lang="en-US" dirty="0"/>
              <a:t>)—an OPM is used to measure the amount of light on a fiber-optic circuit</a:t>
            </a:r>
          </a:p>
          <a:p>
            <a:pPr marL="0" indent="0">
              <a:buNone/>
            </a:pPr>
            <a:endParaRPr lang="en-US" dirty="0"/>
          </a:p>
        </p:txBody>
      </p:sp>
    </p:spTree>
    <p:extLst>
      <p:ext uri="{BB962C8B-B14F-4D97-AF65-F5344CB8AC3E}">
        <p14:creationId xmlns:p14="http://schemas.microsoft.com/office/powerpoint/2010/main" val="1735085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1DF0-D171-0C54-D59D-2F582DDA6DDB}"/>
              </a:ext>
            </a:extLst>
          </p:cNvPr>
          <p:cNvSpPr>
            <a:spLocks noGrp="1"/>
          </p:cNvSpPr>
          <p:nvPr>
            <p:ph type="title"/>
          </p:nvPr>
        </p:nvSpPr>
        <p:spPr/>
        <p:txBody>
          <a:bodyPr/>
          <a:lstStyle/>
          <a:p>
            <a:r>
              <a:rPr lang="en-US" dirty="0"/>
              <a:t>Cabling and Related Components</a:t>
            </a:r>
          </a:p>
        </p:txBody>
      </p:sp>
      <p:sp>
        <p:nvSpPr>
          <p:cNvPr id="3" name="Content Placeholder 2">
            <a:extLst>
              <a:ext uri="{FF2B5EF4-FFF2-40B4-BE49-F238E27FC236}">
                <a16:creationId xmlns:a16="http://schemas.microsoft.com/office/drawing/2014/main" id="{2CDEFB3B-15E9-8645-A374-0866D1D42A4E}"/>
              </a:ext>
            </a:extLst>
          </p:cNvPr>
          <p:cNvSpPr>
            <a:spLocks noGrp="1"/>
          </p:cNvSpPr>
          <p:nvPr>
            <p:ph idx="1"/>
          </p:nvPr>
        </p:nvSpPr>
        <p:spPr>
          <a:xfrm>
            <a:off x="476843" y="1358265"/>
            <a:ext cx="11241915" cy="4351338"/>
          </a:xfrm>
        </p:spPr>
        <p:txBody>
          <a:bodyPr/>
          <a:lstStyle/>
          <a:p>
            <a:r>
              <a:rPr lang="en-US" dirty="0"/>
              <a:t>The </a:t>
            </a:r>
            <a:r>
              <a:rPr lang="en-US" b="1" dirty="0"/>
              <a:t>first step </a:t>
            </a:r>
            <a:r>
              <a:rPr lang="en-US" dirty="0"/>
              <a:t>in troubleshooting </a:t>
            </a:r>
            <a:r>
              <a:rPr lang="en-US" b="1" dirty="0"/>
              <a:t>physical layer </a:t>
            </a:r>
            <a:r>
              <a:rPr lang="en-US" dirty="0"/>
              <a:t>problems is to determine whether the problem is with the cable or computer</a:t>
            </a:r>
          </a:p>
          <a:p>
            <a:r>
              <a:rPr lang="en-US" dirty="0"/>
              <a:t>You can check by connecting another computer to the cable</a:t>
            </a:r>
          </a:p>
          <a:p>
            <a:r>
              <a:rPr lang="en-US" dirty="0"/>
              <a:t>Make sure it is connected to the computer correctly and verify it is the right type of cable for the connection and that it is terminated correctly</a:t>
            </a:r>
          </a:p>
          <a:p>
            <a:r>
              <a:rPr lang="en-US" dirty="0"/>
              <a:t>Check the back of the NIC card to see if it has indicator lights</a:t>
            </a:r>
          </a:p>
          <a:p>
            <a:r>
              <a:rPr lang="en-US" dirty="0"/>
              <a:t>If NIC has no lights, you can try swapping out NICs </a:t>
            </a:r>
          </a:p>
          <a:p>
            <a:endParaRPr lang="en-US" dirty="0"/>
          </a:p>
        </p:txBody>
      </p:sp>
    </p:spTree>
    <p:extLst>
      <p:ext uri="{BB962C8B-B14F-4D97-AF65-F5344CB8AC3E}">
        <p14:creationId xmlns:p14="http://schemas.microsoft.com/office/powerpoint/2010/main" val="2164835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D6E5-730B-31DB-5286-DF64DC057C20}"/>
              </a:ext>
            </a:extLst>
          </p:cNvPr>
          <p:cNvSpPr>
            <a:spLocks noGrp="1"/>
          </p:cNvSpPr>
          <p:nvPr>
            <p:ph type="title"/>
          </p:nvPr>
        </p:nvSpPr>
        <p:spPr/>
        <p:txBody>
          <a:bodyPr/>
          <a:lstStyle/>
          <a:p>
            <a:r>
              <a:rPr lang="en-US" dirty="0"/>
              <a:t>Switch Port Errors</a:t>
            </a:r>
          </a:p>
        </p:txBody>
      </p:sp>
      <p:sp>
        <p:nvSpPr>
          <p:cNvPr id="3" name="Content Placeholder 2">
            <a:extLst>
              <a:ext uri="{FF2B5EF4-FFF2-40B4-BE49-F238E27FC236}">
                <a16:creationId xmlns:a16="http://schemas.microsoft.com/office/drawing/2014/main" id="{7EA0F430-544A-A4A0-B0C3-CBB040943B6C}"/>
              </a:ext>
            </a:extLst>
          </p:cNvPr>
          <p:cNvSpPr>
            <a:spLocks noGrp="1"/>
          </p:cNvSpPr>
          <p:nvPr>
            <p:ph idx="1"/>
          </p:nvPr>
        </p:nvSpPr>
        <p:spPr>
          <a:xfrm>
            <a:off x="476843" y="1419225"/>
            <a:ext cx="11241915" cy="3325495"/>
          </a:xfrm>
        </p:spPr>
        <p:txBody>
          <a:bodyPr/>
          <a:lstStyle/>
          <a:p>
            <a:r>
              <a:rPr lang="en-US" dirty="0"/>
              <a:t>When switches detect an error on a switch port, the link LED indicator may continuously blink from green to amber</a:t>
            </a:r>
          </a:p>
          <a:p>
            <a:r>
              <a:rPr lang="en-US" dirty="0"/>
              <a:t>Some commands to troubleshoot </a:t>
            </a:r>
            <a:r>
              <a:rPr lang="en-US" b="1" dirty="0"/>
              <a:t>Cisco switches </a:t>
            </a:r>
            <a:r>
              <a:rPr lang="en-US" dirty="0"/>
              <a:t>include the following:</a:t>
            </a:r>
          </a:p>
          <a:p>
            <a:pPr lvl="1"/>
            <a:r>
              <a:rPr lang="en-US" b="1" dirty="0">
                <a:solidFill>
                  <a:srgbClr val="7030A0"/>
                </a:solidFill>
                <a:latin typeface="Courier New" panose="02070309020205020404" pitchFamily="49" charset="0"/>
                <a:cs typeface="Courier New" panose="02070309020205020404" pitchFamily="49" charset="0"/>
              </a:rPr>
              <a:t>show interfaces </a:t>
            </a:r>
            <a:r>
              <a:rPr lang="en-US" b="1" i="1" dirty="0">
                <a:solidFill>
                  <a:srgbClr val="7030A0"/>
                </a:solidFill>
                <a:latin typeface="Courier New" panose="02070309020205020404" pitchFamily="49" charset="0"/>
                <a:cs typeface="Courier New" panose="02070309020205020404" pitchFamily="49" charset="0"/>
              </a:rPr>
              <a:t>interface</a:t>
            </a:r>
          </a:p>
          <a:p>
            <a:pPr lvl="1"/>
            <a:r>
              <a:rPr lang="en-US" b="1" dirty="0">
                <a:solidFill>
                  <a:srgbClr val="7030A0"/>
                </a:solidFill>
                <a:latin typeface="Courier New" panose="02070309020205020404" pitchFamily="49" charset="0"/>
                <a:cs typeface="Courier New" panose="02070309020205020404" pitchFamily="49" charset="0"/>
              </a:rPr>
              <a:t>show port-security interface </a:t>
            </a:r>
            <a:r>
              <a:rPr lang="en-US" b="1" i="1" dirty="0">
                <a:solidFill>
                  <a:srgbClr val="7030A0"/>
                </a:solidFill>
                <a:latin typeface="Courier New" panose="02070309020205020404" pitchFamily="49" charset="0"/>
                <a:cs typeface="Courier New" panose="02070309020205020404" pitchFamily="49" charset="0"/>
              </a:rPr>
              <a:t>interface</a:t>
            </a:r>
          </a:p>
          <a:p>
            <a:pPr lvl="1"/>
            <a:r>
              <a:rPr lang="en-US" b="1" dirty="0">
                <a:solidFill>
                  <a:srgbClr val="7030A0"/>
                </a:solidFill>
                <a:latin typeface="Courier New" panose="02070309020205020404" pitchFamily="49" charset="0"/>
                <a:cs typeface="Courier New" panose="02070309020205020404" pitchFamily="49" charset="0"/>
              </a:rPr>
              <a:t>show interfaces status</a:t>
            </a:r>
          </a:p>
        </p:txBody>
      </p:sp>
    </p:spTree>
    <p:extLst>
      <p:ext uri="{BB962C8B-B14F-4D97-AF65-F5344CB8AC3E}">
        <p14:creationId xmlns:p14="http://schemas.microsoft.com/office/powerpoint/2010/main" val="42776391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C1E1C-C8C2-4CEC-8307-626DE041ADE2}"/>
              </a:ext>
            </a:extLst>
          </p:cNvPr>
          <p:cNvSpPr>
            <a:spLocks noGrp="1"/>
          </p:cNvSpPr>
          <p:nvPr>
            <p:ph type="title"/>
          </p:nvPr>
        </p:nvSpPr>
        <p:spPr/>
        <p:txBody>
          <a:bodyPr/>
          <a:lstStyle/>
          <a:p>
            <a:r>
              <a:rPr lang="en-US" dirty="0"/>
              <a:t>Power Fluctuations</a:t>
            </a:r>
          </a:p>
        </p:txBody>
      </p:sp>
      <p:sp>
        <p:nvSpPr>
          <p:cNvPr id="3" name="Content Placeholder 2">
            <a:extLst>
              <a:ext uri="{FF2B5EF4-FFF2-40B4-BE49-F238E27FC236}">
                <a16:creationId xmlns:a16="http://schemas.microsoft.com/office/drawing/2014/main" id="{F5E5491E-AA24-7AB1-7837-5D29BF3DDB73}"/>
              </a:ext>
            </a:extLst>
          </p:cNvPr>
          <p:cNvSpPr>
            <a:spLocks noGrp="1"/>
          </p:cNvSpPr>
          <p:nvPr>
            <p:ph idx="1"/>
          </p:nvPr>
        </p:nvSpPr>
        <p:spPr>
          <a:xfrm>
            <a:off x="476843" y="1388745"/>
            <a:ext cx="11241915" cy="3711575"/>
          </a:xfrm>
        </p:spPr>
        <p:txBody>
          <a:bodyPr/>
          <a:lstStyle/>
          <a:p>
            <a:r>
              <a:rPr lang="en-US" dirty="0"/>
              <a:t>First, verify that the </a:t>
            </a:r>
            <a:r>
              <a:rPr lang="en-US" b="1" dirty="0"/>
              <a:t>servers are functioning</a:t>
            </a:r>
          </a:p>
          <a:p>
            <a:r>
              <a:rPr lang="en-US" dirty="0"/>
              <a:t>One way to eliminate the effects of power fluctuations is to connect servers to </a:t>
            </a:r>
            <a:r>
              <a:rPr lang="en-US" b="1" dirty="0"/>
              <a:t>uninterruptible power supplies </a:t>
            </a:r>
            <a:r>
              <a:rPr lang="en-US" dirty="0"/>
              <a:t>(UPSs)</a:t>
            </a:r>
          </a:p>
          <a:p>
            <a:r>
              <a:rPr lang="en-US" dirty="0"/>
              <a:t>Use UPSs with battery power so they can be shut down without data loss (in the event of power loss)</a:t>
            </a:r>
          </a:p>
          <a:p>
            <a:r>
              <a:rPr lang="en-US" dirty="0"/>
              <a:t>At the very least, </a:t>
            </a:r>
            <a:r>
              <a:rPr lang="en-US" b="1" dirty="0"/>
              <a:t>all computers, internetworking devices</a:t>
            </a:r>
            <a:r>
              <a:rPr lang="en-US" dirty="0"/>
              <a:t>, and other electronic equipment should be protected by surge protectors</a:t>
            </a:r>
          </a:p>
          <a:p>
            <a:endParaRPr lang="en-US" dirty="0"/>
          </a:p>
        </p:txBody>
      </p:sp>
    </p:spTree>
    <p:extLst>
      <p:ext uri="{BB962C8B-B14F-4D97-AF65-F5344CB8AC3E}">
        <p14:creationId xmlns:p14="http://schemas.microsoft.com/office/powerpoint/2010/main" val="1533905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0721-0781-CF0A-EA0A-FAB931C9F333}"/>
              </a:ext>
            </a:extLst>
          </p:cNvPr>
          <p:cNvSpPr>
            <a:spLocks noGrp="1"/>
          </p:cNvSpPr>
          <p:nvPr>
            <p:ph type="title"/>
          </p:nvPr>
        </p:nvSpPr>
        <p:spPr/>
        <p:txBody>
          <a:bodyPr/>
          <a:lstStyle/>
          <a:p>
            <a:r>
              <a:rPr lang="en-US" dirty="0"/>
              <a:t>Upgrades</a:t>
            </a:r>
          </a:p>
        </p:txBody>
      </p:sp>
      <p:sp>
        <p:nvSpPr>
          <p:cNvPr id="3" name="Content Placeholder 2">
            <a:extLst>
              <a:ext uri="{FF2B5EF4-FFF2-40B4-BE49-F238E27FC236}">
                <a16:creationId xmlns:a16="http://schemas.microsoft.com/office/drawing/2014/main" id="{FDCC9ECE-529F-BAEE-A4E3-5FD712417CA7}"/>
              </a:ext>
            </a:extLst>
          </p:cNvPr>
          <p:cNvSpPr>
            <a:spLocks noGrp="1"/>
          </p:cNvSpPr>
          <p:nvPr>
            <p:ph idx="1"/>
          </p:nvPr>
        </p:nvSpPr>
        <p:spPr>
          <a:xfrm>
            <a:off x="476843" y="1368425"/>
            <a:ext cx="11241915" cy="3101975"/>
          </a:xfrm>
        </p:spPr>
        <p:txBody>
          <a:bodyPr/>
          <a:lstStyle/>
          <a:p>
            <a:r>
              <a:rPr lang="en-US" dirty="0"/>
              <a:t>When you perform </a:t>
            </a:r>
            <a:r>
              <a:rPr lang="en-US" b="1" dirty="0"/>
              <a:t>network upgrades</a:t>
            </a:r>
            <a:r>
              <a:rPr lang="en-US" dirty="0"/>
              <a:t>:</a:t>
            </a:r>
          </a:p>
          <a:p>
            <a:pPr lvl="1"/>
            <a:r>
              <a:rPr lang="en-US" dirty="0"/>
              <a:t>Keep current and do </a:t>
            </a:r>
            <a:r>
              <a:rPr lang="en-US" b="1" dirty="0"/>
              <a:t>one upgrade at a time </a:t>
            </a:r>
            <a:r>
              <a:rPr lang="en-US" dirty="0"/>
              <a:t>to make your life easier</a:t>
            </a:r>
          </a:p>
          <a:p>
            <a:pPr lvl="1"/>
            <a:r>
              <a:rPr lang="en-US" b="1" dirty="0"/>
              <a:t>Test</a:t>
            </a:r>
            <a:r>
              <a:rPr lang="en-US" dirty="0"/>
              <a:t> any upgrade before deploying it on your production network</a:t>
            </a:r>
          </a:p>
          <a:p>
            <a:pPr lvl="1"/>
            <a:r>
              <a:rPr lang="en-US" dirty="0"/>
              <a:t>Tell users about upgrades</a:t>
            </a:r>
          </a:p>
          <a:p>
            <a:pPr lvl="2"/>
            <a:r>
              <a:rPr lang="en-US" dirty="0"/>
              <a:t>They will be more understanding if they are notified beforehand</a:t>
            </a:r>
          </a:p>
          <a:p>
            <a:endParaRPr lang="en-US" dirty="0"/>
          </a:p>
        </p:txBody>
      </p:sp>
    </p:spTree>
    <p:extLst>
      <p:ext uri="{BB962C8B-B14F-4D97-AF65-F5344CB8AC3E}">
        <p14:creationId xmlns:p14="http://schemas.microsoft.com/office/powerpoint/2010/main" val="9714040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2E07-A52F-04E2-A1FA-2DDCB0A940C5}"/>
              </a:ext>
            </a:extLst>
          </p:cNvPr>
          <p:cNvSpPr>
            <a:spLocks noGrp="1"/>
          </p:cNvSpPr>
          <p:nvPr>
            <p:ph type="title"/>
          </p:nvPr>
        </p:nvSpPr>
        <p:spPr>
          <a:xfrm>
            <a:off x="476843" y="473245"/>
            <a:ext cx="11241915" cy="756115"/>
          </a:xfrm>
        </p:spPr>
        <p:txBody>
          <a:bodyPr/>
          <a:lstStyle/>
          <a:p>
            <a:r>
              <a:rPr lang="en-US" dirty="0"/>
              <a:t>Poor Network Performance </a:t>
            </a:r>
            <a:r>
              <a:rPr lang="en-US" sz="2400" dirty="0"/>
              <a:t>(1 of 2)</a:t>
            </a:r>
          </a:p>
        </p:txBody>
      </p:sp>
      <p:sp>
        <p:nvSpPr>
          <p:cNvPr id="3" name="Content Placeholder 2">
            <a:extLst>
              <a:ext uri="{FF2B5EF4-FFF2-40B4-BE49-F238E27FC236}">
                <a16:creationId xmlns:a16="http://schemas.microsoft.com/office/drawing/2014/main" id="{13331A96-B732-EC50-4E91-B6A08D9DFC01}"/>
              </a:ext>
            </a:extLst>
          </p:cNvPr>
          <p:cNvSpPr>
            <a:spLocks noGrp="1"/>
          </p:cNvSpPr>
          <p:nvPr>
            <p:ph idx="1"/>
          </p:nvPr>
        </p:nvSpPr>
        <p:spPr>
          <a:xfrm>
            <a:off x="476843" y="1266825"/>
            <a:ext cx="11241915" cy="4351338"/>
          </a:xfrm>
        </p:spPr>
        <p:txBody>
          <a:bodyPr/>
          <a:lstStyle/>
          <a:p>
            <a:r>
              <a:rPr lang="en-US" b="1" dirty="0"/>
              <a:t>Performance problems </a:t>
            </a:r>
            <a:r>
              <a:rPr lang="en-US" dirty="0"/>
              <a:t>can be addressed by asking the following </a:t>
            </a:r>
            <a:r>
              <a:rPr lang="en-US" b="1" dirty="0"/>
              <a:t>questions</a:t>
            </a:r>
            <a:r>
              <a:rPr lang="en-US" dirty="0"/>
              <a:t>:</a:t>
            </a:r>
          </a:p>
          <a:p>
            <a:pPr lvl="1"/>
            <a:r>
              <a:rPr lang="en-US" sz="2200" b="1" dirty="0"/>
              <a:t>What has changed </a:t>
            </a:r>
            <a:r>
              <a:rPr lang="en-US" sz="2200" dirty="0"/>
              <a:t>since the last time the network functioned normally?</a:t>
            </a:r>
          </a:p>
          <a:p>
            <a:pPr lvl="1"/>
            <a:r>
              <a:rPr lang="en-US" sz="2200" dirty="0"/>
              <a:t>Has </a:t>
            </a:r>
            <a:r>
              <a:rPr lang="en-US" sz="2200" b="1" dirty="0"/>
              <a:t>new equipment </a:t>
            </a:r>
            <a:r>
              <a:rPr lang="en-US" sz="2200" dirty="0"/>
              <a:t>been added to the network?</a:t>
            </a:r>
          </a:p>
          <a:p>
            <a:pPr lvl="1"/>
            <a:r>
              <a:rPr lang="en-US" sz="2200" dirty="0"/>
              <a:t>Have </a:t>
            </a:r>
            <a:r>
              <a:rPr lang="en-US" sz="2200" b="1" dirty="0"/>
              <a:t>new applications </a:t>
            </a:r>
            <a:r>
              <a:rPr lang="en-US" sz="2200" dirty="0"/>
              <a:t>been added to computers on the network?</a:t>
            </a:r>
          </a:p>
          <a:p>
            <a:pPr lvl="1"/>
            <a:r>
              <a:rPr lang="en-US" sz="2200" dirty="0"/>
              <a:t>Is someone playing </a:t>
            </a:r>
            <a:r>
              <a:rPr lang="en-US" sz="2200" b="1" dirty="0"/>
              <a:t>electronic games </a:t>
            </a:r>
            <a:r>
              <a:rPr lang="en-US" sz="2200" dirty="0"/>
              <a:t>across the network?</a:t>
            </a:r>
          </a:p>
          <a:p>
            <a:pPr lvl="1"/>
            <a:r>
              <a:rPr lang="en-US" sz="2200" dirty="0"/>
              <a:t>Are there </a:t>
            </a:r>
            <a:r>
              <a:rPr lang="en-US" sz="2200" b="1" dirty="0"/>
              <a:t>new users </a:t>
            </a:r>
            <a:r>
              <a:rPr lang="en-US" sz="2200" dirty="0"/>
              <a:t>on the network? How many?</a:t>
            </a:r>
          </a:p>
          <a:p>
            <a:pPr lvl="1"/>
            <a:r>
              <a:rPr lang="en-US" sz="2200" dirty="0"/>
              <a:t>Could any </a:t>
            </a:r>
            <a:r>
              <a:rPr lang="en-US" sz="2200" b="1" dirty="0"/>
              <a:t>other new equipment</a:t>
            </a:r>
            <a:r>
              <a:rPr lang="en-US" sz="2200" dirty="0"/>
              <a:t>, such as a generator, cause interference near the network?</a:t>
            </a:r>
          </a:p>
          <a:p>
            <a:endParaRPr lang="en-US" dirty="0"/>
          </a:p>
        </p:txBody>
      </p:sp>
    </p:spTree>
    <p:extLst>
      <p:ext uri="{BB962C8B-B14F-4D97-AF65-F5344CB8AC3E}">
        <p14:creationId xmlns:p14="http://schemas.microsoft.com/office/powerpoint/2010/main" val="5170945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a:xfrm>
            <a:off x="476843" y="473245"/>
            <a:ext cx="11241915" cy="847555"/>
          </a:xfrm>
        </p:spPr>
        <p:txBody>
          <a:bodyPr/>
          <a:lstStyle/>
          <a:p>
            <a:r>
              <a:rPr lang="en-US" dirty="0"/>
              <a:t>Poor Network Performance </a:t>
            </a:r>
            <a:r>
              <a:rPr lang="en-US" sz="2400" dirty="0"/>
              <a:t>(2 of 2)</a:t>
            </a:r>
          </a:p>
        </p:txBody>
      </p:sp>
      <p:sp>
        <p:nvSpPr>
          <p:cNvPr id="5" name="TextBox 4">
            <a:extLst>
              <a:ext uri="{FF2B5EF4-FFF2-40B4-BE49-F238E27FC236}">
                <a16:creationId xmlns:a16="http://schemas.microsoft.com/office/drawing/2014/main" id="{2D9544EB-8182-5875-E8A4-D7CF3DEBB0B9}"/>
              </a:ext>
            </a:extLst>
          </p:cNvPr>
          <p:cNvSpPr txBox="1"/>
          <p:nvPr/>
        </p:nvSpPr>
        <p:spPr>
          <a:xfrm>
            <a:off x="7315200" y="2828835"/>
            <a:ext cx="4294598" cy="1200329"/>
          </a:xfrm>
          <a:prstGeom prst="rect">
            <a:avLst/>
          </a:prstGeom>
          <a:noFill/>
        </p:spPr>
        <p:txBody>
          <a:bodyPr wrap="square" rtlCol="0">
            <a:spAutoFit/>
          </a:bodyPr>
          <a:lstStyle/>
          <a:p>
            <a:r>
              <a:rPr lang="en-US" sz="2400" b="1" dirty="0">
                <a:latin typeface="Work Sans" pitchFamily="2" charset="0"/>
              </a:rPr>
              <a:t>Figure 14-7  </a:t>
            </a:r>
            <a:r>
              <a:rPr lang="en-US" sz="2400" dirty="0">
                <a:latin typeface="Work Sans" pitchFamily="2" charset="0"/>
              </a:rPr>
              <a:t>A speed test result from speed.measurementlab.net</a:t>
            </a:r>
          </a:p>
        </p:txBody>
      </p:sp>
      <p:pic>
        <p:nvPicPr>
          <p:cNvPr id="4" name="Picture 3" descr="A table displays the results of a speed test from speed dot measurement lab dot net. The test servers are located in Las Vegas, U S, and Los Angeles, U S. The download speed for Las Vegas is 221.45 Megabytes per second and for Los Angeles is 217.34 Megabytes per second. The upload speed is 9.13 Megabytes per second for Las Vegas and 9.26 Megabytes per second for Los Angeles. The latency is 22 milliseconds for Las Vegas and 15 milliseconds for Los Angeles. The retransmission rate is 0.00 percent for Las Vegas and 0.53 percent for Los Angeles.&#10;">
            <a:extLst>
              <a:ext uri="{FF2B5EF4-FFF2-40B4-BE49-F238E27FC236}">
                <a16:creationId xmlns:a16="http://schemas.microsoft.com/office/drawing/2014/main" id="{14B6281B-BCC1-7CF9-F9D3-4D8AA24A500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6480" y="1162256"/>
            <a:ext cx="6268720" cy="4711252"/>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87A6-ED63-42CE-C1EB-722B1FB68F07}"/>
              </a:ext>
            </a:extLst>
          </p:cNvPr>
          <p:cNvSpPr>
            <a:spLocks noGrp="1"/>
          </p:cNvSpPr>
          <p:nvPr>
            <p:ph type="title"/>
          </p:nvPr>
        </p:nvSpPr>
        <p:spPr/>
        <p:txBody>
          <a:bodyPr/>
          <a:lstStyle/>
          <a:p>
            <a:r>
              <a:rPr lang="en-US" dirty="0"/>
              <a:t>Disaster Recovery</a:t>
            </a:r>
          </a:p>
        </p:txBody>
      </p:sp>
      <p:sp>
        <p:nvSpPr>
          <p:cNvPr id="3" name="Content Placeholder 2">
            <a:extLst>
              <a:ext uri="{FF2B5EF4-FFF2-40B4-BE49-F238E27FC236}">
                <a16:creationId xmlns:a16="http://schemas.microsoft.com/office/drawing/2014/main" id="{75B5EA79-A124-A227-0C0D-30DAE068133C}"/>
              </a:ext>
            </a:extLst>
          </p:cNvPr>
          <p:cNvSpPr>
            <a:spLocks noGrp="1"/>
          </p:cNvSpPr>
          <p:nvPr>
            <p:ph idx="1"/>
          </p:nvPr>
        </p:nvSpPr>
        <p:spPr>
          <a:xfrm>
            <a:off x="476843" y="1358265"/>
            <a:ext cx="11241915" cy="2614295"/>
          </a:xfrm>
        </p:spPr>
        <p:txBody>
          <a:bodyPr/>
          <a:lstStyle/>
          <a:p>
            <a:r>
              <a:rPr lang="en-US" b="1" dirty="0"/>
              <a:t>Disaster</a:t>
            </a:r>
            <a:r>
              <a:rPr lang="en-US" dirty="0"/>
              <a:t> can be anything from a server disk crash to a fire or flood</a:t>
            </a:r>
          </a:p>
          <a:p>
            <a:r>
              <a:rPr lang="en-US" dirty="0"/>
              <a:t>This section focuses on:</a:t>
            </a:r>
          </a:p>
          <a:p>
            <a:pPr lvl="1"/>
            <a:r>
              <a:rPr lang="en-US" b="1" dirty="0"/>
              <a:t>Backup procedures</a:t>
            </a:r>
          </a:p>
          <a:p>
            <a:pPr lvl="1"/>
            <a:r>
              <a:rPr lang="en-US" b="1" dirty="0"/>
              <a:t>Recovery</a:t>
            </a:r>
            <a:r>
              <a:rPr lang="en-US" dirty="0"/>
              <a:t> from system failure</a:t>
            </a:r>
          </a:p>
          <a:p>
            <a:endParaRPr lang="en-US" dirty="0"/>
          </a:p>
        </p:txBody>
      </p:sp>
    </p:spTree>
    <p:extLst>
      <p:ext uri="{BB962C8B-B14F-4D97-AF65-F5344CB8AC3E}">
        <p14:creationId xmlns:p14="http://schemas.microsoft.com/office/powerpoint/2010/main" val="38572250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84D7-87D1-828D-959B-6A6F2C870B2E}"/>
              </a:ext>
            </a:extLst>
          </p:cNvPr>
          <p:cNvSpPr>
            <a:spLocks noGrp="1"/>
          </p:cNvSpPr>
          <p:nvPr>
            <p:ph type="title"/>
          </p:nvPr>
        </p:nvSpPr>
        <p:spPr/>
        <p:txBody>
          <a:bodyPr/>
          <a:lstStyle/>
          <a:p>
            <a:r>
              <a:rPr lang="en-US" dirty="0"/>
              <a:t>Backing Up Network Data</a:t>
            </a:r>
          </a:p>
        </p:txBody>
      </p:sp>
      <p:sp>
        <p:nvSpPr>
          <p:cNvPr id="3" name="Content Placeholder 2">
            <a:extLst>
              <a:ext uri="{FF2B5EF4-FFF2-40B4-BE49-F238E27FC236}">
                <a16:creationId xmlns:a16="http://schemas.microsoft.com/office/drawing/2014/main" id="{5C4B0FC1-14AE-C6A7-58FA-D5F8991FAE88}"/>
              </a:ext>
            </a:extLst>
          </p:cNvPr>
          <p:cNvSpPr>
            <a:spLocks noGrp="1"/>
          </p:cNvSpPr>
          <p:nvPr>
            <p:ph idx="1"/>
          </p:nvPr>
        </p:nvSpPr>
        <p:spPr>
          <a:xfrm>
            <a:off x="476843" y="1419225"/>
            <a:ext cx="11241915" cy="4351338"/>
          </a:xfrm>
        </p:spPr>
        <p:txBody>
          <a:bodyPr/>
          <a:lstStyle/>
          <a:p>
            <a:r>
              <a:rPr lang="en-US" dirty="0"/>
              <a:t>To formulate your </a:t>
            </a:r>
            <a:r>
              <a:rPr lang="en-US" b="1" dirty="0"/>
              <a:t>backup plan</a:t>
            </a:r>
            <a:r>
              <a:rPr lang="en-US" dirty="0"/>
              <a:t>, review the following guidelines:</a:t>
            </a:r>
          </a:p>
          <a:p>
            <a:pPr lvl="1"/>
            <a:r>
              <a:rPr lang="en-US" sz="2200" dirty="0"/>
              <a:t>Determine </a:t>
            </a:r>
            <a:r>
              <a:rPr lang="en-US" sz="2200" b="1" dirty="0"/>
              <a:t>what data should be backed up </a:t>
            </a:r>
            <a:r>
              <a:rPr lang="en-US" sz="2200" dirty="0"/>
              <a:t>and how often</a:t>
            </a:r>
          </a:p>
          <a:p>
            <a:pPr lvl="1"/>
            <a:r>
              <a:rPr lang="en-US" sz="2200" dirty="0"/>
              <a:t>Develop a </a:t>
            </a:r>
            <a:r>
              <a:rPr lang="en-US" sz="2200" b="1" dirty="0"/>
              <a:t>schedule</a:t>
            </a:r>
            <a:r>
              <a:rPr lang="en-US" sz="2200" dirty="0"/>
              <a:t> for backing up your data </a:t>
            </a:r>
          </a:p>
          <a:p>
            <a:pPr lvl="1"/>
            <a:r>
              <a:rPr lang="en-US" sz="2200" dirty="0"/>
              <a:t>Identify the </a:t>
            </a:r>
            <a:r>
              <a:rPr lang="en-US" sz="2200" b="1" dirty="0"/>
              <a:t>people responsible </a:t>
            </a:r>
            <a:r>
              <a:rPr lang="en-US" sz="2200" dirty="0"/>
              <a:t>for performing backups</a:t>
            </a:r>
          </a:p>
          <a:p>
            <a:pPr lvl="1"/>
            <a:r>
              <a:rPr lang="en-US" sz="2200" b="1" dirty="0"/>
              <a:t>Test your backup </a:t>
            </a:r>
            <a:r>
              <a:rPr lang="en-US" sz="2200" dirty="0"/>
              <a:t>system regularly</a:t>
            </a:r>
          </a:p>
          <a:p>
            <a:pPr lvl="1"/>
            <a:r>
              <a:rPr lang="en-US" sz="2200" dirty="0"/>
              <a:t>Maintain a </a:t>
            </a:r>
            <a:r>
              <a:rPr lang="en-US" sz="2200" b="1" dirty="0"/>
              <a:t>backup log </a:t>
            </a:r>
            <a:r>
              <a:rPr lang="en-US" sz="2200" dirty="0"/>
              <a:t>listing what data was backed up, when the backup took place, who performed the backup, and what media was used</a:t>
            </a:r>
          </a:p>
          <a:p>
            <a:pPr lvl="1"/>
            <a:r>
              <a:rPr lang="en-US" sz="2200" b="1" dirty="0"/>
              <a:t>Develop a plan </a:t>
            </a:r>
            <a:r>
              <a:rPr lang="en-US" sz="2200" dirty="0"/>
              <a:t>for storing data after it has been backed up</a:t>
            </a:r>
          </a:p>
          <a:p>
            <a:endParaRPr lang="en-US" dirty="0"/>
          </a:p>
        </p:txBody>
      </p:sp>
    </p:spTree>
    <p:extLst>
      <p:ext uri="{BB962C8B-B14F-4D97-AF65-F5344CB8AC3E}">
        <p14:creationId xmlns:p14="http://schemas.microsoft.com/office/powerpoint/2010/main" val="4149846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1E40-C94F-0561-37E2-240DA1CDD1F2}"/>
              </a:ext>
            </a:extLst>
          </p:cNvPr>
          <p:cNvSpPr>
            <a:spLocks noGrp="1"/>
          </p:cNvSpPr>
          <p:nvPr>
            <p:ph type="title"/>
          </p:nvPr>
        </p:nvSpPr>
        <p:spPr>
          <a:xfrm>
            <a:off x="476843" y="473245"/>
            <a:ext cx="11241915" cy="857715"/>
          </a:xfrm>
        </p:spPr>
        <p:txBody>
          <a:bodyPr/>
          <a:lstStyle/>
          <a:p>
            <a:r>
              <a:rPr lang="en-US" dirty="0"/>
              <a:t>Backup Types </a:t>
            </a:r>
            <a:r>
              <a:rPr lang="en-US" sz="2400" dirty="0"/>
              <a:t>(1 of 2)</a:t>
            </a:r>
          </a:p>
        </p:txBody>
      </p:sp>
      <p:sp>
        <p:nvSpPr>
          <p:cNvPr id="3" name="Content Placeholder 2">
            <a:extLst>
              <a:ext uri="{FF2B5EF4-FFF2-40B4-BE49-F238E27FC236}">
                <a16:creationId xmlns:a16="http://schemas.microsoft.com/office/drawing/2014/main" id="{454D242E-3ADE-B1E3-ECCB-6B2B3A1FAD3F}"/>
              </a:ext>
            </a:extLst>
          </p:cNvPr>
          <p:cNvSpPr>
            <a:spLocks noGrp="1"/>
          </p:cNvSpPr>
          <p:nvPr>
            <p:ph idx="1"/>
          </p:nvPr>
        </p:nvSpPr>
        <p:spPr>
          <a:xfrm>
            <a:off x="476843" y="1480185"/>
            <a:ext cx="11241915" cy="4351338"/>
          </a:xfrm>
        </p:spPr>
        <p:txBody>
          <a:bodyPr/>
          <a:lstStyle/>
          <a:p>
            <a:r>
              <a:rPr lang="en-US" dirty="0"/>
              <a:t>The following is a list of backup </a:t>
            </a:r>
            <a:r>
              <a:rPr lang="en-US" b="1" dirty="0"/>
              <a:t>terminology</a:t>
            </a:r>
            <a:r>
              <a:rPr lang="en-US" dirty="0"/>
              <a:t>:</a:t>
            </a:r>
          </a:p>
          <a:p>
            <a:pPr lvl="1"/>
            <a:r>
              <a:rPr lang="en-US" sz="2200" b="1" dirty="0"/>
              <a:t>Full backup</a:t>
            </a:r>
            <a:r>
              <a:rPr lang="en-US" sz="2200" dirty="0"/>
              <a:t>—copies all selected files to the selected media and marks files as backed up</a:t>
            </a:r>
          </a:p>
          <a:p>
            <a:pPr lvl="1"/>
            <a:r>
              <a:rPr lang="en-US" sz="2200" b="1" dirty="0"/>
              <a:t>Incremental backup</a:t>
            </a:r>
            <a:r>
              <a:rPr lang="en-US" sz="2200" dirty="0"/>
              <a:t>—copies all files changed since the last full or incremental backup and marks files as backed up</a:t>
            </a:r>
          </a:p>
          <a:p>
            <a:pPr lvl="1"/>
            <a:r>
              <a:rPr lang="en-US" sz="2200" b="1" dirty="0"/>
              <a:t>Differential backup</a:t>
            </a:r>
            <a:r>
              <a:rPr lang="en-US" sz="2200" dirty="0"/>
              <a:t>—copies all files since the last file backup; doesn’t mark files as backed up</a:t>
            </a:r>
          </a:p>
          <a:p>
            <a:pPr lvl="1"/>
            <a:r>
              <a:rPr lang="en-US" sz="2200" b="1" dirty="0"/>
              <a:t>Copy backup</a:t>
            </a:r>
            <a:r>
              <a:rPr lang="en-US" sz="2200" dirty="0"/>
              <a:t>—copies selected files to the selected media without marking files as backed up</a:t>
            </a:r>
          </a:p>
          <a:p>
            <a:endParaRPr lang="en-US" dirty="0"/>
          </a:p>
        </p:txBody>
      </p:sp>
    </p:spTree>
    <p:extLst>
      <p:ext uri="{BB962C8B-B14F-4D97-AF65-F5344CB8AC3E}">
        <p14:creationId xmlns:p14="http://schemas.microsoft.com/office/powerpoint/2010/main" val="10091957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CA9B9-33DD-6DC9-FEBD-FA632F578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918CA-C049-DEEA-69FF-85F6DD155791}"/>
              </a:ext>
            </a:extLst>
          </p:cNvPr>
          <p:cNvSpPr>
            <a:spLocks noGrp="1"/>
          </p:cNvSpPr>
          <p:nvPr>
            <p:ph type="title"/>
          </p:nvPr>
        </p:nvSpPr>
        <p:spPr>
          <a:xfrm>
            <a:off x="476843" y="473245"/>
            <a:ext cx="11241915" cy="867875"/>
          </a:xfrm>
        </p:spPr>
        <p:txBody>
          <a:bodyPr/>
          <a:lstStyle/>
          <a:p>
            <a:r>
              <a:rPr lang="en-US" dirty="0"/>
              <a:t>Backup Types </a:t>
            </a:r>
            <a:r>
              <a:rPr lang="en-US" sz="2400" dirty="0"/>
              <a:t>(2 of 2)</a:t>
            </a:r>
          </a:p>
        </p:txBody>
      </p:sp>
      <p:sp>
        <p:nvSpPr>
          <p:cNvPr id="3" name="Content Placeholder 2">
            <a:extLst>
              <a:ext uri="{FF2B5EF4-FFF2-40B4-BE49-F238E27FC236}">
                <a16:creationId xmlns:a16="http://schemas.microsoft.com/office/drawing/2014/main" id="{343F2511-243F-8135-196B-B9A7E17C4A42}"/>
              </a:ext>
            </a:extLst>
          </p:cNvPr>
          <p:cNvSpPr>
            <a:spLocks noGrp="1"/>
          </p:cNvSpPr>
          <p:nvPr>
            <p:ph idx="1"/>
          </p:nvPr>
        </p:nvSpPr>
        <p:spPr>
          <a:xfrm>
            <a:off x="476843" y="1348105"/>
            <a:ext cx="11241915" cy="4351338"/>
          </a:xfrm>
        </p:spPr>
        <p:txBody>
          <a:bodyPr/>
          <a:lstStyle/>
          <a:p>
            <a:r>
              <a:rPr lang="en-US" dirty="0"/>
              <a:t>The following is a list of </a:t>
            </a:r>
            <a:r>
              <a:rPr lang="en-US" b="1" dirty="0"/>
              <a:t>backup terminology </a:t>
            </a:r>
            <a:r>
              <a:rPr lang="en-US" dirty="0"/>
              <a:t>(continued):</a:t>
            </a:r>
          </a:p>
          <a:p>
            <a:pPr lvl="1"/>
            <a:r>
              <a:rPr lang="en-US" sz="2200" b="1" dirty="0"/>
              <a:t>Daily backup</a:t>
            </a:r>
            <a:r>
              <a:rPr lang="en-US" sz="2200" dirty="0"/>
              <a:t>—copies all files changed the day the backup is made; doesn’t mark files as backed up</a:t>
            </a:r>
          </a:p>
          <a:p>
            <a:pPr lvl="1"/>
            <a:r>
              <a:rPr lang="en-US" sz="2200" b="1" dirty="0"/>
              <a:t>Bare metal restore backup</a:t>
            </a:r>
            <a:r>
              <a:rPr lang="en-US" sz="2200" dirty="0"/>
              <a:t>—designed to allow restoring the system disk directly from backup media without having to install the OS and backup software first</a:t>
            </a:r>
          </a:p>
          <a:p>
            <a:r>
              <a:rPr lang="en-US" dirty="0"/>
              <a:t>Of these backup types, full, incremental, and differential backups are most useful as part of a regular backup schedule</a:t>
            </a:r>
          </a:p>
          <a:p>
            <a:pPr lvl="1"/>
            <a:r>
              <a:rPr lang="en-US" sz="2200" dirty="0"/>
              <a:t>A good model for creating a backup schedule combines a weekly full backup with daily differential backups</a:t>
            </a:r>
          </a:p>
          <a:p>
            <a:endParaRPr lang="en-US" dirty="0"/>
          </a:p>
        </p:txBody>
      </p:sp>
    </p:spTree>
    <p:extLst>
      <p:ext uri="{BB962C8B-B14F-4D97-AF65-F5344CB8AC3E}">
        <p14:creationId xmlns:p14="http://schemas.microsoft.com/office/powerpoint/2010/main" val="15781148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AB1E-F5F1-1AED-B42C-0DFB353B3D20}"/>
              </a:ext>
            </a:extLst>
          </p:cNvPr>
          <p:cNvSpPr>
            <a:spLocks noGrp="1"/>
          </p:cNvSpPr>
          <p:nvPr>
            <p:ph type="title"/>
          </p:nvPr>
        </p:nvSpPr>
        <p:spPr>
          <a:xfrm>
            <a:off x="476843" y="239565"/>
            <a:ext cx="11241915" cy="735795"/>
          </a:xfrm>
        </p:spPr>
        <p:txBody>
          <a:bodyPr/>
          <a:lstStyle/>
          <a:p>
            <a:r>
              <a:rPr lang="en-US" dirty="0"/>
              <a:t>Business Continuity</a:t>
            </a:r>
          </a:p>
        </p:txBody>
      </p:sp>
      <p:sp>
        <p:nvSpPr>
          <p:cNvPr id="3" name="Content Placeholder 2">
            <a:extLst>
              <a:ext uri="{FF2B5EF4-FFF2-40B4-BE49-F238E27FC236}">
                <a16:creationId xmlns:a16="http://schemas.microsoft.com/office/drawing/2014/main" id="{F634A508-D8A1-5EB1-A443-3B9E421EE81C}"/>
              </a:ext>
            </a:extLst>
          </p:cNvPr>
          <p:cNvSpPr>
            <a:spLocks noGrp="1"/>
          </p:cNvSpPr>
          <p:nvPr>
            <p:ph idx="1"/>
          </p:nvPr>
        </p:nvSpPr>
        <p:spPr>
          <a:xfrm>
            <a:off x="345440" y="1094105"/>
            <a:ext cx="11511279" cy="4199255"/>
          </a:xfrm>
        </p:spPr>
        <p:txBody>
          <a:bodyPr/>
          <a:lstStyle/>
          <a:p>
            <a:r>
              <a:rPr lang="en-US" b="1" dirty="0"/>
              <a:t>Business continuity </a:t>
            </a:r>
            <a:r>
              <a:rPr lang="en-US" dirty="0"/>
              <a:t>consists of the policies, procedures, and resources required to ensure a business can function after a major catastrophe</a:t>
            </a:r>
          </a:p>
          <a:p>
            <a:r>
              <a:rPr lang="en-US" dirty="0"/>
              <a:t>If the bulk of IT infrastructure is maintained in house, the company should consider one of the following options:</a:t>
            </a:r>
          </a:p>
          <a:p>
            <a:pPr lvl="1"/>
            <a:r>
              <a:rPr lang="en-US" sz="2200" b="1" dirty="0"/>
              <a:t>Cold site</a:t>
            </a:r>
            <a:r>
              <a:rPr lang="en-US" sz="2200" dirty="0"/>
              <a:t>—is a physical location that house the hardware needed to get IT functioning again</a:t>
            </a:r>
          </a:p>
          <a:p>
            <a:pPr lvl="1"/>
            <a:r>
              <a:rPr lang="en-US" sz="2200" b="1" dirty="0"/>
              <a:t>Warm site</a:t>
            </a:r>
            <a:r>
              <a:rPr lang="en-US" sz="2200" dirty="0"/>
              <a:t>—is a location containing all infrastructure needed for operations to continue</a:t>
            </a:r>
          </a:p>
          <a:p>
            <a:pPr lvl="1"/>
            <a:r>
              <a:rPr lang="en-US" sz="2200" b="1" dirty="0"/>
              <a:t>Hot site</a:t>
            </a:r>
            <a:r>
              <a:rPr lang="en-US" sz="2200" dirty="0"/>
              <a:t>—a location that can be running at a moment’s notice</a:t>
            </a:r>
          </a:p>
        </p:txBody>
      </p:sp>
      <p:sp>
        <p:nvSpPr>
          <p:cNvPr id="5" name="TextBox 4">
            <a:extLst>
              <a:ext uri="{FF2B5EF4-FFF2-40B4-BE49-F238E27FC236}">
                <a16:creationId xmlns:a16="http://schemas.microsoft.com/office/drawing/2014/main" id="{1C90E6B7-FF54-3E93-A1F3-092441726AB4}"/>
              </a:ext>
            </a:extLst>
          </p:cNvPr>
          <p:cNvSpPr txBox="1"/>
          <p:nvPr/>
        </p:nvSpPr>
        <p:spPr>
          <a:xfrm>
            <a:off x="3596640" y="5108694"/>
            <a:ext cx="6096000" cy="461665"/>
          </a:xfrm>
          <a:prstGeom prst="rect">
            <a:avLst/>
          </a:prstGeom>
          <a:noFill/>
        </p:spPr>
        <p:txBody>
          <a:bodyPr wrap="square">
            <a:spAutoFit/>
          </a:bodyPr>
          <a:lstStyle/>
          <a:p>
            <a:r>
              <a:rPr lang="en-US" sz="2400">
                <a:hlinkClick r:id="rId2"/>
              </a:rPr>
              <a:t>youtube.com/watch?v=9cKWR2-4RLI</a:t>
            </a:r>
            <a:endParaRPr lang="en-US" sz="2400"/>
          </a:p>
        </p:txBody>
      </p:sp>
      <p:sp>
        <p:nvSpPr>
          <p:cNvPr id="7" name="TextBox 6">
            <a:extLst>
              <a:ext uri="{FF2B5EF4-FFF2-40B4-BE49-F238E27FC236}">
                <a16:creationId xmlns:a16="http://schemas.microsoft.com/office/drawing/2014/main" id="{3A34AD42-97BD-EAEB-060F-B23EC1FB419A}"/>
              </a:ext>
            </a:extLst>
          </p:cNvPr>
          <p:cNvSpPr txBox="1"/>
          <p:nvPr/>
        </p:nvSpPr>
        <p:spPr>
          <a:xfrm>
            <a:off x="4378960" y="5579229"/>
            <a:ext cx="3576320" cy="369332"/>
          </a:xfrm>
          <a:prstGeom prst="rect">
            <a:avLst/>
          </a:prstGeom>
          <a:noFill/>
        </p:spPr>
        <p:txBody>
          <a:bodyPr wrap="square">
            <a:spAutoFit/>
          </a:bodyPr>
          <a:lstStyle/>
          <a:p>
            <a:pPr algn="l">
              <a:buNone/>
            </a:pPr>
            <a:r>
              <a:rPr lang="en-US" b="1" i="0">
                <a:solidFill>
                  <a:srgbClr val="0F0F0F"/>
                </a:solidFill>
                <a:effectLst/>
                <a:latin typeface="Roboto" panose="02000000000000000000" pitchFamily="2" charset="0"/>
              </a:rPr>
              <a:t>Hot vs Warm vs Cold DR Sites</a:t>
            </a:r>
          </a:p>
        </p:txBody>
      </p:sp>
    </p:spTree>
    <p:extLst>
      <p:ext uri="{BB962C8B-B14F-4D97-AF65-F5344CB8AC3E}">
        <p14:creationId xmlns:p14="http://schemas.microsoft.com/office/powerpoint/2010/main" val="1723269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14-2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368425"/>
            <a:ext cx="11241915" cy="4351338"/>
          </a:xfrm>
        </p:spPr>
        <p:txBody>
          <a:bodyPr/>
          <a:lstStyle/>
          <a:p>
            <a:pPr marL="0" indent="0">
              <a:buNone/>
            </a:pPr>
            <a:r>
              <a:rPr lang="en-US" dirty="0"/>
              <a:t>What is one way to eliminate the effects on servers caused by power outages and fluctuations?</a:t>
            </a:r>
          </a:p>
          <a:p>
            <a:pPr marL="0" indent="0">
              <a:buNone/>
            </a:pPr>
            <a:r>
              <a:rPr lang="en-US" dirty="0"/>
              <a:t>a. Shut down servers during storms.</a:t>
            </a:r>
          </a:p>
          <a:p>
            <a:pPr marL="0" indent="0">
              <a:buNone/>
            </a:pPr>
            <a:r>
              <a:rPr lang="en-US" dirty="0"/>
              <a:t>b. Connect servers to a surge protector.</a:t>
            </a:r>
          </a:p>
          <a:p>
            <a:pPr marL="0" indent="0">
              <a:buNone/>
            </a:pPr>
            <a:r>
              <a:rPr lang="en-US" dirty="0"/>
              <a:t>c. Connect servers to a UPS.</a:t>
            </a:r>
          </a:p>
          <a:p>
            <a:pPr marL="0" indent="0">
              <a:buNone/>
            </a:pPr>
            <a:r>
              <a:rPr lang="en-US" dirty="0"/>
              <a:t>d. Disconnect servers from the network when power outages occur.</a:t>
            </a:r>
          </a:p>
        </p:txBody>
      </p:sp>
    </p:spTree>
    <p:extLst>
      <p:ext uri="{BB962C8B-B14F-4D97-AF65-F5344CB8AC3E}">
        <p14:creationId xmlns:p14="http://schemas.microsoft.com/office/powerpoint/2010/main" val="12251530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14-2: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What is one way to eliminate the effects on servers caused by power outages and fluctuations?</a:t>
            </a:r>
          </a:p>
          <a:p>
            <a:pPr marL="0" indent="0">
              <a:buNone/>
            </a:pPr>
            <a:r>
              <a:rPr lang="en-US" b="1" dirty="0"/>
              <a:t>Answer: c</a:t>
            </a:r>
            <a:r>
              <a:rPr lang="en-US" dirty="0"/>
              <a:t>. Connect servers to a UPS.</a:t>
            </a:r>
          </a:p>
          <a:p>
            <a:pPr marL="0" indent="0">
              <a:buNone/>
            </a:pPr>
            <a:r>
              <a:rPr lang="en-US" b="1" dirty="0"/>
              <a:t>Explanation:</a:t>
            </a:r>
            <a:r>
              <a:rPr lang="en-US" dirty="0"/>
              <a:t> </a:t>
            </a:r>
            <a:r>
              <a:rPr lang="en-US" sz="2200" dirty="0"/>
              <a:t>One way to eliminate the effects of power fluctuations, especially on servers, is to connect them to uninterruptible power supplies (UPSs). UPS systems provide battery power to computers so that they can be shut down without data loss in the event of a power outage.</a:t>
            </a:r>
          </a:p>
        </p:txBody>
      </p:sp>
    </p:spTree>
    <p:extLst>
      <p:ext uri="{BB962C8B-B14F-4D97-AF65-F5344CB8AC3E}">
        <p14:creationId xmlns:p14="http://schemas.microsoft.com/office/powerpoint/2010/main" val="19977629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a:xfrm>
            <a:off x="476843" y="1337945"/>
            <a:ext cx="11241915" cy="3549015"/>
          </a:xfrm>
        </p:spPr>
        <p:txBody>
          <a:bodyPr/>
          <a:lstStyle/>
          <a:p>
            <a:pPr marL="0" indent="0">
              <a:buNone/>
            </a:pPr>
            <a:r>
              <a:rPr lang="en-US" dirty="0"/>
              <a:t>Based on the eight-step problem-solving process discussed in this chapter, what would be the first step you would take when troubleshooting a problem with network connectivity?</a:t>
            </a:r>
          </a:p>
          <a:p>
            <a:pPr marL="0" indent="0">
              <a:buNone/>
            </a:pPr>
            <a:endParaRPr lang="en-US" dirty="0"/>
          </a:p>
          <a:p>
            <a:pPr marL="0" indent="0">
              <a:buNone/>
            </a:pPr>
            <a:r>
              <a:rPr lang="en-US" dirty="0"/>
              <a:t>Name a question you would ask during the information-gathering step in the problem-solving process.</a:t>
            </a:r>
          </a:p>
        </p:txBody>
      </p:sp>
    </p:spTree>
    <p:extLst>
      <p:ext uri="{BB962C8B-B14F-4D97-AF65-F5344CB8AC3E}">
        <p14:creationId xmlns:p14="http://schemas.microsoft.com/office/powerpoint/2010/main" val="6237428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6843" y="1171618"/>
            <a:ext cx="11241915" cy="4690702"/>
          </a:xfrm>
        </p:spPr>
        <p:txBody>
          <a:bodyPr/>
          <a:lstStyle/>
          <a:p>
            <a:pPr marL="0" indent="0">
              <a:buNone/>
            </a:pPr>
            <a:r>
              <a:rPr lang="en-US" dirty="0"/>
              <a:t>Now that the lesson has ended, you should be able to:</a:t>
            </a:r>
          </a:p>
          <a:p>
            <a:pPr marL="457200" indent="-457200">
              <a:buFont typeface="+mj-lt"/>
              <a:buAutoNum type="arabicPeriod"/>
            </a:pPr>
            <a:r>
              <a:rPr lang="en-US" altLang="zh-CN" sz="2000" b="1" dirty="0"/>
              <a:t>Describe the benefits </a:t>
            </a:r>
            <a:r>
              <a:rPr lang="en-US" altLang="zh-CN" sz="2000" dirty="0"/>
              <a:t>of documenting a network and list what elements should be documented</a:t>
            </a:r>
          </a:p>
          <a:p>
            <a:pPr marL="457200" indent="-457200">
              <a:buFont typeface="+mj-lt"/>
              <a:buAutoNum type="arabicPeriod"/>
            </a:pPr>
            <a:r>
              <a:rPr lang="en-US" altLang="zh-CN" sz="2000" b="1" dirty="0"/>
              <a:t>List the steps </a:t>
            </a:r>
            <a:r>
              <a:rPr lang="en-US" altLang="zh-CN" sz="2000" dirty="0"/>
              <a:t>of the problem-solving process</a:t>
            </a:r>
          </a:p>
          <a:p>
            <a:pPr marL="457200" indent="-457200">
              <a:buFont typeface="+mj-lt"/>
              <a:buAutoNum type="arabicPeriod"/>
            </a:pPr>
            <a:r>
              <a:rPr lang="en-US" altLang="zh-CN" sz="2000" b="1" dirty="0"/>
              <a:t>Explain different </a:t>
            </a:r>
            <a:r>
              <a:rPr lang="en-US" altLang="zh-CN" sz="2000" dirty="0"/>
              <a:t>approaches to network troubleshooting</a:t>
            </a:r>
          </a:p>
          <a:p>
            <a:pPr marL="457200" indent="-457200">
              <a:buFont typeface="+mj-lt"/>
              <a:buAutoNum type="arabicPeriod"/>
            </a:pPr>
            <a:r>
              <a:rPr lang="en-US" altLang="zh-CN" sz="2000" dirty="0"/>
              <a:t>Make use of </a:t>
            </a:r>
            <a:r>
              <a:rPr lang="en-US" altLang="zh-CN" sz="2000" b="1" dirty="0"/>
              <a:t>problem-solving resources</a:t>
            </a:r>
          </a:p>
          <a:p>
            <a:pPr marL="457200" indent="-457200">
              <a:buFont typeface="+mj-lt"/>
              <a:buAutoNum type="arabicPeriod"/>
            </a:pPr>
            <a:r>
              <a:rPr lang="en-US" altLang="zh-CN" sz="2000" dirty="0"/>
              <a:t>Describe </a:t>
            </a:r>
            <a:r>
              <a:rPr lang="en-US" altLang="zh-CN" sz="2000" b="1" dirty="0"/>
              <a:t>network troubleshooting tools</a:t>
            </a:r>
          </a:p>
          <a:p>
            <a:pPr marL="457200" indent="-457200">
              <a:buFont typeface="+mj-lt"/>
              <a:buAutoNum type="arabicPeriod"/>
            </a:pPr>
            <a:r>
              <a:rPr lang="en-US" altLang="zh-CN" sz="2000" b="1" dirty="0"/>
              <a:t>Summarize common troubleshooting </a:t>
            </a:r>
            <a:r>
              <a:rPr lang="en-US" altLang="zh-CN" sz="2000" dirty="0"/>
              <a:t>situations</a:t>
            </a:r>
          </a:p>
          <a:p>
            <a:pPr marL="457200" indent="-457200">
              <a:buFont typeface="+mj-lt"/>
              <a:buAutoNum type="arabicPeriod"/>
            </a:pPr>
            <a:r>
              <a:rPr lang="en-US" altLang="zh-CN" sz="2000" dirty="0"/>
              <a:t>Describe </a:t>
            </a:r>
            <a:r>
              <a:rPr lang="en-US" altLang="zh-CN" sz="2000" b="1" dirty="0"/>
              <a:t>disaster recovery procedures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29888</TotalTime>
  <Words>4152</Words>
  <Application>Microsoft Office PowerPoint</Application>
  <PresentationFormat>Widescreen</PresentationFormat>
  <Paragraphs>361</Paragraphs>
  <Slides>60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Calibri</vt:lpstr>
      <vt:lpstr>Courier New</vt:lpstr>
      <vt:lpstr>Roboto</vt:lpstr>
      <vt:lpstr>Wingdings</vt:lpstr>
      <vt:lpstr>Work Sans</vt:lpstr>
      <vt:lpstr>Work Sans </vt:lpstr>
      <vt:lpstr>Optimized Template Master</vt:lpstr>
      <vt:lpstr>Guide to Networking Essentials, 9e</vt:lpstr>
      <vt:lpstr>Chapter Objectives</vt:lpstr>
      <vt:lpstr>Documenting Your Network</vt:lpstr>
      <vt:lpstr>Change Management</vt:lpstr>
      <vt:lpstr>Documentation and Troubleshooting</vt:lpstr>
      <vt:lpstr>Documentation: IT Staffing and Standards Compliance</vt:lpstr>
      <vt:lpstr>Documentation: Technical Support and Network Security</vt:lpstr>
      <vt:lpstr>What Should Be Documented? (1 of 2)</vt:lpstr>
      <vt:lpstr>What Should Be Documented? (2 of 2)</vt:lpstr>
      <vt:lpstr>The Problem-Solving Process (1 of 2)</vt:lpstr>
      <vt:lpstr>The Problem-Solving Process (2 of 2)</vt:lpstr>
      <vt:lpstr>Step 1: Determine the Problem Definition and Scope</vt:lpstr>
      <vt:lpstr>Step 2: Gather Information (1 of 2)</vt:lpstr>
      <vt:lpstr>Step 2: Gather Information (2 of 2)</vt:lpstr>
      <vt:lpstr>Step 3: Consider Possible Causes</vt:lpstr>
      <vt:lpstr>Step 4: Devise a Solution</vt:lpstr>
      <vt:lpstr>Step 5: Implement the Solution</vt:lpstr>
      <vt:lpstr>Step 6: Test the Solution</vt:lpstr>
      <vt:lpstr>Step 7: Document the Solution</vt:lpstr>
      <vt:lpstr>Step 8: Devise Preventative Measures</vt:lpstr>
      <vt:lpstr>Approaches to Network Troubleshooting: Trial and Error (1 of 3)</vt:lpstr>
      <vt:lpstr>Approaches to Network Troubleshooting: Trial and Error (2 of 3)</vt:lpstr>
      <vt:lpstr>Approaches to Network Troubleshooting: Trial and Error (3 of 3)</vt:lpstr>
      <vt:lpstr>Approaches to Network Troubleshooting: Solving by Example</vt:lpstr>
      <vt:lpstr>Approaches to Network Troubleshooting: The Replacement Method</vt:lpstr>
      <vt:lpstr>Approaches to Network Troubleshooting: Step by Step with the OSI Model (1 of 2)</vt:lpstr>
      <vt:lpstr>Approaches to Network Troubleshooting: Step by Step with the OSI Model (2 of 2)</vt:lpstr>
      <vt:lpstr>Knowledge Check Activity 14-1</vt:lpstr>
      <vt:lpstr>Knowledge Check Activity 14-1: Answer</vt:lpstr>
      <vt:lpstr>Making Use of Problem-Solving Resources</vt:lpstr>
      <vt:lpstr>Experience</vt:lpstr>
      <vt:lpstr>The Internet</vt:lpstr>
      <vt:lpstr>Network Documentation (1 of 3)</vt:lpstr>
      <vt:lpstr>Network Documentation (2 of 3)</vt:lpstr>
      <vt:lpstr>Network Documentation (3 of 3)</vt:lpstr>
      <vt:lpstr>Network Troubleshooting Tools</vt:lpstr>
      <vt:lpstr>Using ping and tracert (1 of 4)</vt:lpstr>
      <vt:lpstr>Using ping and tracert (2 of 4)</vt:lpstr>
      <vt:lpstr>Using ping and tracert (3 of 4)</vt:lpstr>
      <vt:lpstr>Using ping and tracert (4 of 4)</vt:lpstr>
      <vt:lpstr>Network Monitors</vt:lpstr>
      <vt:lpstr>Protocol Analyzers</vt:lpstr>
      <vt:lpstr>Time-Domain Reflectometers</vt:lpstr>
      <vt:lpstr>Cable Testers</vt:lpstr>
      <vt:lpstr>Additional Tools</vt:lpstr>
      <vt:lpstr>Cabling and Related Components</vt:lpstr>
      <vt:lpstr>Switch Port Errors</vt:lpstr>
      <vt:lpstr>Power Fluctuations</vt:lpstr>
      <vt:lpstr>Upgrades</vt:lpstr>
      <vt:lpstr>Poor Network Performance (1 of 2)</vt:lpstr>
      <vt:lpstr>Poor Network Performance (2 of 2)</vt:lpstr>
      <vt:lpstr>Disaster Recovery</vt:lpstr>
      <vt:lpstr>Backing Up Network Data</vt:lpstr>
      <vt:lpstr>Backup Types (1 of 2)</vt:lpstr>
      <vt:lpstr>Backup Types (2 of 2)</vt:lpstr>
      <vt:lpstr>Business Continuity</vt:lpstr>
      <vt:lpstr>Knowledge Check Activity 14-2</vt:lpstr>
      <vt:lpstr>Knowledge Check Activity 14-2: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720</cp:revision>
  <cp:lastPrinted>2016-10-03T15:29:39Z</cp:lastPrinted>
  <dcterms:created xsi:type="dcterms:W3CDTF">2021-12-10T16:21:02Z</dcterms:created>
  <dcterms:modified xsi:type="dcterms:W3CDTF">2026-04-30T04:44:38Z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