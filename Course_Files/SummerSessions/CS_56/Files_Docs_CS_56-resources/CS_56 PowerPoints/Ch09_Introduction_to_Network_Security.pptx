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62"/>
  </p:notesMasterIdLst>
  <p:handoutMasterIdLst>
    <p:handoutMasterId r:id="rId63"/>
  </p:handoutMasterIdLst>
  <p:sldIdLst>
    <p:sldId id="257" r:id="rId5"/>
    <p:sldId id="259" r:id="rId6"/>
    <p:sldId id="434" r:id="rId7"/>
    <p:sldId id="435" r:id="rId8"/>
    <p:sldId id="436" r:id="rId9"/>
    <p:sldId id="437" r:id="rId10"/>
    <p:sldId id="438" r:id="rId11"/>
    <p:sldId id="439" r:id="rId12"/>
    <p:sldId id="440" r:id="rId13"/>
    <p:sldId id="441" r:id="rId14"/>
    <p:sldId id="442" r:id="rId15"/>
    <p:sldId id="443" r:id="rId16"/>
    <p:sldId id="444" r:id="rId17"/>
    <p:sldId id="445" r:id="rId18"/>
    <p:sldId id="446" r:id="rId19"/>
    <p:sldId id="447" r:id="rId20"/>
    <p:sldId id="448" r:id="rId21"/>
    <p:sldId id="268" r:id="rId22"/>
    <p:sldId id="449" r:id="rId23"/>
    <p:sldId id="406" r:id="rId24"/>
    <p:sldId id="450" r:id="rId25"/>
    <p:sldId id="451" r:id="rId26"/>
    <p:sldId id="452" r:id="rId27"/>
    <p:sldId id="453" r:id="rId28"/>
    <p:sldId id="454" r:id="rId29"/>
    <p:sldId id="455" r:id="rId30"/>
    <p:sldId id="407" r:id="rId31"/>
    <p:sldId id="456" r:id="rId32"/>
    <p:sldId id="457" r:id="rId33"/>
    <p:sldId id="458" r:id="rId34"/>
    <p:sldId id="459" r:id="rId35"/>
    <p:sldId id="262" r:id="rId36"/>
    <p:sldId id="263" r:id="rId37"/>
    <p:sldId id="460" r:id="rId38"/>
    <p:sldId id="461" r:id="rId39"/>
    <p:sldId id="462" r:id="rId40"/>
    <p:sldId id="463" r:id="rId41"/>
    <p:sldId id="464" r:id="rId42"/>
    <p:sldId id="433" r:id="rId43"/>
    <p:sldId id="465" r:id="rId44"/>
    <p:sldId id="466" r:id="rId45"/>
    <p:sldId id="467" r:id="rId46"/>
    <p:sldId id="468" r:id="rId47"/>
    <p:sldId id="469" r:id="rId48"/>
    <p:sldId id="470" r:id="rId49"/>
    <p:sldId id="471" r:id="rId50"/>
    <p:sldId id="472" r:id="rId51"/>
    <p:sldId id="473" r:id="rId52"/>
    <p:sldId id="408" r:id="rId53"/>
    <p:sldId id="474" r:id="rId54"/>
    <p:sldId id="475" r:id="rId55"/>
    <p:sldId id="476" r:id="rId56"/>
    <p:sldId id="477" r:id="rId57"/>
    <p:sldId id="313" r:id="rId58"/>
    <p:sldId id="314" r:id="rId59"/>
    <p:sldId id="269" r:id="rId60"/>
    <p:sldId id="270" r:id="rId61"/>
  </p:sldIdLst>
  <p:sldSz cx="12192000" cy="6858000"/>
  <p:notesSz cx="6858000" cy="9144000"/>
  <p:custDataLst>
    <p:tags r:id="rId64"/>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F7C"/>
    <a:srgbClr val="F2F2F2"/>
    <a:srgbClr val="0098D4"/>
    <a:srgbClr val="003865"/>
    <a:srgbClr val="000000"/>
    <a:srgbClr val="004A78"/>
    <a:srgbClr val="006298"/>
    <a:srgbClr val="FF6300"/>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1041" autoAdjust="0"/>
  </p:normalViewPr>
  <p:slideViewPr>
    <p:cSldViewPr snapToGrid="0" snapToObjects="1">
      <p:cViewPr varScale="1">
        <p:scale>
          <a:sx n="84" d="100"/>
          <a:sy n="84" d="100"/>
        </p:scale>
        <p:origin x="1182" y="300"/>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2" d="100"/>
          <a:sy n="52" d="100"/>
        </p:scale>
        <p:origin x="2082" y="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handoutMaster" Target="handoutMasters/handoutMaster1.xml"/><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Pacheco" userId="fdf46b62-f4f9-461f-bfbc-c3446c220a65" providerId="ADAL" clId="{46C61306-57F8-4F30-B63F-8877BEB9A9E1}"/>
    <pc:docChg chg="custSel modSld modMainMaster">
      <pc:chgData name="Anthony Pacheco" userId="fdf46b62-f4f9-461f-bfbc-c3446c220a65" providerId="ADAL" clId="{46C61306-57F8-4F30-B63F-8877BEB9A9E1}" dt="2026-03-26T04:17:05.102" v="211" actId="255"/>
      <pc:docMkLst>
        <pc:docMk/>
      </pc:docMkLst>
      <pc:sldChg chg="modSp mod">
        <pc:chgData name="Anthony Pacheco" userId="fdf46b62-f4f9-461f-bfbc-c3446c220a65" providerId="ADAL" clId="{46C61306-57F8-4F30-B63F-8877BEB9A9E1}" dt="2026-03-24T04:02:16.438" v="3" actId="20577"/>
        <pc:sldMkLst>
          <pc:docMk/>
          <pc:sldMk cId="2293288057" sldId="257"/>
        </pc:sldMkLst>
        <pc:spChg chg="mod">
          <ac:chgData name="Anthony Pacheco" userId="fdf46b62-f4f9-461f-bfbc-c3446c220a65" providerId="ADAL" clId="{46C61306-57F8-4F30-B63F-8877BEB9A9E1}" dt="2026-03-24T04:01:46.378" v="0" actId="1076"/>
          <ac:spMkLst>
            <pc:docMk/>
            <pc:sldMk cId="2293288057" sldId="257"/>
            <ac:spMk id="3" creationId="{21966DE8-7575-4696-B84F-B4DD0C822D6A}"/>
          </ac:spMkLst>
        </pc:spChg>
        <pc:spChg chg="mod">
          <ac:chgData name="Anthony Pacheco" userId="fdf46b62-f4f9-461f-bfbc-c3446c220a65" providerId="ADAL" clId="{46C61306-57F8-4F30-B63F-8877BEB9A9E1}" dt="2026-03-24T04:01:50.244" v="1" actId="1076"/>
          <ac:spMkLst>
            <pc:docMk/>
            <pc:sldMk cId="2293288057" sldId="257"/>
            <ac:spMk id="4" creationId="{81DDBEBE-99BA-45B9-B4E5-D18D90F7A983}"/>
          </ac:spMkLst>
        </pc:spChg>
        <pc:spChg chg="mod">
          <ac:chgData name="Anthony Pacheco" userId="fdf46b62-f4f9-461f-bfbc-c3446c220a65" providerId="ADAL" clId="{46C61306-57F8-4F30-B63F-8877BEB9A9E1}" dt="2026-03-24T04:02:16.438" v="3" actId="20577"/>
          <ac:spMkLst>
            <pc:docMk/>
            <pc:sldMk cId="2293288057" sldId="257"/>
            <ac:spMk id="6" creationId="{8CA6B67B-9490-477D-A112-06C22B6F8640}"/>
          </ac:spMkLst>
        </pc:spChg>
      </pc:sldChg>
      <pc:sldChg chg="modSp mod">
        <pc:chgData name="Anthony Pacheco" userId="fdf46b62-f4f9-461f-bfbc-c3446c220a65" providerId="ADAL" clId="{46C61306-57F8-4F30-B63F-8877BEB9A9E1}" dt="2026-03-24T04:12:00.009" v="35" actId="113"/>
        <pc:sldMkLst>
          <pc:docMk/>
          <pc:sldMk cId="3724899739" sldId="259"/>
        </pc:sldMkLst>
        <pc:spChg chg="mod">
          <ac:chgData name="Anthony Pacheco" userId="fdf46b62-f4f9-461f-bfbc-c3446c220a65" providerId="ADAL" clId="{46C61306-57F8-4F30-B63F-8877BEB9A9E1}" dt="2026-03-24T04:12:00.009" v="35" actId="113"/>
          <ac:spMkLst>
            <pc:docMk/>
            <pc:sldMk cId="3724899739" sldId="259"/>
            <ac:spMk id="3" creationId="{5654B1CF-B9D3-4962-AD19-D9C1AB18881D}"/>
          </ac:spMkLst>
        </pc:spChg>
      </pc:sldChg>
      <pc:sldChg chg="modSp mod">
        <pc:chgData name="Anthony Pacheco" userId="fdf46b62-f4f9-461f-bfbc-c3446c220a65" providerId="ADAL" clId="{46C61306-57F8-4F30-B63F-8877BEB9A9E1}" dt="2026-03-24T04:18:30.610" v="98" actId="14100"/>
        <pc:sldMkLst>
          <pc:docMk/>
          <pc:sldMk cId="1204174999" sldId="268"/>
        </pc:sldMkLst>
        <pc:picChg chg="mod">
          <ac:chgData name="Anthony Pacheco" userId="fdf46b62-f4f9-461f-bfbc-c3446c220a65" providerId="ADAL" clId="{46C61306-57F8-4F30-B63F-8877BEB9A9E1}" dt="2026-03-24T04:18:30.610" v="98" actId="14100"/>
          <ac:picMkLst>
            <pc:docMk/>
            <pc:sldMk cId="1204174999" sldId="268"/>
            <ac:picMk id="4" creationId="{1EBB6A3E-BE20-2CE6-24D7-55425B347B22}"/>
          </ac:picMkLst>
        </pc:picChg>
      </pc:sldChg>
      <pc:sldChg chg="addSp modSp mod">
        <pc:chgData name="Anthony Pacheco" userId="fdf46b62-f4f9-461f-bfbc-c3446c220a65" providerId="ADAL" clId="{46C61306-57F8-4F30-B63F-8877BEB9A9E1}" dt="2026-03-26T04:17:05.102" v="211" actId="255"/>
        <pc:sldMkLst>
          <pc:docMk/>
          <pc:sldMk cId="623742845" sldId="269"/>
        </pc:sldMkLst>
        <pc:spChg chg="mod">
          <ac:chgData name="Anthony Pacheco" userId="fdf46b62-f4f9-461f-bfbc-c3446c220a65" providerId="ADAL" clId="{46C61306-57F8-4F30-B63F-8877BEB9A9E1}" dt="2026-03-26T04:16:47.134" v="207" actId="14100"/>
          <ac:spMkLst>
            <pc:docMk/>
            <pc:sldMk cId="623742845" sldId="269"/>
            <ac:spMk id="3" creationId="{D90D28A5-F477-438F-8470-076D1B855E62}"/>
          </ac:spMkLst>
        </pc:spChg>
        <pc:spChg chg="add mod">
          <ac:chgData name="Anthony Pacheco" userId="fdf46b62-f4f9-461f-bfbc-c3446c220a65" providerId="ADAL" clId="{46C61306-57F8-4F30-B63F-8877BEB9A9E1}" dt="2026-03-26T04:16:53.264" v="209" actId="1076"/>
          <ac:spMkLst>
            <pc:docMk/>
            <pc:sldMk cId="623742845" sldId="269"/>
            <ac:spMk id="5" creationId="{E1943A0F-A589-2A64-5919-2A68F175300E}"/>
          </ac:spMkLst>
        </pc:spChg>
        <pc:spChg chg="add mod">
          <ac:chgData name="Anthony Pacheco" userId="fdf46b62-f4f9-461f-bfbc-c3446c220a65" providerId="ADAL" clId="{46C61306-57F8-4F30-B63F-8877BEB9A9E1}" dt="2026-03-26T04:17:05.102" v="211" actId="255"/>
          <ac:spMkLst>
            <pc:docMk/>
            <pc:sldMk cId="623742845" sldId="269"/>
            <ac:spMk id="7" creationId="{18119E01-C781-19DF-BA40-DAC54938E636}"/>
          </ac:spMkLst>
        </pc:spChg>
      </pc:sldChg>
      <pc:sldChg chg="modSp mod">
        <pc:chgData name="Anthony Pacheco" userId="fdf46b62-f4f9-461f-bfbc-c3446c220a65" providerId="ADAL" clId="{46C61306-57F8-4F30-B63F-8877BEB9A9E1}" dt="2026-03-26T04:08:28.402" v="201" actId="1076"/>
        <pc:sldMkLst>
          <pc:docMk/>
          <pc:sldMk cId="1225153072" sldId="313"/>
        </pc:sldMkLst>
        <pc:spChg chg="mod">
          <ac:chgData name="Anthony Pacheco" userId="fdf46b62-f4f9-461f-bfbc-c3446c220a65" providerId="ADAL" clId="{46C61306-57F8-4F30-B63F-8877BEB9A9E1}" dt="2026-03-26T04:08:28.402" v="201" actId="1076"/>
          <ac:spMkLst>
            <pc:docMk/>
            <pc:sldMk cId="1225153072" sldId="313"/>
            <ac:spMk id="15" creationId="{5464F008-21F9-FCFB-BF06-39C357DBA52E}"/>
          </ac:spMkLst>
        </pc:spChg>
      </pc:sldChg>
      <pc:sldChg chg="modSp mod">
        <pc:chgData name="Anthony Pacheco" userId="fdf46b62-f4f9-461f-bfbc-c3446c220a65" providerId="ADAL" clId="{46C61306-57F8-4F30-B63F-8877BEB9A9E1}" dt="2026-03-26T04:08:39.822" v="202" actId="1076"/>
        <pc:sldMkLst>
          <pc:docMk/>
          <pc:sldMk cId="1997762903" sldId="314"/>
        </pc:sldMkLst>
        <pc:spChg chg="mod">
          <ac:chgData name="Anthony Pacheco" userId="fdf46b62-f4f9-461f-bfbc-c3446c220a65" providerId="ADAL" clId="{46C61306-57F8-4F30-B63F-8877BEB9A9E1}" dt="2026-03-26T04:08:39.822" v="202" actId="1076"/>
          <ac:spMkLst>
            <pc:docMk/>
            <pc:sldMk cId="1997762903" sldId="314"/>
            <ac:spMk id="12" creationId="{945F9FD1-AEB1-00C2-F6D0-11C11AF9B426}"/>
          </ac:spMkLst>
        </pc:spChg>
      </pc:sldChg>
      <pc:sldChg chg="modSp mod">
        <pc:chgData name="Anthony Pacheco" userId="fdf46b62-f4f9-461f-bfbc-c3446c220a65" providerId="ADAL" clId="{46C61306-57F8-4F30-B63F-8877BEB9A9E1}" dt="2026-03-24T04:18:55.562" v="104" actId="14100"/>
        <pc:sldMkLst>
          <pc:docMk/>
          <pc:sldMk cId="2650013312" sldId="406"/>
        </pc:sldMkLst>
        <pc:picChg chg="mod">
          <ac:chgData name="Anthony Pacheco" userId="fdf46b62-f4f9-461f-bfbc-c3446c220a65" providerId="ADAL" clId="{46C61306-57F8-4F30-B63F-8877BEB9A9E1}" dt="2026-03-24T04:18:55.562" v="104" actId="14100"/>
          <ac:picMkLst>
            <pc:docMk/>
            <pc:sldMk cId="2650013312" sldId="406"/>
            <ac:picMk id="4" creationId="{8A968D78-A9FB-58AA-57C2-687B2BC3EDB1}"/>
          </ac:picMkLst>
        </pc:picChg>
      </pc:sldChg>
      <pc:sldChg chg="modSp mod">
        <pc:chgData name="Anthony Pacheco" userId="fdf46b62-f4f9-461f-bfbc-c3446c220a65" providerId="ADAL" clId="{46C61306-57F8-4F30-B63F-8877BEB9A9E1}" dt="2026-03-24T04:20:49.588" v="127" actId="14100"/>
        <pc:sldMkLst>
          <pc:docMk/>
          <pc:sldMk cId="1773535094" sldId="407"/>
        </pc:sldMkLst>
        <pc:picChg chg="mod">
          <ac:chgData name="Anthony Pacheco" userId="fdf46b62-f4f9-461f-bfbc-c3446c220a65" providerId="ADAL" clId="{46C61306-57F8-4F30-B63F-8877BEB9A9E1}" dt="2026-03-24T04:20:49.588" v="127" actId="14100"/>
          <ac:picMkLst>
            <pc:docMk/>
            <pc:sldMk cId="1773535094" sldId="407"/>
            <ac:picMk id="4" creationId="{767CEC2E-5F4A-5A6C-26B5-2B12A090B3F9}"/>
          </ac:picMkLst>
        </pc:picChg>
      </pc:sldChg>
      <pc:sldChg chg="modSp mod">
        <pc:chgData name="Anthony Pacheco" userId="fdf46b62-f4f9-461f-bfbc-c3446c220a65" providerId="ADAL" clId="{46C61306-57F8-4F30-B63F-8877BEB9A9E1}" dt="2026-03-26T04:06:37.638" v="188" actId="14100"/>
        <pc:sldMkLst>
          <pc:docMk/>
          <pc:sldMk cId="3993841296" sldId="408"/>
        </pc:sldMkLst>
        <pc:spChg chg="mod">
          <ac:chgData name="Anthony Pacheco" userId="fdf46b62-f4f9-461f-bfbc-c3446c220a65" providerId="ADAL" clId="{46C61306-57F8-4F30-B63F-8877BEB9A9E1}" dt="2026-03-26T04:06:27.403" v="186" actId="255"/>
          <ac:spMkLst>
            <pc:docMk/>
            <pc:sldMk cId="3993841296" sldId="408"/>
            <ac:spMk id="2" creationId="{73B89FA0-BA8B-B89F-5646-97971A0F570F}"/>
          </ac:spMkLst>
        </pc:spChg>
        <pc:picChg chg="mod">
          <ac:chgData name="Anthony Pacheco" userId="fdf46b62-f4f9-461f-bfbc-c3446c220a65" providerId="ADAL" clId="{46C61306-57F8-4F30-B63F-8877BEB9A9E1}" dt="2026-03-26T04:06:37.638" v="188" actId="14100"/>
          <ac:picMkLst>
            <pc:docMk/>
            <pc:sldMk cId="3993841296" sldId="408"/>
            <ac:picMk id="4" creationId="{98EC674F-020D-EBDC-B481-8A339FE42FF2}"/>
          </ac:picMkLst>
        </pc:picChg>
      </pc:sldChg>
      <pc:sldChg chg="modSp mod">
        <pc:chgData name="Anthony Pacheco" userId="fdf46b62-f4f9-461f-bfbc-c3446c220a65" providerId="ADAL" clId="{46C61306-57F8-4F30-B63F-8877BEB9A9E1}" dt="2026-03-26T04:00:44.501" v="159" actId="14100"/>
        <pc:sldMkLst>
          <pc:docMk/>
          <pc:sldMk cId="1318877529" sldId="433"/>
        </pc:sldMkLst>
        <pc:spChg chg="mod">
          <ac:chgData name="Anthony Pacheco" userId="fdf46b62-f4f9-461f-bfbc-c3446c220a65" providerId="ADAL" clId="{46C61306-57F8-4F30-B63F-8877BEB9A9E1}" dt="2026-03-26T04:00:39.631" v="158" actId="255"/>
          <ac:spMkLst>
            <pc:docMk/>
            <pc:sldMk cId="1318877529" sldId="433"/>
            <ac:spMk id="2" creationId="{6C9D3480-C9DB-84C3-6FCB-BA6A48A4A0CE}"/>
          </ac:spMkLst>
        </pc:spChg>
        <pc:picChg chg="mod">
          <ac:chgData name="Anthony Pacheco" userId="fdf46b62-f4f9-461f-bfbc-c3446c220a65" providerId="ADAL" clId="{46C61306-57F8-4F30-B63F-8877BEB9A9E1}" dt="2026-03-26T04:00:44.501" v="159" actId="14100"/>
          <ac:picMkLst>
            <pc:docMk/>
            <pc:sldMk cId="1318877529" sldId="433"/>
            <ac:picMk id="4" creationId="{1D2478D7-6C11-D352-72CB-8286FC1EE81E}"/>
          </ac:picMkLst>
        </pc:picChg>
      </pc:sldChg>
      <pc:sldChg chg="modSp mod">
        <pc:chgData name="Anthony Pacheco" userId="fdf46b62-f4f9-461f-bfbc-c3446c220a65" providerId="ADAL" clId="{46C61306-57F8-4F30-B63F-8877BEB9A9E1}" dt="2026-03-24T04:12:34.472" v="40" actId="113"/>
        <pc:sldMkLst>
          <pc:docMk/>
          <pc:sldMk cId="1749017273" sldId="434"/>
        </pc:sldMkLst>
        <pc:spChg chg="mod">
          <ac:chgData name="Anthony Pacheco" userId="fdf46b62-f4f9-461f-bfbc-c3446c220a65" providerId="ADAL" clId="{46C61306-57F8-4F30-B63F-8877BEB9A9E1}" dt="2026-03-24T04:12:34.472" v="40" actId="113"/>
          <ac:spMkLst>
            <pc:docMk/>
            <pc:sldMk cId="1749017273" sldId="434"/>
            <ac:spMk id="3" creationId="{4160EACC-1A92-B01A-2448-CB637207DC6E}"/>
          </ac:spMkLst>
        </pc:spChg>
      </pc:sldChg>
      <pc:sldChg chg="modSp mod">
        <pc:chgData name="Anthony Pacheco" userId="fdf46b62-f4f9-461f-bfbc-c3446c220a65" providerId="ADAL" clId="{46C61306-57F8-4F30-B63F-8877BEB9A9E1}" dt="2026-03-24T04:14:13.663" v="47" actId="14100"/>
        <pc:sldMkLst>
          <pc:docMk/>
          <pc:sldMk cId="1156045495" sldId="435"/>
        </pc:sldMkLst>
        <pc:spChg chg="mod">
          <ac:chgData name="Anthony Pacheco" userId="fdf46b62-f4f9-461f-bfbc-c3446c220a65" providerId="ADAL" clId="{46C61306-57F8-4F30-B63F-8877BEB9A9E1}" dt="2026-03-24T04:14:13.663" v="47" actId="14100"/>
          <ac:spMkLst>
            <pc:docMk/>
            <pc:sldMk cId="1156045495" sldId="435"/>
            <ac:spMk id="3" creationId="{9AF21726-A382-42DE-DECB-6ECBB9F30631}"/>
          </ac:spMkLst>
        </pc:spChg>
      </pc:sldChg>
      <pc:sldChg chg="modSp mod">
        <pc:chgData name="Anthony Pacheco" userId="fdf46b62-f4f9-461f-bfbc-c3446c220a65" providerId="ADAL" clId="{46C61306-57F8-4F30-B63F-8877BEB9A9E1}" dt="2026-03-24T04:14:31.691" v="51" actId="113"/>
        <pc:sldMkLst>
          <pc:docMk/>
          <pc:sldMk cId="3377164462" sldId="436"/>
        </pc:sldMkLst>
        <pc:spChg chg="mod">
          <ac:chgData name="Anthony Pacheco" userId="fdf46b62-f4f9-461f-bfbc-c3446c220a65" providerId="ADAL" clId="{46C61306-57F8-4F30-B63F-8877BEB9A9E1}" dt="2026-03-24T04:14:31.691" v="51" actId="113"/>
          <ac:spMkLst>
            <pc:docMk/>
            <pc:sldMk cId="3377164462" sldId="436"/>
            <ac:spMk id="3" creationId="{04B33584-5BC7-A5EF-0DD0-1EA4B7B7EA7B}"/>
          </ac:spMkLst>
        </pc:spChg>
      </pc:sldChg>
      <pc:sldChg chg="modSp mod">
        <pc:chgData name="Anthony Pacheco" userId="fdf46b62-f4f9-461f-bfbc-c3446c220a65" providerId="ADAL" clId="{46C61306-57F8-4F30-B63F-8877BEB9A9E1}" dt="2026-03-24T04:14:47.287" v="54" actId="113"/>
        <pc:sldMkLst>
          <pc:docMk/>
          <pc:sldMk cId="3377585087" sldId="437"/>
        </pc:sldMkLst>
        <pc:spChg chg="mod">
          <ac:chgData name="Anthony Pacheco" userId="fdf46b62-f4f9-461f-bfbc-c3446c220a65" providerId="ADAL" clId="{46C61306-57F8-4F30-B63F-8877BEB9A9E1}" dt="2026-03-24T04:14:47.287" v="54" actId="113"/>
          <ac:spMkLst>
            <pc:docMk/>
            <pc:sldMk cId="3377585087" sldId="437"/>
            <ac:spMk id="3" creationId="{B7FC2C85-16F1-919C-DDF2-32A454D04A19}"/>
          </ac:spMkLst>
        </pc:spChg>
      </pc:sldChg>
      <pc:sldChg chg="modSp mod">
        <pc:chgData name="Anthony Pacheco" userId="fdf46b62-f4f9-461f-bfbc-c3446c220a65" providerId="ADAL" clId="{46C61306-57F8-4F30-B63F-8877BEB9A9E1}" dt="2026-03-24T04:15:35.318" v="62" actId="113"/>
        <pc:sldMkLst>
          <pc:docMk/>
          <pc:sldMk cId="290052978" sldId="438"/>
        </pc:sldMkLst>
        <pc:spChg chg="mod">
          <ac:chgData name="Anthony Pacheco" userId="fdf46b62-f4f9-461f-bfbc-c3446c220a65" providerId="ADAL" clId="{46C61306-57F8-4F30-B63F-8877BEB9A9E1}" dt="2026-03-24T04:15:35.318" v="62" actId="113"/>
          <ac:spMkLst>
            <pc:docMk/>
            <pc:sldMk cId="290052978" sldId="438"/>
            <ac:spMk id="3" creationId="{1CCA3CB2-ADE6-380E-EA32-3E27A7E82ED2}"/>
          </ac:spMkLst>
        </pc:spChg>
      </pc:sldChg>
      <pc:sldChg chg="modSp mod">
        <pc:chgData name="Anthony Pacheco" userId="fdf46b62-f4f9-461f-bfbc-c3446c220a65" providerId="ADAL" clId="{46C61306-57F8-4F30-B63F-8877BEB9A9E1}" dt="2026-03-24T04:15:40.971" v="63" actId="1076"/>
        <pc:sldMkLst>
          <pc:docMk/>
          <pc:sldMk cId="3847162695" sldId="439"/>
        </pc:sldMkLst>
        <pc:spChg chg="mod">
          <ac:chgData name="Anthony Pacheco" userId="fdf46b62-f4f9-461f-bfbc-c3446c220a65" providerId="ADAL" clId="{46C61306-57F8-4F30-B63F-8877BEB9A9E1}" dt="2026-03-24T04:15:40.971" v="63" actId="1076"/>
          <ac:spMkLst>
            <pc:docMk/>
            <pc:sldMk cId="3847162695" sldId="439"/>
            <ac:spMk id="3" creationId="{7D9FDBCE-80DE-67CE-5CCC-89771D031C4C}"/>
          </ac:spMkLst>
        </pc:spChg>
      </pc:sldChg>
      <pc:sldChg chg="modSp mod">
        <pc:chgData name="Anthony Pacheco" userId="fdf46b62-f4f9-461f-bfbc-c3446c220a65" providerId="ADAL" clId="{46C61306-57F8-4F30-B63F-8877BEB9A9E1}" dt="2026-03-24T04:15:56.714" v="66" actId="113"/>
        <pc:sldMkLst>
          <pc:docMk/>
          <pc:sldMk cId="2170994166" sldId="440"/>
        </pc:sldMkLst>
        <pc:spChg chg="mod">
          <ac:chgData name="Anthony Pacheco" userId="fdf46b62-f4f9-461f-bfbc-c3446c220a65" providerId="ADAL" clId="{46C61306-57F8-4F30-B63F-8877BEB9A9E1}" dt="2026-03-24T04:15:56.714" v="66" actId="113"/>
          <ac:spMkLst>
            <pc:docMk/>
            <pc:sldMk cId="2170994166" sldId="440"/>
            <ac:spMk id="3" creationId="{63C4E9FC-EDED-4ECD-B267-3AC46F927F49}"/>
          </ac:spMkLst>
        </pc:spChg>
      </pc:sldChg>
      <pc:sldChg chg="modSp mod">
        <pc:chgData name="Anthony Pacheco" userId="fdf46b62-f4f9-461f-bfbc-c3446c220a65" providerId="ADAL" clId="{46C61306-57F8-4F30-B63F-8877BEB9A9E1}" dt="2026-03-24T04:16:05.050" v="68" actId="1076"/>
        <pc:sldMkLst>
          <pc:docMk/>
          <pc:sldMk cId="3958454959" sldId="441"/>
        </pc:sldMkLst>
        <pc:spChg chg="mod">
          <ac:chgData name="Anthony Pacheco" userId="fdf46b62-f4f9-461f-bfbc-c3446c220a65" providerId="ADAL" clId="{46C61306-57F8-4F30-B63F-8877BEB9A9E1}" dt="2026-03-24T04:16:05.050" v="68" actId="1076"/>
          <ac:spMkLst>
            <pc:docMk/>
            <pc:sldMk cId="3958454959" sldId="441"/>
            <ac:spMk id="3" creationId="{A92019AE-6750-0547-A3A3-AA51FF32237E}"/>
          </ac:spMkLst>
        </pc:spChg>
      </pc:sldChg>
      <pc:sldChg chg="modSp mod">
        <pc:chgData name="Anthony Pacheco" userId="fdf46b62-f4f9-461f-bfbc-c3446c220a65" providerId="ADAL" clId="{46C61306-57F8-4F30-B63F-8877BEB9A9E1}" dt="2026-03-24T04:16:32.314" v="74" actId="113"/>
        <pc:sldMkLst>
          <pc:docMk/>
          <pc:sldMk cId="185083437" sldId="442"/>
        </pc:sldMkLst>
        <pc:spChg chg="mod">
          <ac:chgData name="Anthony Pacheco" userId="fdf46b62-f4f9-461f-bfbc-c3446c220a65" providerId="ADAL" clId="{46C61306-57F8-4F30-B63F-8877BEB9A9E1}" dt="2026-03-24T04:16:32.314" v="74" actId="113"/>
          <ac:spMkLst>
            <pc:docMk/>
            <pc:sldMk cId="185083437" sldId="442"/>
            <ac:spMk id="3" creationId="{7CE94C50-9A49-3357-A091-2B14CA40D7BC}"/>
          </ac:spMkLst>
        </pc:spChg>
      </pc:sldChg>
      <pc:sldChg chg="modSp mod">
        <pc:chgData name="Anthony Pacheco" userId="fdf46b62-f4f9-461f-bfbc-c3446c220a65" providerId="ADAL" clId="{46C61306-57F8-4F30-B63F-8877BEB9A9E1}" dt="2026-03-24T04:16:56.950" v="79" actId="113"/>
        <pc:sldMkLst>
          <pc:docMk/>
          <pc:sldMk cId="1631166977" sldId="443"/>
        </pc:sldMkLst>
        <pc:spChg chg="mod">
          <ac:chgData name="Anthony Pacheco" userId="fdf46b62-f4f9-461f-bfbc-c3446c220a65" providerId="ADAL" clId="{46C61306-57F8-4F30-B63F-8877BEB9A9E1}" dt="2026-03-24T04:16:56.950" v="79" actId="113"/>
          <ac:spMkLst>
            <pc:docMk/>
            <pc:sldMk cId="1631166977" sldId="443"/>
            <ac:spMk id="3" creationId="{2FC41748-9582-0985-1F23-C6380E6C998D}"/>
          </ac:spMkLst>
        </pc:spChg>
      </pc:sldChg>
      <pc:sldChg chg="modSp mod">
        <pc:chgData name="Anthony Pacheco" userId="fdf46b62-f4f9-461f-bfbc-c3446c220a65" providerId="ADAL" clId="{46C61306-57F8-4F30-B63F-8877BEB9A9E1}" dt="2026-03-24T04:17:21.598" v="84" actId="113"/>
        <pc:sldMkLst>
          <pc:docMk/>
          <pc:sldMk cId="601221365" sldId="444"/>
        </pc:sldMkLst>
        <pc:spChg chg="mod">
          <ac:chgData name="Anthony Pacheco" userId="fdf46b62-f4f9-461f-bfbc-c3446c220a65" providerId="ADAL" clId="{46C61306-57F8-4F30-B63F-8877BEB9A9E1}" dt="2026-03-24T04:17:21.598" v="84" actId="113"/>
          <ac:spMkLst>
            <pc:docMk/>
            <pc:sldMk cId="601221365" sldId="444"/>
            <ac:spMk id="3" creationId="{8E55D933-1E6E-5085-9F88-C10AF6AFDD12}"/>
          </ac:spMkLst>
        </pc:spChg>
      </pc:sldChg>
      <pc:sldChg chg="modSp mod">
        <pc:chgData name="Anthony Pacheco" userId="fdf46b62-f4f9-461f-bfbc-c3446c220a65" providerId="ADAL" clId="{46C61306-57F8-4F30-B63F-8877BEB9A9E1}" dt="2026-03-24T04:17:54.766" v="91" actId="14100"/>
        <pc:sldMkLst>
          <pc:docMk/>
          <pc:sldMk cId="3106630975" sldId="445"/>
        </pc:sldMkLst>
        <pc:spChg chg="mod">
          <ac:chgData name="Anthony Pacheco" userId="fdf46b62-f4f9-461f-bfbc-c3446c220a65" providerId="ADAL" clId="{46C61306-57F8-4F30-B63F-8877BEB9A9E1}" dt="2026-03-24T04:17:54.766" v="91" actId="14100"/>
          <ac:spMkLst>
            <pc:docMk/>
            <pc:sldMk cId="3106630975" sldId="445"/>
            <ac:spMk id="3" creationId="{9366CFDE-EBA7-49FD-523B-D19EA6F61943}"/>
          </ac:spMkLst>
        </pc:spChg>
      </pc:sldChg>
      <pc:sldChg chg="modSp mod">
        <pc:chgData name="Anthony Pacheco" userId="fdf46b62-f4f9-461f-bfbc-c3446c220a65" providerId="ADAL" clId="{46C61306-57F8-4F30-B63F-8877BEB9A9E1}" dt="2026-03-24T04:18:07.301" v="94" actId="113"/>
        <pc:sldMkLst>
          <pc:docMk/>
          <pc:sldMk cId="486517432" sldId="446"/>
        </pc:sldMkLst>
        <pc:spChg chg="mod">
          <ac:chgData name="Anthony Pacheco" userId="fdf46b62-f4f9-461f-bfbc-c3446c220a65" providerId="ADAL" clId="{46C61306-57F8-4F30-B63F-8877BEB9A9E1}" dt="2026-03-24T04:18:07.301" v="94" actId="113"/>
          <ac:spMkLst>
            <pc:docMk/>
            <pc:sldMk cId="486517432" sldId="446"/>
            <ac:spMk id="3" creationId="{271BC9B0-D2A6-D32E-1624-1E0DB435491B}"/>
          </ac:spMkLst>
        </pc:spChg>
      </pc:sldChg>
      <pc:sldChg chg="modSp mod">
        <pc:chgData name="Anthony Pacheco" userId="fdf46b62-f4f9-461f-bfbc-c3446c220a65" providerId="ADAL" clId="{46C61306-57F8-4F30-B63F-8877BEB9A9E1}" dt="2026-03-24T04:18:16.865" v="96" actId="113"/>
        <pc:sldMkLst>
          <pc:docMk/>
          <pc:sldMk cId="2159532053" sldId="447"/>
        </pc:sldMkLst>
        <pc:spChg chg="mod">
          <ac:chgData name="Anthony Pacheco" userId="fdf46b62-f4f9-461f-bfbc-c3446c220a65" providerId="ADAL" clId="{46C61306-57F8-4F30-B63F-8877BEB9A9E1}" dt="2026-03-24T04:18:16.865" v="96" actId="113"/>
          <ac:spMkLst>
            <pc:docMk/>
            <pc:sldMk cId="2159532053" sldId="447"/>
            <ac:spMk id="3" creationId="{8EF4B153-3612-4796-84BB-F1293AD40BE7}"/>
          </ac:spMkLst>
        </pc:spChg>
      </pc:sldChg>
      <pc:sldChg chg="modSp mod">
        <pc:chgData name="Anthony Pacheco" userId="fdf46b62-f4f9-461f-bfbc-c3446c220a65" providerId="ADAL" clId="{46C61306-57F8-4F30-B63F-8877BEB9A9E1}" dt="2026-03-24T04:18:24.059" v="97" actId="1076"/>
        <pc:sldMkLst>
          <pc:docMk/>
          <pc:sldMk cId="586511857" sldId="448"/>
        </pc:sldMkLst>
        <pc:spChg chg="mod">
          <ac:chgData name="Anthony Pacheco" userId="fdf46b62-f4f9-461f-bfbc-c3446c220a65" providerId="ADAL" clId="{46C61306-57F8-4F30-B63F-8877BEB9A9E1}" dt="2026-03-24T04:18:24.059" v="97" actId="1076"/>
          <ac:spMkLst>
            <pc:docMk/>
            <pc:sldMk cId="586511857" sldId="448"/>
            <ac:spMk id="3" creationId="{D4060EBF-B068-47B5-48D7-B272887C83AC}"/>
          </ac:spMkLst>
        </pc:spChg>
      </pc:sldChg>
      <pc:sldChg chg="modSp mod">
        <pc:chgData name="Anthony Pacheco" userId="fdf46b62-f4f9-461f-bfbc-c3446c220a65" providerId="ADAL" clId="{46C61306-57F8-4F30-B63F-8877BEB9A9E1}" dt="2026-03-24T04:18:50.457" v="103" actId="113"/>
        <pc:sldMkLst>
          <pc:docMk/>
          <pc:sldMk cId="3126974993" sldId="449"/>
        </pc:sldMkLst>
        <pc:spChg chg="mod">
          <ac:chgData name="Anthony Pacheco" userId="fdf46b62-f4f9-461f-bfbc-c3446c220a65" providerId="ADAL" clId="{46C61306-57F8-4F30-B63F-8877BEB9A9E1}" dt="2026-03-24T04:18:50.457" v="103" actId="113"/>
          <ac:spMkLst>
            <pc:docMk/>
            <pc:sldMk cId="3126974993" sldId="449"/>
            <ac:spMk id="3" creationId="{682D9F7F-610D-0B46-DD9C-F3E94E4B9AEB}"/>
          </ac:spMkLst>
        </pc:spChg>
      </pc:sldChg>
      <pc:sldChg chg="modSp mod">
        <pc:chgData name="Anthony Pacheco" userId="fdf46b62-f4f9-461f-bfbc-c3446c220a65" providerId="ADAL" clId="{46C61306-57F8-4F30-B63F-8877BEB9A9E1}" dt="2026-03-24T04:19:04.685" v="105" actId="14100"/>
        <pc:sldMkLst>
          <pc:docMk/>
          <pc:sldMk cId="4093059358" sldId="450"/>
        </pc:sldMkLst>
        <pc:picChg chg="mod">
          <ac:chgData name="Anthony Pacheco" userId="fdf46b62-f4f9-461f-bfbc-c3446c220a65" providerId="ADAL" clId="{46C61306-57F8-4F30-B63F-8877BEB9A9E1}" dt="2026-03-24T04:19:04.685" v="105" actId="14100"/>
          <ac:picMkLst>
            <pc:docMk/>
            <pc:sldMk cId="4093059358" sldId="450"/>
            <ac:picMk id="4" creationId="{341570B1-5E48-E585-3495-19DADE8AF967}"/>
          </ac:picMkLst>
        </pc:picChg>
      </pc:sldChg>
      <pc:sldChg chg="modSp mod">
        <pc:chgData name="Anthony Pacheco" userId="fdf46b62-f4f9-461f-bfbc-c3446c220a65" providerId="ADAL" clId="{46C61306-57F8-4F30-B63F-8877BEB9A9E1}" dt="2026-03-24T04:19:20.244" v="109" actId="113"/>
        <pc:sldMkLst>
          <pc:docMk/>
          <pc:sldMk cId="1172929871" sldId="451"/>
        </pc:sldMkLst>
        <pc:spChg chg="mod">
          <ac:chgData name="Anthony Pacheco" userId="fdf46b62-f4f9-461f-bfbc-c3446c220a65" providerId="ADAL" clId="{46C61306-57F8-4F30-B63F-8877BEB9A9E1}" dt="2026-03-24T04:19:20.244" v="109" actId="113"/>
          <ac:spMkLst>
            <pc:docMk/>
            <pc:sldMk cId="1172929871" sldId="451"/>
            <ac:spMk id="3" creationId="{63919648-5183-7FF4-76D4-FBE59E2BB3F6}"/>
          </ac:spMkLst>
        </pc:spChg>
      </pc:sldChg>
      <pc:sldChg chg="modSp mod">
        <pc:chgData name="Anthony Pacheco" userId="fdf46b62-f4f9-461f-bfbc-c3446c220a65" providerId="ADAL" clId="{46C61306-57F8-4F30-B63F-8877BEB9A9E1}" dt="2026-03-24T04:19:35.625" v="112" actId="113"/>
        <pc:sldMkLst>
          <pc:docMk/>
          <pc:sldMk cId="3250549375" sldId="452"/>
        </pc:sldMkLst>
        <pc:spChg chg="mod">
          <ac:chgData name="Anthony Pacheco" userId="fdf46b62-f4f9-461f-bfbc-c3446c220a65" providerId="ADAL" clId="{46C61306-57F8-4F30-B63F-8877BEB9A9E1}" dt="2026-03-24T04:19:35.625" v="112" actId="113"/>
          <ac:spMkLst>
            <pc:docMk/>
            <pc:sldMk cId="3250549375" sldId="452"/>
            <ac:spMk id="3" creationId="{54F8DF5F-37A0-4ACA-B249-CFFA7718DFFF}"/>
          </ac:spMkLst>
        </pc:spChg>
      </pc:sldChg>
      <pc:sldChg chg="modSp mod">
        <pc:chgData name="Anthony Pacheco" userId="fdf46b62-f4f9-461f-bfbc-c3446c220a65" providerId="ADAL" clId="{46C61306-57F8-4F30-B63F-8877BEB9A9E1}" dt="2026-03-24T04:20:03.573" v="118" actId="113"/>
        <pc:sldMkLst>
          <pc:docMk/>
          <pc:sldMk cId="2081063520" sldId="453"/>
        </pc:sldMkLst>
        <pc:spChg chg="mod">
          <ac:chgData name="Anthony Pacheco" userId="fdf46b62-f4f9-461f-bfbc-c3446c220a65" providerId="ADAL" clId="{46C61306-57F8-4F30-B63F-8877BEB9A9E1}" dt="2026-03-24T04:20:03.573" v="118" actId="113"/>
          <ac:spMkLst>
            <pc:docMk/>
            <pc:sldMk cId="2081063520" sldId="453"/>
            <ac:spMk id="3" creationId="{7021E226-D572-7487-396D-A9BD0B9A71D9}"/>
          </ac:spMkLst>
        </pc:spChg>
      </pc:sldChg>
      <pc:sldChg chg="modSp mod">
        <pc:chgData name="Anthony Pacheco" userId="fdf46b62-f4f9-461f-bfbc-c3446c220a65" providerId="ADAL" clId="{46C61306-57F8-4F30-B63F-8877BEB9A9E1}" dt="2026-03-24T04:20:36.129" v="124" actId="113"/>
        <pc:sldMkLst>
          <pc:docMk/>
          <pc:sldMk cId="1781286822" sldId="454"/>
        </pc:sldMkLst>
        <pc:spChg chg="mod">
          <ac:chgData name="Anthony Pacheco" userId="fdf46b62-f4f9-461f-bfbc-c3446c220a65" providerId="ADAL" clId="{46C61306-57F8-4F30-B63F-8877BEB9A9E1}" dt="2026-03-24T04:20:36.129" v="124" actId="113"/>
          <ac:spMkLst>
            <pc:docMk/>
            <pc:sldMk cId="1781286822" sldId="454"/>
            <ac:spMk id="3" creationId="{173467DA-71A4-4F59-2701-7A68EF4B4E3E}"/>
          </ac:spMkLst>
        </pc:spChg>
      </pc:sldChg>
      <pc:sldChg chg="modSp mod">
        <pc:chgData name="Anthony Pacheco" userId="fdf46b62-f4f9-461f-bfbc-c3446c220a65" providerId="ADAL" clId="{46C61306-57F8-4F30-B63F-8877BEB9A9E1}" dt="2026-03-24T04:20:44.772" v="126" actId="113"/>
        <pc:sldMkLst>
          <pc:docMk/>
          <pc:sldMk cId="544433615" sldId="455"/>
        </pc:sldMkLst>
        <pc:spChg chg="mod">
          <ac:chgData name="Anthony Pacheco" userId="fdf46b62-f4f9-461f-bfbc-c3446c220a65" providerId="ADAL" clId="{46C61306-57F8-4F30-B63F-8877BEB9A9E1}" dt="2026-03-24T04:20:44.772" v="126" actId="113"/>
          <ac:spMkLst>
            <pc:docMk/>
            <pc:sldMk cId="544433615" sldId="455"/>
            <ac:spMk id="3" creationId="{9DF2C7DA-799D-B274-AC8D-929BE60DE5AC}"/>
          </ac:spMkLst>
        </pc:spChg>
      </pc:sldChg>
      <pc:sldChg chg="modSp mod">
        <pc:chgData name="Anthony Pacheco" userId="fdf46b62-f4f9-461f-bfbc-c3446c220a65" providerId="ADAL" clId="{46C61306-57F8-4F30-B63F-8877BEB9A9E1}" dt="2026-03-24T04:21:15.044" v="131" actId="113"/>
        <pc:sldMkLst>
          <pc:docMk/>
          <pc:sldMk cId="2028383071" sldId="456"/>
        </pc:sldMkLst>
        <pc:spChg chg="mod">
          <ac:chgData name="Anthony Pacheco" userId="fdf46b62-f4f9-461f-bfbc-c3446c220a65" providerId="ADAL" clId="{46C61306-57F8-4F30-B63F-8877BEB9A9E1}" dt="2026-03-24T04:21:15.044" v="131" actId="113"/>
          <ac:spMkLst>
            <pc:docMk/>
            <pc:sldMk cId="2028383071" sldId="456"/>
            <ac:spMk id="3" creationId="{75283B61-CCDB-04B3-60C0-341C93CF95CA}"/>
          </ac:spMkLst>
        </pc:spChg>
      </pc:sldChg>
      <pc:sldChg chg="modSp mod">
        <pc:chgData name="Anthony Pacheco" userId="fdf46b62-f4f9-461f-bfbc-c3446c220a65" providerId="ADAL" clId="{46C61306-57F8-4F30-B63F-8877BEB9A9E1}" dt="2026-03-24T04:21:47.889" v="135" actId="113"/>
        <pc:sldMkLst>
          <pc:docMk/>
          <pc:sldMk cId="308986467" sldId="457"/>
        </pc:sldMkLst>
        <pc:spChg chg="mod">
          <ac:chgData name="Anthony Pacheco" userId="fdf46b62-f4f9-461f-bfbc-c3446c220a65" providerId="ADAL" clId="{46C61306-57F8-4F30-B63F-8877BEB9A9E1}" dt="2026-03-24T04:21:47.889" v="135" actId="113"/>
          <ac:spMkLst>
            <pc:docMk/>
            <pc:sldMk cId="308986467" sldId="457"/>
            <ac:spMk id="3" creationId="{6B68BD20-E1D3-1B8F-4792-36765DC5F9F2}"/>
          </ac:spMkLst>
        </pc:spChg>
      </pc:sldChg>
      <pc:sldChg chg="addSp modSp mod">
        <pc:chgData name="Anthony Pacheco" userId="fdf46b62-f4f9-461f-bfbc-c3446c220a65" providerId="ADAL" clId="{46C61306-57F8-4F30-B63F-8877BEB9A9E1}" dt="2026-03-24T04:22:17.952" v="138" actId="113"/>
        <pc:sldMkLst>
          <pc:docMk/>
          <pc:sldMk cId="2518761514" sldId="458"/>
        </pc:sldMkLst>
        <pc:spChg chg="mod">
          <ac:chgData name="Anthony Pacheco" userId="fdf46b62-f4f9-461f-bfbc-c3446c220a65" providerId="ADAL" clId="{46C61306-57F8-4F30-B63F-8877BEB9A9E1}" dt="2026-03-24T04:05:08.599" v="13" actId="1076"/>
          <ac:spMkLst>
            <pc:docMk/>
            <pc:sldMk cId="2518761514" sldId="458"/>
            <ac:spMk id="2" creationId="{9A8807B9-189A-8A4B-5AB4-303AFAD12DA6}"/>
          </ac:spMkLst>
        </pc:spChg>
        <pc:spChg chg="mod">
          <ac:chgData name="Anthony Pacheco" userId="fdf46b62-f4f9-461f-bfbc-c3446c220a65" providerId="ADAL" clId="{46C61306-57F8-4F30-B63F-8877BEB9A9E1}" dt="2026-03-24T04:22:17.952" v="138" actId="113"/>
          <ac:spMkLst>
            <pc:docMk/>
            <pc:sldMk cId="2518761514" sldId="458"/>
            <ac:spMk id="3" creationId="{59236245-D83D-C65D-AAE5-337AA130C95C}"/>
          </ac:spMkLst>
        </pc:spChg>
        <pc:spChg chg="add mod">
          <ac:chgData name="Anthony Pacheco" userId="fdf46b62-f4f9-461f-bfbc-c3446c220a65" providerId="ADAL" clId="{46C61306-57F8-4F30-B63F-8877BEB9A9E1}" dt="2026-03-24T04:11:00.793" v="26" actId="14100"/>
          <ac:spMkLst>
            <pc:docMk/>
            <pc:sldMk cId="2518761514" sldId="458"/>
            <ac:spMk id="5" creationId="{E05AD8FA-259D-8257-62A0-CB7C393852C3}"/>
          </ac:spMkLst>
        </pc:spChg>
      </pc:sldChg>
      <pc:sldChg chg="modSp mod">
        <pc:chgData name="Anthony Pacheco" userId="fdf46b62-f4f9-461f-bfbc-c3446c220a65" providerId="ADAL" clId="{46C61306-57F8-4F30-B63F-8877BEB9A9E1}" dt="2026-03-26T03:55:24.742" v="141" actId="113"/>
        <pc:sldMkLst>
          <pc:docMk/>
          <pc:sldMk cId="3068694631" sldId="459"/>
        </pc:sldMkLst>
        <pc:spChg chg="mod">
          <ac:chgData name="Anthony Pacheco" userId="fdf46b62-f4f9-461f-bfbc-c3446c220a65" providerId="ADAL" clId="{46C61306-57F8-4F30-B63F-8877BEB9A9E1}" dt="2026-03-26T03:55:24.742" v="141" actId="113"/>
          <ac:spMkLst>
            <pc:docMk/>
            <pc:sldMk cId="3068694631" sldId="459"/>
            <ac:spMk id="3" creationId="{82EA112D-B67A-E339-6F39-DD218185D142}"/>
          </ac:spMkLst>
        </pc:spChg>
      </pc:sldChg>
      <pc:sldChg chg="modSp mod">
        <pc:chgData name="Anthony Pacheco" userId="fdf46b62-f4f9-461f-bfbc-c3446c220a65" providerId="ADAL" clId="{46C61306-57F8-4F30-B63F-8877BEB9A9E1}" dt="2026-03-26T03:56:01.937" v="144" actId="113"/>
        <pc:sldMkLst>
          <pc:docMk/>
          <pc:sldMk cId="2840548191" sldId="460"/>
        </pc:sldMkLst>
        <pc:spChg chg="mod">
          <ac:chgData name="Anthony Pacheco" userId="fdf46b62-f4f9-461f-bfbc-c3446c220a65" providerId="ADAL" clId="{46C61306-57F8-4F30-B63F-8877BEB9A9E1}" dt="2026-03-26T03:56:01.937" v="144" actId="113"/>
          <ac:spMkLst>
            <pc:docMk/>
            <pc:sldMk cId="2840548191" sldId="460"/>
            <ac:spMk id="3" creationId="{E1B000E7-63C1-4DBF-74F8-5AA4F6598953}"/>
          </ac:spMkLst>
        </pc:spChg>
      </pc:sldChg>
      <pc:sldChg chg="modSp mod">
        <pc:chgData name="Anthony Pacheco" userId="fdf46b62-f4f9-461f-bfbc-c3446c220a65" providerId="ADAL" clId="{46C61306-57F8-4F30-B63F-8877BEB9A9E1}" dt="2026-03-26T03:56:25.521" v="148" actId="113"/>
        <pc:sldMkLst>
          <pc:docMk/>
          <pc:sldMk cId="600951795" sldId="461"/>
        </pc:sldMkLst>
        <pc:spChg chg="mod">
          <ac:chgData name="Anthony Pacheco" userId="fdf46b62-f4f9-461f-bfbc-c3446c220a65" providerId="ADAL" clId="{46C61306-57F8-4F30-B63F-8877BEB9A9E1}" dt="2026-03-26T03:56:25.521" v="148" actId="113"/>
          <ac:spMkLst>
            <pc:docMk/>
            <pc:sldMk cId="600951795" sldId="461"/>
            <ac:spMk id="3" creationId="{E8ADDE13-21F2-FA2C-58EC-40BB0BE6B8D6}"/>
          </ac:spMkLst>
        </pc:spChg>
      </pc:sldChg>
      <pc:sldChg chg="modSp mod">
        <pc:chgData name="Anthony Pacheco" userId="fdf46b62-f4f9-461f-bfbc-c3446c220a65" providerId="ADAL" clId="{46C61306-57F8-4F30-B63F-8877BEB9A9E1}" dt="2026-03-26T03:58:28.813" v="151" actId="113"/>
        <pc:sldMkLst>
          <pc:docMk/>
          <pc:sldMk cId="2200931463" sldId="462"/>
        </pc:sldMkLst>
        <pc:spChg chg="mod">
          <ac:chgData name="Anthony Pacheco" userId="fdf46b62-f4f9-461f-bfbc-c3446c220a65" providerId="ADAL" clId="{46C61306-57F8-4F30-B63F-8877BEB9A9E1}" dt="2026-03-26T03:58:28.813" v="151" actId="113"/>
          <ac:spMkLst>
            <pc:docMk/>
            <pc:sldMk cId="2200931463" sldId="462"/>
            <ac:spMk id="3" creationId="{8C074A23-9180-DB4C-C38D-5872AFD57092}"/>
          </ac:spMkLst>
        </pc:spChg>
      </pc:sldChg>
      <pc:sldChg chg="modSp mod">
        <pc:chgData name="Anthony Pacheco" userId="fdf46b62-f4f9-461f-bfbc-c3446c220a65" providerId="ADAL" clId="{46C61306-57F8-4F30-B63F-8877BEB9A9E1}" dt="2026-03-26T04:00:09.631" v="154" actId="113"/>
        <pc:sldMkLst>
          <pc:docMk/>
          <pc:sldMk cId="4238913585" sldId="463"/>
        </pc:sldMkLst>
        <pc:spChg chg="mod">
          <ac:chgData name="Anthony Pacheco" userId="fdf46b62-f4f9-461f-bfbc-c3446c220a65" providerId="ADAL" clId="{46C61306-57F8-4F30-B63F-8877BEB9A9E1}" dt="2026-03-26T04:00:09.631" v="154" actId="113"/>
          <ac:spMkLst>
            <pc:docMk/>
            <pc:sldMk cId="4238913585" sldId="463"/>
            <ac:spMk id="3" creationId="{CF9CC771-EEC1-8A81-5B61-ADEC803E4761}"/>
          </ac:spMkLst>
        </pc:spChg>
      </pc:sldChg>
      <pc:sldChg chg="modSp mod">
        <pc:chgData name="Anthony Pacheco" userId="fdf46b62-f4f9-461f-bfbc-c3446c220a65" providerId="ADAL" clId="{46C61306-57F8-4F30-B63F-8877BEB9A9E1}" dt="2026-03-26T04:00:27.800" v="157" actId="113"/>
        <pc:sldMkLst>
          <pc:docMk/>
          <pc:sldMk cId="2168570714" sldId="464"/>
        </pc:sldMkLst>
        <pc:spChg chg="mod">
          <ac:chgData name="Anthony Pacheco" userId="fdf46b62-f4f9-461f-bfbc-c3446c220a65" providerId="ADAL" clId="{46C61306-57F8-4F30-B63F-8877BEB9A9E1}" dt="2026-03-26T04:00:27.800" v="157" actId="113"/>
          <ac:spMkLst>
            <pc:docMk/>
            <pc:sldMk cId="2168570714" sldId="464"/>
            <ac:spMk id="3" creationId="{D3920B15-1CE4-F1C1-9647-88C4DF5ABBC7}"/>
          </ac:spMkLst>
        </pc:spChg>
      </pc:sldChg>
      <pc:sldChg chg="modSp mod">
        <pc:chgData name="Anthony Pacheco" userId="fdf46b62-f4f9-461f-bfbc-c3446c220a65" providerId="ADAL" clId="{46C61306-57F8-4F30-B63F-8877BEB9A9E1}" dt="2026-03-26T04:01:06.264" v="161" actId="113"/>
        <pc:sldMkLst>
          <pc:docMk/>
          <pc:sldMk cId="1885257361" sldId="465"/>
        </pc:sldMkLst>
        <pc:spChg chg="mod">
          <ac:chgData name="Anthony Pacheco" userId="fdf46b62-f4f9-461f-bfbc-c3446c220a65" providerId="ADAL" clId="{46C61306-57F8-4F30-B63F-8877BEB9A9E1}" dt="2026-03-26T04:01:00.717" v="160" actId="255"/>
          <ac:spMkLst>
            <pc:docMk/>
            <pc:sldMk cId="1885257361" sldId="465"/>
            <ac:spMk id="2" creationId="{08791DDF-EB57-6604-027D-C45F508B475E}"/>
          </ac:spMkLst>
        </pc:spChg>
        <pc:spChg chg="mod">
          <ac:chgData name="Anthony Pacheco" userId="fdf46b62-f4f9-461f-bfbc-c3446c220a65" providerId="ADAL" clId="{46C61306-57F8-4F30-B63F-8877BEB9A9E1}" dt="2026-03-26T04:01:06.264" v="161" actId="113"/>
          <ac:spMkLst>
            <pc:docMk/>
            <pc:sldMk cId="1885257361" sldId="465"/>
            <ac:spMk id="3" creationId="{EC7564D7-0B6B-5C94-CAFA-9EF6BEFFC87F}"/>
          </ac:spMkLst>
        </pc:spChg>
      </pc:sldChg>
      <pc:sldChg chg="modSp mod">
        <pc:chgData name="Anthony Pacheco" userId="fdf46b62-f4f9-461f-bfbc-c3446c220a65" providerId="ADAL" clId="{46C61306-57F8-4F30-B63F-8877BEB9A9E1}" dt="2026-03-26T04:03:34.011" v="164" actId="113"/>
        <pc:sldMkLst>
          <pc:docMk/>
          <pc:sldMk cId="1719933996" sldId="466"/>
        </pc:sldMkLst>
        <pc:spChg chg="mod">
          <ac:chgData name="Anthony Pacheco" userId="fdf46b62-f4f9-461f-bfbc-c3446c220a65" providerId="ADAL" clId="{46C61306-57F8-4F30-B63F-8877BEB9A9E1}" dt="2026-03-26T04:03:34.011" v="164" actId="113"/>
          <ac:spMkLst>
            <pc:docMk/>
            <pc:sldMk cId="1719933996" sldId="466"/>
            <ac:spMk id="3" creationId="{923DA326-7E6B-124C-41BC-2875069B2359}"/>
          </ac:spMkLst>
        </pc:spChg>
      </pc:sldChg>
      <pc:sldChg chg="modSp mod">
        <pc:chgData name="Anthony Pacheco" userId="fdf46b62-f4f9-461f-bfbc-c3446c220a65" providerId="ADAL" clId="{46C61306-57F8-4F30-B63F-8877BEB9A9E1}" dt="2026-03-26T04:03:42.768" v="166" actId="113"/>
        <pc:sldMkLst>
          <pc:docMk/>
          <pc:sldMk cId="3146205585" sldId="467"/>
        </pc:sldMkLst>
        <pc:spChg chg="mod">
          <ac:chgData name="Anthony Pacheco" userId="fdf46b62-f4f9-461f-bfbc-c3446c220a65" providerId="ADAL" clId="{46C61306-57F8-4F30-B63F-8877BEB9A9E1}" dt="2026-03-26T04:03:42.768" v="166" actId="113"/>
          <ac:spMkLst>
            <pc:docMk/>
            <pc:sldMk cId="3146205585" sldId="467"/>
            <ac:spMk id="3" creationId="{4F798F27-D61E-D68E-1B8A-EAF582CC9217}"/>
          </ac:spMkLst>
        </pc:spChg>
      </pc:sldChg>
      <pc:sldChg chg="modSp mod">
        <pc:chgData name="Anthony Pacheco" userId="fdf46b62-f4f9-461f-bfbc-c3446c220a65" providerId="ADAL" clId="{46C61306-57F8-4F30-B63F-8877BEB9A9E1}" dt="2026-03-26T04:04:10.638" v="169" actId="113"/>
        <pc:sldMkLst>
          <pc:docMk/>
          <pc:sldMk cId="2528420485" sldId="468"/>
        </pc:sldMkLst>
        <pc:spChg chg="mod">
          <ac:chgData name="Anthony Pacheco" userId="fdf46b62-f4f9-461f-bfbc-c3446c220a65" providerId="ADAL" clId="{46C61306-57F8-4F30-B63F-8877BEB9A9E1}" dt="2026-03-26T04:04:10.638" v="169" actId="113"/>
          <ac:spMkLst>
            <pc:docMk/>
            <pc:sldMk cId="2528420485" sldId="468"/>
            <ac:spMk id="3" creationId="{F58713AA-D403-B657-93AB-261215FFC80E}"/>
          </ac:spMkLst>
        </pc:spChg>
      </pc:sldChg>
      <pc:sldChg chg="modSp mod">
        <pc:chgData name="Anthony Pacheco" userId="fdf46b62-f4f9-461f-bfbc-c3446c220a65" providerId="ADAL" clId="{46C61306-57F8-4F30-B63F-8877BEB9A9E1}" dt="2026-03-26T04:04:19.339" v="170" actId="1076"/>
        <pc:sldMkLst>
          <pc:docMk/>
          <pc:sldMk cId="2689940828" sldId="469"/>
        </pc:sldMkLst>
        <pc:spChg chg="mod">
          <ac:chgData name="Anthony Pacheco" userId="fdf46b62-f4f9-461f-bfbc-c3446c220a65" providerId="ADAL" clId="{46C61306-57F8-4F30-B63F-8877BEB9A9E1}" dt="2026-03-26T04:04:19.339" v="170" actId="1076"/>
          <ac:spMkLst>
            <pc:docMk/>
            <pc:sldMk cId="2689940828" sldId="469"/>
            <ac:spMk id="3" creationId="{6E3D6C63-446C-A61D-E2C5-0FFEB7D27F88}"/>
          </ac:spMkLst>
        </pc:spChg>
      </pc:sldChg>
      <pc:sldChg chg="modSp mod">
        <pc:chgData name="Anthony Pacheco" userId="fdf46b62-f4f9-461f-bfbc-c3446c220a65" providerId="ADAL" clId="{46C61306-57F8-4F30-B63F-8877BEB9A9E1}" dt="2026-03-26T04:04:25.211" v="171" actId="1076"/>
        <pc:sldMkLst>
          <pc:docMk/>
          <pc:sldMk cId="1668741686" sldId="470"/>
        </pc:sldMkLst>
        <pc:spChg chg="mod">
          <ac:chgData name="Anthony Pacheco" userId="fdf46b62-f4f9-461f-bfbc-c3446c220a65" providerId="ADAL" clId="{46C61306-57F8-4F30-B63F-8877BEB9A9E1}" dt="2026-03-26T04:04:25.211" v="171" actId="1076"/>
          <ac:spMkLst>
            <pc:docMk/>
            <pc:sldMk cId="1668741686" sldId="470"/>
            <ac:spMk id="3" creationId="{48417C31-FC00-14CE-3E3F-38945863BE31}"/>
          </ac:spMkLst>
        </pc:spChg>
      </pc:sldChg>
      <pc:sldChg chg="modSp mod">
        <pc:chgData name="Anthony Pacheco" userId="fdf46b62-f4f9-461f-bfbc-c3446c220a65" providerId="ADAL" clId="{46C61306-57F8-4F30-B63F-8877BEB9A9E1}" dt="2026-03-26T04:05:36.939" v="175" actId="113"/>
        <pc:sldMkLst>
          <pc:docMk/>
          <pc:sldMk cId="781776513" sldId="471"/>
        </pc:sldMkLst>
        <pc:spChg chg="mod">
          <ac:chgData name="Anthony Pacheco" userId="fdf46b62-f4f9-461f-bfbc-c3446c220a65" providerId="ADAL" clId="{46C61306-57F8-4F30-B63F-8877BEB9A9E1}" dt="2026-03-26T04:05:36.939" v="175" actId="113"/>
          <ac:spMkLst>
            <pc:docMk/>
            <pc:sldMk cId="781776513" sldId="471"/>
            <ac:spMk id="3" creationId="{22976B26-F815-35E7-0A66-417610661C8A}"/>
          </ac:spMkLst>
        </pc:spChg>
      </pc:sldChg>
      <pc:sldChg chg="modSp mod">
        <pc:chgData name="Anthony Pacheco" userId="fdf46b62-f4f9-461f-bfbc-c3446c220a65" providerId="ADAL" clId="{46C61306-57F8-4F30-B63F-8877BEB9A9E1}" dt="2026-03-26T04:06:10.985" v="185" actId="114"/>
        <pc:sldMkLst>
          <pc:docMk/>
          <pc:sldMk cId="3323441011" sldId="473"/>
        </pc:sldMkLst>
        <pc:spChg chg="mod">
          <ac:chgData name="Anthony Pacheco" userId="fdf46b62-f4f9-461f-bfbc-c3446c220a65" providerId="ADAL" clId="{46C61306-57F8-4F30-B63F-8877BEB9A9E1}" dt="2026-03-26T04:06:10.985" v="185" actId="114"/>
          <ac:spMkLst>
            <pc:docMk/>
            <pc:sldMk cId="3323441011" sldId="473"/>
            <ac:spMk id="3" creationId="{BEDC26CE-F0ED-B88D-B8C3-0316E9860110}"/>
          </ac:spMkLst>
        </pc:spChg>
      </pc:sldChg>
      <pc:sldChg chg="modSp mod">
        <pc:chgData name="Anthony Pacheco" userId="fdf46b62-f4f9-461f-bfbc-c3446c220a65" providerId="ADAL" clId="{46C61306-57F8-4F30-B63F-8877BEB9A9E1}" dt="2026-03-26T04:07:25.166" v="193" actId="113"/>
        <pc:sldMkLst>
          <pc:docMk/>
          <pc:sldMk cId="1801364621" sldId="474"/>
        </pc:sldMkLst>
        <pc:spChg chg="mod">
          <ac:chgData name="Anthony Pacheco" userId="fdf46b62-f4f9-461f-bfbc-c3446c220a65" providerId="ADAL" clId="{46C61306-57F8-4F30-B63F-8877BEB9A9E1}" dt="2026-03-26T04:06:46.516" v="189" actId="255"/>
          <ac:spMkLst>
            <pc:docMk/>
            <pc:sldMk cId="1801364621" sldId="474"/>
            <ac:spMk id="2" creationId="{EC0E5300-68B5-2BA9-DFF8-209390C77A1A}"/>
          </ac:spMkLst>
        </pc:spChg>
        <pc:spChg chg="mod">
          <ac:chgData name="Anthony Pacheco" userId="fdf46b62-f4f9-461f-bfbc-c3446c220a65" providerId="ADAL" clId="{46C61306-57F8-4F30-B63F-8877BEB9A9E1}" dt="2026-03-26T04:07:25.166" v="193" actId="113"/>
          <ac:spMkLst>
            <pc:docMk/>
            <pc:sldMk cId="1801364621" sldId="474"/>
            <ac:spMk id="3" creationId="{0763BE6C-B536-5734-0254-FCE014187D89}"/>
          </ac:spMkLst>
        </pc:spChg>
      </pc:sldChg>
      <pc:sldChg chg="modSp mod">
        <pc:chgData name="Anthony Pacheco" userId="fdf46b62-f4f9-461f-bfbc-c3446c220a65" providerId="ADAL" clId="{46C61306-57F8-4F30-B63F-8877BEB9A9E1}" dt="2026-03-26T04:07:48.917" v="196" actId="114"/>
        <pc:sldMkLst>
          <pc:docMk/>
          <pc:sldMk cId="2109067477" sldId="475"/>
        </pc:sldMkLst>
        <pc:spChg chg="mod">
          <ac:chgData name="Anthony Pacheco" userId="fdf46b62-f4f9-461f-bfbc-c3446c220a65" providerId="ADAL" clId="{46C61306-57F8-4F30-B63F-8877BEB9A9E1}" dt="2026-03-26T04:07:48.917" v="196" actId="114"/>
          <ac:spMkLst>
            <pc:docMk/>
            <pc:sldMk cId="2109067477" sldId="475"/>
            <ac:spMk id="3" creationId="{65A9E678-C09B-F800-3E61-D2B5270BB003}"/>
          </ac:spMkLst>
        </pc:spChg>
      </pc:sldChg>
      <pc:sldChg chg="modSp mod">
        <pc:chgData name="Anthony Pacheco" userId="fdf46b62-f4f9-461f-bfbc-c3446c220a65" providerId="ADAL" clId="{46C61306-57F8-4F30-B63F-8877BEB9A9E1}" dt="2026-03-26T04:08:06.482" v="198" actId="1076"/>
        <pc:sldMkLst>
          <pc:docMk/>
          <pc:sldMk cId="3681619638" sldId="476"/>
        </pc:sldMkLst>
        <pc:spChg chg="mod">
          <ac:chgData name="Anthony Pacheco" userId="fdf46b62-f4f9-461f-bfbc-c3446c220a65" providerId="ADAL" clId="{46C61306-57F8-4F30-B63F-8877BEB9A9E1}" dt="2026-03-26T04:08:02.602" v="197" actId="255"/>
          <ac:spMkLst>
            <pc:docMk/>
            <pc:sldMk cId="3681619638" sldId="476"/>
            <ac:spMk id="2" creationId="{2869BE12-1534-6699-4D7A-7B7B7E3E73D5}"/>
          </ac:spMkLst>
        </pc:spChg>
        <pc:spChg chg="mod">
          <ac:chgData name="Anthony Pacheco" userId="fdf46b62-f4f9-461f-bfbc-c3446c220a65" providerId="ADAL" clId="{46C61306-57F8-4F30-B63F-8877BEB9A9E1}" dt="2026-03-26T04:08:06.482" v="198" actId="1076"/>
          <ac:spMkLst>
            <pc:docMk/>
            <pc:sldMk cId="3681619638" sldId="476"/>
            <ac:spMk id="3" creationId="{EE4E79EC-2E1D-1865-1A9B-457058BB702C}"/>
          </ac:spMkLst>
        </pc:spChg>
      </pc:sldChg>
      <pc:sldChg chg="modSp mod">
        <pc:chgData name="Anthony Pacheco" userId="fdf46b62-f4f9-461f-bfbc-c3446c220a65" providerId="ADAL" clId="{46C61306-57F8-4F30-B63F-8877BEB9A9E1}" dt="2026-03-26T04:08:20.254" v="200" actId="1076"/>
        <pc:sldMkLst>
          <pc:docMk/>
          <pc:sldMk cId="3296499046" sldId="477"/>
        </pc:sldMkLst>
        <pc:spChg chg="mod">
          <ac:chgData name="Anthony Pacheco" userId="fdf46b62-f4f9-461f-bfbc-c3446c220a65" providerId="ADAL" clId="{46C61306-57F8-4F30-B63F-8877BEB9A9E1}" dt="2026-03-26T04:08:15.315" v="199" actId="255"/>
          <ac:spMkLst>
            <pc:docMk/>
            <pc:sldMk cId="3296499046" sldId="477"/>
            <ac:spMk id="2" creationId="{1CFDFD7A-11EA-64E5-EEB4-3894A9A8FF1E}"/>
          </ac:spMkLst>
        </pc:spChg>
        <pc:spChg chg="mod">
          <ac:chgData name="Anthony Pacheco" userId="fdf46b62-f4f9-461f-bfbc-c3446c220a65" providerId="ADAL" clId="{46C61306-57F8-4F30-B63F-8877BEB9A9E1}" dt="2026-03-26T04:08:20.254" v="200" actId="1076"/>
          <ac:spMkLst>
            <pc:docMk/>
            <pc:sldMk cId="3296499046" sldId="477"/>
            <ac:spMk id="3" creationId="{1D4CB185-240B-A694-B6F0-B7B561E11BD2}"/>
          </ac:spMkLst>
        </pc:spChg>
      </pc:sldChg>
      <pc:sldMasterChg chg="delSp modSp mod modSldLayout">
        <pc:chgData name="Anthony Pacheco" userId="fdf46b62-f4f9-461f-bfbc-c3446c220a65" providerId="ADAL" clId="{46C61306-57F8-4F30-B63F-8877BEB9A9E1}" dt="2026-03-24T04:04:02.776" v="9" actId="20577"/>
        <pc:sldMasterMkLst>
          <pc:docMk/>
          <pc:sldMasterMk cId="682046013" sldId="2147483725"/>
        </pc:sldMasterMkLst>
        <pc:spChg chg="mod">
          <ac:chgData name="Anthony Pacheco" userId="fdf46b62-f4f9-461f-bfbc-c3446c220a65" providerId="ADAL" clId="{46C61306-57F8-4F30-B63F-8877BEB9A9E1}" dt="2026-03-24T04:03:36.327" v="5" actId="20577"/>
          <ac:spMkLst>
            <pc:docMk/>
            <pc:sldMasterMk cId="682046013" sldId="2147483725"/>
            <ac:spMk id="8" creationId="{0E6636BF-D3CC-4DFC-A057-41CF18719446}"/>
          </ac:spMkLst>
        </pc:spChg>
        <pc:spChg chg="mod">
          <ac:chgData name="Anthony Pacheco" userId="fdf46b62-f4f9-461f-bfbc-c3446c220a65" providerId="ADAL" clId="{46C61306-57F8-4F30-B63F-8877BEB9A9E1}" dt="2026-03-24T04:03:47.995" v="6" actId="14100"/>
          <ac:spMkLst>
            <pc:docMk/>
            <pc:sldMasterMk cId="682046013" sldId="2147483725"/>
            <ac:spMk id="13" creationId="{A34EF16C-F8E9-4C74-8268-011BE18366AF}"/>
          </ac:spMkLst>
        </pc:spChg>
        <pc:sldLayoutChg chg="delSp modSp mod">
          <pc:chgData name="Anthony Pacheco" userId="fdf46b62-f4f9-461f-bfbc-c3446c220a65" providerId="ADAL" clId="{46C61306-57F8-4F30-B63F-8877BEB9A9E1}" dt="2026-03-24T04:04:02.776" v="9" actId="20577"/>
          <pc:sldLayoutMkLst>
            <pc:docMk/>
            <pc:sldMasterMk cId="682046013" sldId="2147483725"/>
            <pc:sldLayoutMk cId="803553635" sldId="2147483763"/>
          </pc:sldLayoutMkLst>
          <pc:spChg chg="mod">
            <ac:chgData name="Anthony Pacheco" userId="fdf46b62-f4f9-461f-bfbc-c3446c220a65" providerId="ADAL" clId="{46C61306-57F8-4F30-B63F-8877BEB9A9E1}" dt="2026-03-24T04:04:02.776" v="9" actId="20577"/>
            <ac:spMkLst>
              <pc:docMk/>
              <pc:sldMasterMk cId="682046013" sldId="2147483725"/>
              <pc:sldLayoutMk cId="803553635" sldId="2147483763"/>
              <ac:spMk id="11" creationId="{09216FC3-84E9-4B73-9DA8-CF771043770B}"/>
            </ac:spMkLst>
          </pc:spChg>
        </pc:sldLayoutChg>
        <pc:sldLayoutChg chg="delSp mod">
          <pc:chgData name="Anthony Pacheco" userId="fdf46b62-f4f9-461f-bfbc-c3446c220a65" providerId="ADAL" clId="{46C61306-57F8-4F30-B63F-8877BEB9A9E1}" dt="2026-03-24T04:03:54.517" v="7" actId="478"/>
          <pc:sldLayoutMkLst>
            <pc:docMk/>
            <pc:sldMasterMk cId="682046013" sldId="2147483725"/>
            <pc:sldLayoutMk cId="2170826813" sldId="2147483765"/>
          </pc:sldLayoutMkLst>
        </pc:sldLayoutChg>
      </pc:sldMaster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ags" Target="../tags/tag15.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14068"/>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Title, #e</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 Chapter Title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217082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11" name="Copyright">
            <a:extLst>
              <a:ext uri="{FF2B5EF4-FFF2-40B4-BE49-F238E27FC236}">
                <a16:creationId xmlns:a16="http://schemas.microsoft.com/office/drawing/2014/main" id="{09216FC3-84E9-4B73-9DA8-CF771043770B}"/>
              </a:ext>
              <a:ext uri="{C183D7F6-B498-43B3-948B-1728B52AA6E4}">
                <adec:decorative xmlns:adec="http://schemas.microsoft.com/office/drawing/2017/decorative" val="0"/>
              </a:ext>
            </a:extLst>
          </p:cNvPr>
          <p:cNvSpPr txBox="1"/>
          <p:nvPr userDrawn="1"/>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p:cNvSpPr>
            <a:spLocks noGrp="1"/>
          </p:cNvSpPr>
          <p:nvPr>
            <p:ph idx="1" hasCustomPrompt="1"/>
          </p:nvPr>
        </p:nvSpPr>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1"/>
          <p:cNvSpPr>
            <a:spLocks noGrp="1"/>
          </p:cNvSpPr>
          <p:nvPr>
            <p:ph idx="1" hasCustomPrompt="1"/>
          </p:nvPr>
        </p:nvSpPr>
        <p:spPr>
          <a:xfrm>
            <a:off x="476844" y="1944375"/>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2488" y="1944375"/>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1896" y="1953281"/>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1916" y="1953281"/>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76843" y="4128059"/>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2487" y="4128059"/>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1895" y="4136965"/>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1915" y="4136965"/>
            <a:ext cx="2563241" cy="2024480"/>
          </a:xfrm>
        </p:spPr>
        <p:txBody>
          <a:bodyPr/>
          <a:lstStyle>
            <a:lvl1pPr marL="0" indent="0" algn="ctr">
              <a:buNone/>
              <a:defRPr/>
            </a:lvl1pPr>
          </a:lstStyle>
          <a:p>
            <a:pPr lvl="0"/>
            <a:r>
              <a:rPr lang="en-US" dirty="0"/>
              <a:t>Insert here 8</a:t>
            </a:r>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492237"/>
            <a:ext cx="12192000" cy="3657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sp>
        <p:nvSpPr>
          <p:cNvPr id="8" name="Copyright">
            <a:extLst>
              <a:ext uri="{FF2B5EF4-FFF2-40B4-BE49-F238E27FC236}">
                <a16:creationId xmlns:a16="http://schemas.microsoft.com/office/drawing/2014/main" id="{0E6636BF-D3CC-4DFC-A057-41CF18719446}"/>
              </a:ext>
              <a:ext uri="{C183D7F6-B498-43B3-948B-1728B52AA6E4}">
                <adec:decorative xmlns:adec="http://schemas.microsoft.com/office/drawing/2017/decorative" val="1"/>
              </a:ext>
            </a:extLst>
          </p:cNvPr>
          <p:cNvSpPr txBox="1"/>
          <p:nvPr userDrawn="1"/>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4"/>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28" r:id="rId4"/>
    <p:sldLayoutId id="2147483736" r:id="rId5"/>
    <p:sldLayoutId id="2147483729" r:id="rId6"/>
    <p:sldLayoutId id="2147483760" r:id="rId7"/>
    <p:sldLayoutId id="2147483730" r:id="rId8"/>
    <p:sldLayoutId id="2147483732" r:id="rId9"/>
    <p:sldLayoutId id="2147483761" r:id="rId10"/>
    <p:sldLayoutId id="2147483737" r:id="rId11"/>
    <p:sldLayoutId id="2147483762" r:id="rId12"/>
  </p:sldLayoutIdLst>
  <p:hf hdr="0" ft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966DE8-7575-4696-B84F-B4DD0C822D6A}"/>
              </a:ext>
            </a:extLst>
          </p:cNvPr>
          <p:cNvSpPr>
            <a:spLocks noGrp="1"/>
          </p:cNvSpPr>
          <p:nvPr>
            <p:ph type="ctrTitle"/>
          </p:nvPr>
        </p:nvSpPr>
        <p:spPr>
          <a:xfrm>
            <a:off x="5555404" y="549770"/>
            <a:ext cx="6104302" cy="2387600"/>
          </a:xfrm>
        </p:spPr>
        <p:txBody>
          <a:bodyPr/>
          <a:lstStyle/>
          <a:p>
            <a:r>
              <a:rPr lang="en-US" dirty="0"/>
              <a:t>Guide to Networking Essentials, 9e</a:t>
            </a:r>
          </a:p>
        </p:txBody>
      </p:sp>
      <p:sp>
        <p:nvSpPr>
          <p:cNvPr id="4" name="Subtitle 3">
            <a:extLst>
              <a:ext uri="{FF2B5EF4-FFF2-40B4-BE49-F238E27FC236}">
                <a16:creationId xmlns:a16="http://schemas.microsoft.com/office/drawing/2014/main" id="{81DDBEBE-99BA-45B9-B4E5-D18D90F7A983}"/>
              </a:ext>
            </a:extLst>
          </p:cNvPr>
          <p:cNvSpPr>
            <a:spLocks noGrp="1"/>
          </p:cNvSpPr>
          <p:nvPr>
            <p:ph type="subTitle" idx="1"/>
          </p:nvPr>
        </p:nvSpPr>
        <p:spPr>
          <a:xfrm>
            <a:off x="5677055" y="3269725"/>
            <a:ext cx="6104302" cy="1424930"/>
          </a:xfrm>
        </p:spPr>
        <p:txBody>
          <a:bodyPr/>
          <a:lstStyle/>
          <a:p>
            <a:r>
              <a:rPr lang="en-US" dirty="0"/>
              <a:t>Chapter 9: Introduction to Network Security</a:t>
            </a:r>
          </a:p>
        </p:txBody>
      </p:sp>
      <p:sp>
        <p:nvSpPr>
          <p:cNvPr id="6" name="Copyright">
            <a:extLst>
              <a:ext uri="{FF2B5EF4-FFF2-40B4-BE49-F238E27FC236}">
                <a16:creationId xmlns:a16="http://schemas.microsoft.com/office/drawing/2014/main" id="{8CA6B67B-9490-477D-A112-06C22B6F8640}"/>
              </a:ext>
              <a:ext uri="{C183D7F6-B498-43B3-948B-1728B52AA6E4}">
                <adec:decorative xmlns:adec="http://schemas.microsoft.com/office/drawing/2017/decorative" val="1"/>
              </a:ext>
            </a:extLst>
          </p:cNvPr>
          <p:cNvSpPr txBox="1"/>
          <p:nvPr/>
        </p:nvSpPr>
        <p:spPr>
          <a:xfrm>
            <a:off x="2103120" y="6287403"/>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16"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3739356" y="808037"/>
            <a:ext cx="4713288" cy="5241925"/>
          </a:xfrm>
          <a:prstGeom prst="rect">
            <a:avLst/>
          </a:prstGeom>
        </p:spPr>
        <p:txBody>
          <a:bodyPr vert="horz" lIns="91440" tIns="45720" rIns="91440" bIns="45720" rtlCol="0">
            <a:noAutofit/>
          </a:bodyPr>
          <a:lstStyle/>
          <a:p>
            <a:endParaRPr lang="en-US" dirty="0"/>
          </a:p>
        </p:txBody>
      </p:sp>
      <p:sp>
        <p:nvSpPr>
          <p:cNvPr id="17"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441278" y="551591"/>
            <a:ext cx="4713288" cy="5241925"/>
          </a:xfrm>
          <a:prstGeom prst="rect">
            <a:avLst/>
          </a:prstGeom>
        </p:spPr>
        <p:txBody>
          <a:bodyPr vert="horz" lIns="91440" tIns="45720" rIns="91440" bIns="45720" rtlCol="0">
            <a:noAutofit/>
          </a:bodyPr>
          <a:lstStyle/>
          <a:p>
            <a:endParaRPr lang="en-US" dirty="0"/>
          </a:p>
        </p:txBody>
      </p:sp>
      <p:sp>
        <p:nvSpPr>
          <p:cNvPr id="19"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562929" y="815765"/>
            <a:ext cx="4713288" cy="5241925"/>
          </a:xfrm>
          <a:prstGeom prst="rect">
            <a:avLst/>
          </a:prstGeom>
        </p:spPr>
        <p:txBody>
          <a:bodyPr vert="horz" lIns="91440" tIns="45720" rIns="91440" bIns="45720" rtlCol="0">
            <a:noAutofit/>
          </a:bodyPr>
          <a:lstStyle/>
          <a:p>
            <a:endParaRPr lang="en-US" dirty="0"/>
          </a:p>
        </p:txBody>
      </p:sp>
      <p:pic>
        <p:nvPicPr>
          <p:cNvPr id="5" name="Picture 4" descr="A cover of Guide to Networking Essentials, 9e">
            <a:extLst>
              <a:ext uri="{FF2B5EF4-FFF2-40B4-BE49-F238E27FC236}">
                <a16:creationId xmlns:a16="http://schemas.microsoft.com/office/drawing/2014/main" id="{41701E88-EECF-13C1-6A60-9F22332ED3B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63767" y="765057"/>
            <a:ext cx="3911611" cy="5009336"/>
          </a:xfrm>
          <a:prstGeom prst="rect">
            <a:avLst/>
          </a:prstGeom>
        </p:spPr>
      </p:pic>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ADF6-643B-423B-BFFA-CEBACE66A152}"/>
              </a:ext>
            </a:extLst>
          </p:cNvPr>
          <p:cNvSpPr>
            <a:spLocks noGrp="1"/>
          </p:cNvSpPr>
          <p:nvPr>
            <p:ph type="title"/>
          </p:nvPr>
        </p:nvSpPr>
        <p:spPr/>
        <p:txBody>
          <a:bodyPr/>
          <a:lstStyle/>
          <a:p>
            <a:r>
              <a:rPr lang="en-US" dirty="0"/>
              <a:t>Chapter Objectives</a:t>
            </a:r>
          </a:p>
        </p:txBody>
      </p:sp>
      <p:sp>
        <p:nvSpPr>
          <p:cNvPr id="3" name="Content Placeholder 2">
            <a:extLst>
              <a:ext uri="{FF2B5EF4-FFF2-40B4-BE49-F238E27FC236}">
                <a16:creationId xmlns:a16="http://schemas.microsoft.com/office/drawing/2014/main" id="{5654B1CF-B9D3-4962-AD19-D9C1AB18881D}"/>
              </a:ext>
            </a:extLst>
          </p:cNvPr>
          <p:cNvSpPr>
            <a:spLocks noGrp="1"/>
          </p:cNvSpPr>
          <p:nvPr>
            <p:ph idx="1"/>
          </p:nvPr>
        </p:nvSpPr>
        <p:spPr>
          <a:xfrm>
            <a:off x="476843" y="1385892"/>
            <a:ext cx="11241915" cy="4351338"/>
          </a:xfrm>
        </p:spPr>
        <p:txBody>
          <a:bodyPr/>
          <a:lstStyle/>
          <a:p>
            <a:pPr marL="0" indent="0">
              <a:buNone/>
            </a:pPr>
            <a:r>
              <a:rPr lang="en-US" dirty="0"/>
              <a:t>By the end of this chapter, you should </a:t>
            </a:r>
            <a:r>
              <a:rPr lang="en-US" b="1" dirty="0"/>
              <a:t>be able to</a:t>
            </a:r>
            <a:r>
              <a:rPr lang="en-US" dirty="0"/>
              <a:t>:</a:t>
            </a:r>
          </a:p>
          <a:p>
            <a:pPr marL="457200" indent="-457200">
              <a:buFont typeface="+mj-lt"/>
              <a:buAutoNum type="arabicPeriod"/>
            </a:pPr>
            <a:r>
              <a:rPr lang="en-US" altLang="zh-CN" b="1" dirty="0"/>
              <a:t>Develop</a:t>
            </a:r>
            <a:r>
              <a:rPr lang="en-US" altLang="zh-CN" dirty="0"/>
              <a:t> a network </a:t>
            </a:r>
            <a:r>
              <a:rPr lang="en-US" altLang="zh-CN" b="1" dirty="0"/>
              <a:t>security policy</a:t>
            </a:r>
          </a:p>
          <a:p>
            <a:pPr marL="457200" indent="-457200">
              <a:buFont typeface="+mj-lt"/>
              <a:buAutoNum type="arabicPeriod"/>
            </a:pPr>
            <a:r>
              <a:rPr lang="en-US" altLang="zh-CN" b="1" dirty="0"/>
              <a:t>Secure physical access </a:t>
            </a:r>
            <a:r>
              <a:rPr lang="en-US" altLang="zh-CN" dirty="0"/>
              <a:t>to network equipment</a:t>
            </a:r>
          </a:p>
          <a:p>
            <a:pPr marL="457200" indent="-457200">
              <a:buFont typeface="+mj-lt"/>
              <a:buAutoNum type="arabicPeriod"/>
            </a:pPr>
            <a:r>
              <a:rPr lang="en-US" altLang="zh-CN" dirty="0"/>
              <a:t>Secure access to </a:t>
            </a:r>
            <a:r>
              <a:rPr lang="en-US" altLang="zh-CN" b="1" dirty="0"/>
              <a:t>network data</a:t>
            </a:r>
          </a:p>
          <a:p>
            <a:pPr marL="457200" indent="-457200">
              <a:buFont typeface="+mj-lt"/>
              <a:buAutoNum type="arabicPeriod"/>
            </a:pPr>
            <a:r>
              <a:rPr lang="en-US" altLang="zh-CN" dirty="0"/>
              <a:t>Describe network </a:t>
            </a:r>
            <a:r>
              <a:rPr lang="en-US" altLang="zh-CN" b="1" dirty="0"/>
              <a:t>security devices</a:t>
            </a:r>
          </a:p>
          <a:p>
            <a:pPr marL="457200" indent="-457200">
              <a:buFont typeface="+mj-lt"/>
              <a:buAutoNum type="arabicPeriod"/>
            </a:pPr>
            <a:r>
              <a:rPr lang="en-US" altLang="zh-CN" dirty="0"/>
              <a:t>Protect a network from </a:t>
            </a:r>
            <a:r>
              <a:rPr lang="en-US" altLang="zh-CN" b="1" dirty="0"/>
              <a:t>malware</a:t>
            </a:r>
          </a:p>
          <a:p>
            <a:pPr marL="457200" indent="-457200">
              <a:buFont typeface="+mj-lt"/>
              <a:buAutoNum type="arabicPeriod"/>
            </a:pPr>
            <a:r>
              <a:rPr lang="en-US" altLang="zh-CN" dirty="0"/>
              <a:t>Discover network </a:t>
            </a:r>
            <a:r>
              <a:rPr lang="en-US" altLang="zh-CN" b="1" dirty="0"/>
              <a:t>vulnerabilities</a:t>
            </a:r>
          </a:p>
        </p:txBody>
      </p:sp>
    </p:spTree>
    <p:extLst>
      <p:ext uri="{BB962C8B-B14F-4D97-AF65-F5344CB8AC3E}">
        <p14:creationId xmlns:p14="http://schemas.microsoft.com/office/powerpoint/2010/main" val="3724899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B1ADA-6399-C4D8-2828-23C4EC43E986}"/>
              </a:ext>
            </a:extLst>
          </p:cNvPr>
          <p:cNvSpPr>
            <a:spLocks noGrp="1"/>
          </p:cNvSpPr>
          <p:nvPr>
            <p:ph type="title"/>
          </p:nvPr>
        </p:nvSpPr>
        <p:spPr/>
        <p:txBody>
          <a:bodyPr/>
          <a:lstStyle/>
          <a:p>
            <a:r>
              <a:rPr lang="en-US" dirty="0"/>
              <a:t>Network Security Overview and Policies</a:t>
            </a:r>
          </a:p>
        </p:txBody>
      </p:sp>
      <p:sp>
        <p:nvSpPr>
          <p:cNvPr id="3" name="Content Placeholder 2">
            <a:extLst>
              <a:ext uri="{FF2B5EF4-FFF2-40B4-BE49-F238E27FC236}">
                <a16:creationId xmlns:a16="http://schemas.microsoft.com/office/drawing/2014/main" id="{4160EACC-1A92-B01A-2448-CB637207DC6E}"/>
              </a:ext>
            </a:extLst>
          </p:cNvPr>
          <p:cNvSpPr>
            <a:spLocks noGrp="1"/>
          </p:cNvSpPr>
          <p:nvPr>
            <p:ph idx="1"/>
          </p:nvPr>
        </p:nvSpPr>
        <p:spPr>
          <a:xfrm>
            <a:off x="476843" y="1464381"/>
            <a:ext cx="11241915" cy="4351338"/>
          </a:xfrm>
        </p:spPr>
        <p:txBody>
          <a:bodyPr/>
          <a:lstStyle/>
          <a:p>
            <a:r>
              <a:rPr lang="en-US" dirty="0"/>
              <a:t>Network security should be as </a:t>
            </a:r>
            <a:r>
              <a:rPr lang="en-US" b="1" dirty="0"/>
              <a:t>unobtrusive</a:t>
            </a:r>
            <a:r>
              <a:rPr lang="en-US" dirty="0"/>
              <a:t> as possible</a:t>
            </a:r>
          </a:p>
          <a:p>
            <a:r>
              <a:rPr lang="en-US" dirty="0"/>
              <a:t>It should </a:t>
            </a:r>
            <a:r>
              <a:rPr lang="en-US" b="1" dirty="0"/>
              <a:t>allow network users to concentrate on the tasks </a:t>
            </a:r>
            <a:r>
              <a:rPr lang="en-US" dirty="0"/>
              <a:t>they want to accomplish rather than how to get to the data they need to perform those tasks</a:t>
            </a:r>
          </a:p>
          <a:p>
            <a:r>
              <a:rPr lang="en-US" dirty="0"/>
              <a:t>Having a secure network enables an organization to go about its business </a:t>
            </a:r>
            <a:r>
              <a:rPr lang="en-US" b="1" dirty="0"/>
              <a:t>confidently and efficiently</a:t>
            </a:r>
          </a:p>
          <a:p>
            <a:r>
              <a:rPr lang="en-US" dirty="0"/>
              <a:t>A company that can demonstrate its information systems are secure is </a:t>
            </a:r>
            <a:r>
              <a:rPr lang="en-US" b="1" dirty="0"/>
              <a:t>more likely to attract customers</a:t>
            </a:r>
            <a:r>
              <a:rPr lang="en-US" dirty="0"/>
              <a:t>, partners, and investors</a:t>
            </a:r>
          </a:p>
          <a:p>
            <a:endParaRPr lang="en-US" dirty="0"/>
          </a:p>
        </p:txBody>
      </p:sp>
    </p:spTree>
    <p:extLst>
      <p:ext uri="{BB962C8B-B14F-4D97-AF65-F5344CB8AC3E}">
        <p14:creationId xmlns:p14="http://schemas.microsoft.com/office/powerpoint/2010/main" val="1749017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59EE2-D452-12D5-8C13-DBCBBE47A8D7}"/>
              </a:ext>
            </a:extLst>
          </p:cNvPr>
          <p:cNvSpPr>
            <a:spLocks noGrp="1"/>
          </p:cNvSpPr>
          <p:nvPr>
            <p:ph type="title"/>
          </p:nvPr>
        </p:nvSpPr>
        <p:spPr/>
        <p:txBody>
          <a:bodyPr/>
          <a:lstStyle/>
          <a:p>
            <a:r>
              <a:rPr lang="en-US" dirty="0"/>
              <a:t>Developing a Network Security Policy</a:t>
            </a:r>
          </a:p>
        </p:txBody>
      </p:sp>
      <p:sp>
        <p:nvSpPr>
          <p:cNvPr id="3" name="Content Placeholder 2">
            <a:extLst>
              <a:ext uri="{FF2B5EF4-FFF2-40B4-BE49-F238E27FC236}">
                <a16:creationId xmlns:a16="http://schemas.microsoft.com/office/drawing/2014/main" id="{9AF21726-A382-42DE-DECB-6ECBB9F30631}"/>
              </a:ext>
            </a:extLst>
          </p:cNvPr>
          <p:cNvSpPr>
            <a:spLocks noGrp="1"/>
          </p:cNvSpPr>
          <p:nvPr>
            <p:ph idx="1"/>
          </p:nvPr>
        </p:nvSpPr>
        <p:spPr>
          <a:xfrm>
            <a:off x="476843" y="1509536"/>
            <a:ext cx="11241915" cy="4484864"/>
          </a:xfrm>
        </p:spPr>
        <p:txBody>
          <a:bodyPr/>
          <a:lstStyle/>
          <a:p>
            <a:r>
              <a:rPr lang="en-US" dirty="0"/>
              <a:t>A network </a:t>
            </a:r>
            <a:r>
              <a:rPr lang="en-US" b="1" dirty="0"/>
              <a:t>security policy </a:t>
            </a:r>
            <a:r>
              <a:rPr lang="en-US" dirty="0"/>
              <a:t>is a document that describes the rules governing access to a company’s information resources, enforcement of these rules, and steps taken if rules are breached</a:t>
            </a:r>
          </a:p>
          <a:p>
            <a:r>
              <a:rPr lang="en-US" dirty="0"/>
              <a:t>A security policy </a:t>
            </a:r>
            <a:r>
              <a:rPr lang="en-US" b="1" dirty="0"/>
              <a:t>should</a:t>
            </a:r>
            <a:r>
              <a:rPr lang="en-US" dirty="0"/>
              <a:t>:</a:t>
            </a:r>
          </a:p>
          <a:p>
            <a:pPr lvl="1"/>
            <a:r>
              <a:rPr lang="en-US" sz="2200" dirty="0"/>
              <a:t>Be </a:t>
            </a:r>
            <a:r>
              <a:rPr lang="en-US" sz="2200" b="1" dirty="0"/>
              <a:t>easy</a:t>
            </a:r>
            <a:r>
              <a:rPr lang="en-US" sz="2200" dirty="0"/>
              <a:t> for ordinary users </a:t>
            </a:r>
            <a:r>
              <a:rPr lang="en-US" sz="2200" b="1" dirty="0"/>
              <a:t>to understand </a:t>
            </a:r>
            <a:r>
              <a:rPr lang="en-US" sz="2200" dirty="0"/>
              <a:t>and reasonably comply with</a:t>
            </a:r>
          </a:p>
          <a:p>
            <a:pPr lvl="1"/>
            <a:r>
              <a:rPr lang="en-US" sz="2200" dirty="0"/>
              <a:t>Be </a:t>
            </a:r>
            <a:r>
              <a:rPr lang="en-US" sz="2200" b="1" dirty="0"/>
              <a:t>enforceable</a:t>
            </a:r>
            <a:r>
              <a:rPr lang="en-US" sz="2200" dirty="0"/>
              <a:t> </a:t>
            </a:r>
          </a:p>
          <a:p>
            <a:pPr lvl="2"/>
            <a:r>
              <a:rPr lang="en-US" sz="2000" dirty="0"/>
              <a:t>Example: You shouldn’t forbid Internet use during a certain time of day unless you have a method of monitoring or restricting this use</a:t>
            </a:r>
          </a:p>
          <a:p>
            <a:pPr lvl="1"/>
            <a:r>
              <a:rPr lang="en-US" sz="2200" dirty="0"/>
              <a:t>Clearly state the </a:t>
            </a:r>
            <a:r>
              <a:rPr lang="en-US" sz="2200" b="1" dirty="0"/>
              <a:t>objective of each policy </a:t>
            </a:r>
            <a:r>
              <a:rPr lang="en-US" sz="2200" dirty="0"/>
              <a:t>so that everyone understands its purpose</a:t>
            </a:r>
          </a:p>
          <a:p>
            <a:endParaRPr lang="en-US" dirty="0"/>
          </a:p>
        </p:txBody>
      </p:sp>
    </p:spTree>
    <p:extLst>
      <p:ext uri="{BB962C8B-B14F-4D97-AF65-F5344CB8AC3E}">
        <p14:creationId xmlns:p14="http://schemas.microsoft.com/office/powerpoint/2010/main" val="1156045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78994-F428-1285-3265-18C8714BB8A7}"/>
              </a:ext>
            </a:extLst>
          </p:cNvPr>
          <p:cNvSpPr>
            <a:spLocks noGrp="1"/>
          </p:cNvSpPr>
          <p:nvPr>
            <p:ph type="title"/>
          </p:nvPr>
        </p:nvSpPr>
        <p:spPr/>
        <p:txBody>
          <a:bodyPr/>
          <a:lstStyle/>
          <a:p>
            <a:r>
              <a:rPr lang="en-US" dirty="0"/>
              <a:t>Determining Elements of a Network Security Policy (1 of 2)</a:t>
            </a:r>
          </a:p>
        </p:txBody>
      </p:sp>
      <p:sp>
        <p:nvSpPr>
          <p:cNvPr id="3" name="Content Placeholder 2">
            <a:extLst>
              <a:ext uri="{FF2B5EF4-FFF2-40B4-BE49-F238E27FC236}">
                <a16:creationId xmlns:a16="http://schemas.microsoft.com/office/drawing/2014/main" id="{04B33584-5BC7-A5EF-0DD0-1EA4B7B7EA7B}"/>
              </a:ext>
            </a:extLst>
          </p:cNvPr>
          <p:cNvSpPr>
            <a:spLocks noGrp="1"/>
          </p:cNvSpPr>
          <p:nvPr>
            <p:ph idx="1"/>
          </p:nvPr>
        </p:nvSpPr>
        <p:spPr/>
        <p:txBody>
          <a:bodyPr/>
          <a:lstStyle/>
          <a:p>
            <a:r>
              <a:rPr lang="en-US" dirty="0"/>
              <a:t>Basic items needed in order to start writing your security policy:</a:t>
            </a:r>
          </a:p>
          <a:p>
            <a:pPr lvl="1"/>
            <a:r>
              <a:rPr lang="en-US" sz="2200" b="1" dirty="0"/>
              <a:t>Privacy policy</a:t>
            </a:r>
            <a:r>
              <a:rPr lang="en-US" sz="2200" dirty="0"/>
              <a:t>—Describes what staff, customers, and business partners can expect for monitoring and reporting</a:t>
            </a:r>
          </a:p>
          <a:p>
            <a:pPr lvl="1"/>
            <a:r>
              <a:rPr lang="en-US" sz="2200" b="1" dirty="0"/>
              <a:t>Acceptable use policy</a:t>
            </a:r>
            <a:r>
              <a:rPr lang="en-US" sz="2200" dirty="0"/>
              <a:t>—Explains for what purposes network resources can be used</a:t>
            </a:r>
          </a:p>
          <a:p>
            <a:pPr lvl="1"/>
            <a:r>
              <a:rPr lang="en-US" sz="2200" b="1" dirty="0"/>
              <a:t>Authentication policy</a:t>
            </a:r>
            <a:r>
              <a:rPr lang="en-US" sz="2200" dirty="0"/>
              <a:t>—Describes how users identify themselves to gain access to network resources</a:t>
            </a:r>
          </a:p>
          <a:p>
            <a:pPr lvl="1"/>
            <a:r>
              <a:rPr lang="en-US" sz="2200" b="1" dirty="0"/>
              <a:t>Internet use policy</a:t>
            </a:r>
            <a:r>
              <a:rPr lang="en-US" sz="2200" dirty="0"/>
              <a:t>—Explains what constitutes proper or improper use of Internet resources</a:t>
            </a:r>
          </a:p>
          <a:p>
            <a:endParaRPr lang="en-US" dirty="0"/>
          </a:p>
        </p:txBody>
      </p:sp>
    </p:spTree>
    <p:extLst>
      <p:ext uri="{BB962C8B-B14F-4D97-AF65-F5344CB8AC3E}">
        <p14:creationId xmlns:p14="http://schemas.microsoft.com/office/powerpoint/2010/main" val="337716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9F081-4D76-333A-FA09-12FF67AC0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38BFC-8D5F-D66C-051D-B3DF6FCB44E0}"/>
              </a:ext>
            </a:extLst>
          </p:cNvPr>
          <p:cNvSpPr>
            <a:spLocks noGrp="1"/>
          </p:cNvSpPr>
          <p:nvPr>
            <p:ph type="title"/>
          </p:nvPr>
        </p:nvSpPr>
        <p:spPr/>
        <p:txBody>
          <a:bodyPr/>
          <a:lstStyle/>
          <a:p>
            <a:r>
              <a:rPr lang="en-US" dirty="0"/>
              <a:t>Determining Elements of a Network Security Policy (2 of 2)</a:t>
            </a:r>
          </a:p>
        </p:txBody>
      </p:sp>
      <p:sp>
        <p:nvSpPr>
          <p:cNvPr id="3" name="Content Placeholder 2">
            <a:extLst>
              <a:ext uri="{FF2B5EF4-FFF2-40B4-BE49-F238E27FC236}">
                <a16:creationId xmlns:a16="http://schemas.microsoft.com/office/drawing/2014/main" id="{B7FC2C85-16F1-919C-DDF2-32A454D04A19}"/>
              </a:ext>
            </a:extLst>
          </p:cNvPr>
          <p:cNvSpPr>
            <a:spLocks noGrp="1"/>
          </p:cNvSpPr>
          <p:nvPr>
            <p:ph idx="1"/>
          </p:nvPr>
        </p:nvSpPr>
        <p:spPr/>
        <p:txBody>
          <a:bodyPr/>
          <a:lstStyle/>
          <a:p>
            <a:r>
              <a:rPr lang="en-US" dirty="0"/>
              <a:t>Basic items needed in order to start writing your security policy (continued):</a:t>
            </a:r>
          </a:p>
          <a:p>
            <a:pPr lvl="1"/>
            <a:r>
              <a:rPr lang="en-US" sz="2200" b="1" dirty="0"/>
              <a:t>Access policy</a:t>
            </a:r>
            <a:r>
              <a:rPr lang="en-US" sz="2200" dirty="0"/>
              <a:t>—Specifies how and when users are allowed to access network resources</a:t>
            </a:r>
          </a:p>
          <a:p>
            <a:pPr lvl="1"/>
            <a:r>
              <a:rPr lang="en-US" sz="2200" b="1" dirty="0"/>
              <a:t>Auditing policy</a:t>
            </a:r>
            <a:r>
              <a:rPr lang="en-US" sz="2200" dirty="0"/>
              <a:t>—Explains the manner in which security compliance or violations can be verified and the consequences for violations</a:t>
            </a:r>
          </a:p>
          <a:p>
            <a:pPr lvl="1"/>
            <a:r>
              <a:rPr lang="en-US" sz="2200" b="1" dirty="0"/>
              <a:t>Data protection policy</a:t>
            </a:r>
            <a:r>
              <a:rPr lang="en-US" sz="2200" dirty="0"/>
              <a:t>—Outlines the policies for backup procedures, virus protection, and disaster recovery</a:t>
            </a:r>
          </a:p>
          <a:p>
            <a:endParaRPr lang="en-US" dirty="0"/>
          </a:p>
        </p:txBody>
      </p:sp>
    </p:spTree>
    <p:extLst>
      <p:ext uri="{BB962C8B-B14F-4D97-AF65-F5344CB8AC3E}">
        <p14:creationId xmlns:p14="http://schemas.microsoft.com/office/powerpoint/2010/main" val="3377585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1727-205B-2566-58C1-5AD9182341AE}"/>
              </a:ext>
            </a:extLst>
          </p:cNvPr>
          <p:cNvSpPr>
            <a:spLocks noGrp="1"/>
          </p:cNvSpPr>
          <p:nvPr>
            <p:ph type="title"/>
          </p:nvPr>
        </p:nvSpPr>
        <p:spPr/>
        <p:txBody>
          <a:bodyPr/>
          <a:lstStyle/>
          <a:p>
            <a:r>
              <a:rPr lang="en-US" dirty="0"/>
              <a:t>Understanding Levels of Security (1 of 4)</a:t>
            </a:r>
          </a:p>
        </p:txBody>
      </p:sp>
      <p:sp>
        <p:nvSpPr>
          <p:cNvPr id="3" name="Content Placeholder 2">
            <a:extLst>
              <a:ext uri="{FF2B5EF4-FFF2-40B4-BE49-F238E27FC236}">
                <a16:creationId xmlns:a16="http://schemas.microsoft.com/office/drawing/2014/main" id="{1CCA3CB2-ADE6-380E-EA32-3E27A7E82ED2}"/>
              </a:ext>
            </a:extLst>
          </p:cNvPr>
          <p:cNvSpPr>
            <a:spLocks noGrp="1"/>
          </p:cNvSpPr>
          <p:nvPr>
            <p:ph idx="1"/>
          </p:nvPr>
        </p:nvSpPr>
        <p:spPr>
          <a:xfrm>
            <a:off x="476843" y="1464380"/>
            <a:ext cx="11241915" cy="4351338"/>
          </a:xfrm>
        </p:spPr>
        <p:txBody>
          <a:bodyPr/>
          <a:lstStyle/>
          <a:p>
            <a:r>
              <a:rPr lang="en-US" dirty="0"/>
              <a:t>Before determining the level of security your network needs, answer these </a:t>
            </a:r>
            <a:r>
              <a:rPr lang="en-US" b="1" dirty="0"/>
              <a:t>questions</a:t>
            </a:r>
            <a:r>
              <a:rPr lang="en-US" dirty="0"/>
              <a:t>:</a:t>
            </a:r>
          </a:p>
          <a:p>
            <a:pPr lvl="1"/>
            <a:r>
              <a:rPr lang="en-US" sz="2200" b="1" dirty="0"/>
              <a:t>What</a:t>
            </a:r>
            <a:r>
              <a:rPr lang="en-US" sz="2200" dirty="0"/>
              <a:t> must be protected?</a:t>
            </a:r>
          </a:p>
          <a:p>
            <a:pPr lvl="1"/>
            <a:r>
              <a:rPr lang="en-US" sz="2200" b="1" dirty="0"/>
              <a:t>From whom </a:t>
            </a:r>
            <a:r>
              <a:rPr lang="en-US" sz="2200" dirty="0"/>
              <a:t>should data be protected?</a:t>
            </a:r>
          </a:p>
          <a:p>
            <a:pPr lvl="1"/>
            <a:r>
              <a:rPr lang="en-US" sz="2200" b="1" dirty="0"/>
              <a:t>What costs </a:t>
            </a:r>
            <a:r>
              <a:rPr lang="en-US" sz="2200" dirty="0"/>
              <a:t>are associated with a breach and data being lost or stolen?</a:t>
            </a:r>
          </a:p>
          <a:p>
            <a:pPr lvl="1"/>
            <a:r>
              <a:rPr lang="en-US" sz="2200" b="1" dirty="0"/>
              <a:t>How likely </a:t>
            </a:r>
            <a:r>
              <a:rPr lang="en-US" sz="2200" dirty="0"/>
              <a:t>is it that a threat will actually occur?</a:t>
            </a:r>
          </a:p>
          <a:p>
            <a:pPr lvl="1"/>
            <a:r>
              <a:rPr lang="en-US" sz="2200" dirty="0"/>
              <a:t>What’s the likelihood of a </a:t>
            </a:r>
            <a:r>
              <a:rPr lang="en-US" sz="2200" b="1" dirty="0"/>
              <a:t>natural disaster</a:t>
            </a:r>
            <a:r>
              <a:rPr lang="en-US" sz="2200" dirty="0"/>
              <a:t>?</a:t>
            </a:r>
          </a:p>
          <a:p>
            <a:pPr lvl="1"/>
            <a:r>
              <a:rPr lang="en-US" sz="2200" dirty="0"/>
              <a:t>Are the </a:t>
            </a:r>
            <a:r>
              <a:rPr lang="en-US" sz="2200" b="1" dirty="0"/>
              <a:t>costs</a:t>
            </a:r>
            <a:r>
              <a:rPr lang="en-US" sz="2200" dirty="0"/>
              <a:t> to implement security and train personnel outweighed by the need to create an efficient, user-friendly environment?</a:t>
            </a:r>
          </a:p>
          <a:p>
            <a:endParaRPr lang="en-US" dirty="0"/>
          </a:p>
        </p:txBody>
      </p:sp>
    </p:spTree>
    <p:extLst>
      <p:ext uri="{BB962C8B-B14F-4D97-AF65-F5344CB8AC3E}">
        <p14:creationId xmlns:p14="http://schemas.microsoft.com/office/powerpoint/2010/main" val="290052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BD067-CED3-A657-DEE9-4782B9997F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80578A-3C69-476F-9C45-47A18D970DE4}"/>
              </a:ext>
            </a:extLst>
          </p:cNvPr>
          <p:cNvSpPr>
            <a:spLocks noGrp="1"/>
          </p:cNvSpPr>
          <p:nvPr>
            <p:ph type="title"/>
          </p:nvPr>
        </p:nvSpPr>
        <p:spPr/>
        <p:txBody>
          <a:bodyPr/>
          <a:lstStyle/>
          <a:p>
            <a:r>
              <a:rPr lang="en-US" dirty="0"/>
              <a:t>Understanding Levels of Security (2 of 4)</a:t>
            </a:r>
          </a:p>
        </p:txBody>
      </p:sp>
      <p:sp>
        <p:nvSpPr>
          <p:cNvPr id="3" name="Content Placeholder 2">
            <a:extLst>
              <a:ext uri="{FF2B5EF4-FFF2-40B4-BE49-F238E27FC236}">
                <a16:creationId xmlns:a16="http://schemas.microsoft.com/office/drawing/2014/main" id="{7D9FDBCE-80DE-67CE-5CCC-89771D031C4C}"/>
              </a:ext>
            </a:extLst>
          </p:cNvPr>
          <p:cNvSpPr>
            <a:spLocks noGrp="1"/>
          </p:cNvSpPr>
          <p:nvPr>
            <p:ph idx="1"/>
          </p:nvPr>
        </p:nvSpPr>
        <p:spPr>
          <a:xfrm>
            <a:off x="476843" y="1543403"/>
            <a:ext cx="11241915" cy="4351338"/>
          </a:xfrm>
        </p:spPr>
        <p:txBody>
          <a:bodyPr/>
          <a:lstStyle/>
          <a:p>
            <a:r>
              <a:rPr lang="en-US" dirty="0"/>
              <a:t>Level 3—Maximum Protection Security Policies</a:t>
            </a:r>
          </a:p>
          <a:p>
            <a:pPr lvl="1"/>
            <a:r>
              <a:rPr lang="en-US" sz="2200" dirty="0"/>
              <a:t>Level 3 security is for organizations that are subject to targeted attacks</a:t>
            </a:r>
          </a:p>
          <a:p>
            <a:pPr lvl="2"/>
            <a:r>
              <a:rPr lang="en-US" sz="2200" dirty="0"/>
              <a:t>A </a:t>
            </a:r>
            <a:r>
              <a:rPr lang="en-US" sz="2200" b="1" dirty="0"/>
              <a:t>targeted attack </a:t>
            </a:r>
            <a:r>
              <a:rPr lang="en-US" sz="2200" dirty="0"/>
              <a:t>is a carefully planned network attack campaign, also an </a:t>
            </a:r>
            <a:r>
              <a:rPr lang="en-US" sz="2200" b="1" dirty="0"/>
              <a:t>advanced persistent threat </a:t>
            </a:r>
            <a:r>
              <a:rPr lang="en-US" sz="2200" dirty="0"/>
              <a:t>(</a:t>
            </a:r>
            <a:r>
              <a:rPr lang="en-US" sz="2200" b="1" dirty="0"/>
              <a:t>APT</a:t>
            </a:r>
            <a:r>
              <a:rPr lang="en-US" sz="2200" dirty="0"/>
              <a:t>)</a:t>
            </a:r>
          </a:p>
          <a:p>
            <a:pPr lvl="1"/>
            <a:r>
              <a:rPr lang="en-US" sz="2200" dirty="0"/>
              <a:t>These organizations will have a dedicated security department and will likely work with a </a:t>
            </a:r>
            <a:r>
              <a:rPr lang="en-US" sz="2200" b="1" dirty="0"/>
              <a:t>managed security service provider </a:t>
            </a:r>
            <a:r>
              <a:rPr lang="en-US" sz="2200" dirty="0"/>
              <a:t>(</a:t>
            </a:r>
            <a:r>
              <a:rPr lang="en-US" sz="2200" b="1" dirty="0"/>
              <a:t>MSSP</a:t>
            </a:r>
            <a:r>
              <a:rPr lang="en-US" sz="2200" dirty="0"/>
              <a:t>)</a:t>
            </a:r>
          </a:p>
          <a:p>
            <a:pPr lvl="2"/>
            <a:r>
              <a:rPr lang="en-US" sz="2200" dirty="0"/>
              <a:t>An MSSP is a third-party security organization that provides security services to organization and likely includes 24/7 monitoring, intrusion detection and prevention, and </a:t>
            </a:r>
            <a:r>
              <a:rPr lang="en-US" sz="2200" b="1" dirty="0"/>
              <a:t>security information and event management </a:t>
            </a:r>
            <a:r>
              <a:rPr lang="en-US" sz="2200" dirty="0"/>
              <a:t>(</a:t>
            </a:r>
            <a:r>
              <a:rPr lang="en-US" sz="2200" b="1" dirty="0"/>
              <a:t>SIEM</a:t>
            </a:r>
            <a:r>
              <a:rPr lang="en-US" sz="2200" dirty="0"/>
              <a:t>)</a:t>
            </a:r>
          </a:p>
          <a:p>
            <a:endParaRPr lang="en-US" dirty="0"/>
          </a:p>
        </p:txBody>
      </p:sp>
    </p:spTree>
    <p:extLst>
      <p:ext uri="{BB962C8B-B14F-4D97-AF65-F5344CB8AC3E}">
        <p14:creationId xmlns:p14="http://schemas.microsoft.com/office/powerpoint/2010/main" val="3847162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1419D-2D72-F445-3C1A-B12C7263A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8874F1-3385-25B2-E7DB-F2D515C12051}"/>
              </a:ext>
            </a:extLst>
          </p:cNvPr>
          <p:cNvSpPr>
            <a:spLocks noGrp="1"/>
          </p:cNvSpPr>
          <p:nvPr>
            <p:ph type="title"/>
          </p:nvPr>
        </p:nvSpPr>
        <p:spPr/>
        <p:txBody>
          <a:bodyPr/>
          <a:lstStyle/>
          <a:p>
            <a:r>
              <a:rPr lang="en-US" dirty="0"/>
              <a:t>Understanding Levels of Security (3 of 4)</a:t>
            </a:r>
          </a:p>
        </p:txBody>
      </p:sp>
      <p:sp>
        <p:nvSpPr>
          <p:cNvPr id="3" name="Content Placeholder 2">
            <a:extLst>
              <a:ext uri="{FF2B5EF4-FFF2-40B4-BE49-F238E27FC236}">
                <a16:creationId xmlns:a16="http://schemas.microsoft.com/office/drawing/2014/main" id="{63C4E9FC-EDED-4ECD-B267-3AC46F927F49}"/>
              </a:ext>
            </a:extLst>
          </p:cNvPr>
          <p:cNvSpPr>
            <a:spLocks noGrp="1"/>
          </p:cNvSpPr>
          <p:nvPr>
            <p:ph idx="1"/>
          </p:nvPr>
        </p:nvSpPr>
        <p:spPr>
          <a:xfrm>
            <a:off x="476843" y="1453092"/>
            <a:ext cx="11241915" cy="4351338"/>
          </a:xfrm>
        </p:spPr>
        <p:txBody>
          <a:bodyPr/>
          <a:lstStyle/>
          <a:p>
            <a:r>
              <a:rPr lang="en-US" dirty="0"/>
              <a:t>Level 2—</a:t>
            </a:r>
            <a:r>
              <a:rPr lang="en-US" b="1" dirty="0"/>
              <a:t>Advanced Protection </a:t>
            </a:r>
            <a:r>
              <a:rPr lang="en-US" dirty="0"/>
              <a:t>Security Policies</a:t>
            </a:r>
          </a:p>
          <a:p>
            <a:pPr lvl="1"/>
            <a:r>
              <a:rPr lang="en-US" sz="2200" dirty="0"/>
              <a:t>Level 2 security is designed to protect the network from non-targeted attacks</a:t>
            </a:r>
          </a:p>
          <a:p>
            <a:pPr lvl="2"/>
            <a:r>
              <a:rPr lang="en-US" sz="2200" dirty="0"/>
              <a:t>It requires auditing geared toward detecting unauthorized logon attempts, misuse of network resources, and network attacker activity</a:t>
            </a:r>
          </a:p>
          <a:p>
            <a:pPr lvl="2"/>
            <a:r>
              <a:rPr lang="en-US" sz="2200" dirty="0"/>
              <a:t>A </a:t>
            </a:r>
            <a:r>
              <a:rPr lang="en-US" sz="2200" b="1" dirty="0"/>
              <a:t>network attacker </a:t>
            </a:r>
            <a:r>
              <a:rPr lang="en-US" sz="2200" dirty="0"/>
              <a:t>is a person who attempts to break into a network</a:t>
            </a:r>
          </a:p>
          <a:p>
            <a:r>
              <a:rPr lang="en-US" dirty="0"/>
              <a:t>Level 1—</a:t>
            </a:r>
            <a:r>
              <a:rPr lang="en-US" b="1" dirty="0"/>
              <a:t>Minimal Protection </a:t>
            </a:r>
            <a:r>
              <a:rPr lang="en-US" dirty="0"/>
              <a:t>Security Policies</a:t>
            </a:r>
          </a:p>
          <a:p>
            <a:pPr lvl="1"/>
            <a:r>
              <a:rPr lang="en-US" sz="2200" dirty="0"/>
              <a:t>Level 1 security is to prevent the most common types of cyber threats</a:t>
            </a:r>
          </a:p>
          <a:p>
            <a:pPr lvl="1"/>
            <a:r>
              <a:rPr lang="en-US" sz="2200" dirty="0"/>
              <a:t>Small, unregulated businesses are likely to opt for this type of security</a:t>
            </a:r>
          </a:p>
          <a:p>
            <a:endParaRPr lang="en-US" dirty="0"/>
          </a:p>
        </p:txBody>
      </p:sp>
    </p:spTree>
    <p:extLst>
      <p:ext uri="{BB962C8B-B14F-4D97-AF65-F5344CB8AC3E}">
        <p14:creationId xmlns:p14="http://schemas.microsoft.com/office/powerpoint/2010/main" val="2170994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AFEA6-6E8F-1C9B-876E-7E5A222427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8E3ADA-198E-B590-E8D0-418B9955F712}"/>
              </a:ext>
            </a:extLst>
          </p:cNvPr>
          <p:cNvSpPr>
            <a:spLocks noGrp="1"/>
          </p:cNvSpPr>
          <p:nvPr>
            <p:ph type="title"/>
          </p:nvPr>
        </p:nvSpPr>
        <p:spPr/>
        <p:txBody>
          <a:bodyPr/>
          <a:lstStyle/>
          <a:p>
            <a:r>
              <a:rPr lang="en-US" dirty="0"/>
              <a:t>Understanding Levels of Security (4 of 4)</a:t>
            </a:r>
          </a:p>
        </p:txBody>
      </p:sp>
      <p:sp>
        <p:nvSpPr>
          <p:cNvPr id="3" name="Content Placeholder 2">
            <a:extLst>
              <a:ext uri="{FF2B5EF4-FFF2-40B4-BE49-F238E27FC236}">
                <a16:creationId xmlns:a16="http://schemas.microsoft.com/office/drawing/2014/main" id="{A92019AE-6750-0547-A3A3-AA51FF32237E}"/>
              </a:ext>
            </a:extLst>
          </p:cNvPr>
          <p:cNvSpPr>
            <a:spLocks noGrp="1"/>
          </p:cNvSpPr>
          <p:nvPr>
            <p:ph idx="1"/>
          </p:nvPr>
        </p:nvSpPr>
        <p:spPr>
          <a:xfrm>
            <a:off x="473242" y="1441803"/>
            <a:ext cx="11241915" cy="4351338"/>
          </a:xfrm>
        </p:spPr>
        <p:txBody>
          <a:bodyPr/>
          <a:lstStyle/>
          <a:p>
            <a:r>
              <a:rPr lang="en-US" b="1" dirty="0"/>
              <a:t>Common Elements </a:t>
            </a:r>
            <a:r>
              <a:rPr lang="en-US" dirty="0"/>
              <a:t>of Security Policies</a:t>
            </a:r>
          </a:p>
          <a:p>
            <a:pPr lvl="1"/>
            <a:r>
              <a:rPr lang="en-US" sz="2200" dirty="0"/>
              <a:t>Antivirus and other malware protection for servers and desktops</a:t>
            </a:r>
          </a:p>
          <a:p>
            <a:pPr lvl="1"/>
            <a:r>
              <a:rPr lang="en-US" sz="2200" dirty="0"/>
              <a:t>Backup procedures</a:t>
            </a:r>
          </a:p>
          <a:p>
            <a:pPr lvl="1"/>
            <a:r>
              <a:rPr lang="en-US" sz="2200" dirty="0"/>
              <a:t>Physical security of servers and network devices</a:t>
            </a:r>
          </a:p>
          <a:p>
            <a:endParaRPr lang="en-US" dirty="0"/>
          </a:p>
        </p:txBody>
      </p:sp>
    </p:spTree>
    <p:extLst>
      <p:ext uri="{BB962C8B-B14F-4D97-AF65-F5344CB8AC3E}">
        <p14:creationId xmlns:p14="http://schemas.microsoft.com/office/powerpoint/2010/main" val="3958454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52BB8-7A25-A96E-406A-BCD954779202}"/>
              </a:ext>
            </a:extLst>
          </p:cNvPr>
          <p:cNvSpPr>
            <a:spLocks noGrp="1"/>
          </p:cNvSpPr>
          <p:nvPr>
            <p:ph type="title"/>
          </p:nvPr>
        </p:nvSpPr>
        <p:spPr/>
        <p:txBody>
          <a:bodyPr/>
          <a:lstStyle/>
          <a:p>
            <a:r>
              <a:rPr lang="en-US" dirty="0"/>
              <a:t>Physical Security Best Practices (1 of 3)</a:t>
            </a:r>
          </a:p>
        </p:txBody>
      </p:sp>
      <p:sp>
        <p:nvSpPr>
          <p:cNvPr id="3" name="Content Placeholder 2">
            <a:extLst>
              <a:ext uri="{FF2B5EF4-FFF2-40B4-BE49-F238E27FC236}">
                <a16:creationId xmlns:a16="http://schemas.microsoft.com/office/drawing/2014/main" id="{7CE94C50-9A49-3357-A091-2B14CA40D7BC}"/>
              </a:ext>
            </a:extLst>
          </p:cNvPr>
          <p:cNvSpPr>
            <a:spLocks noGrp="1"/>
          </p:cNvSpPr>
          <p:nvPr>
            <p:ph idx="1"/>
          </p:nvPr>
        </p:nvSpPr>
        <p:spPr>
          <a:xfrm>
            <a:off x="476843" y="1419225"/>
            <a:ext cx="11241915" cy="4351338"/>
          </a:xfrm>
        </p:spPr>
        <p:txBody>
          <a:bodyPr/>
          <a:lstStyle/>
          <a:p>
            <a:r>
              <a:rPr lang="en-US" b="1" dirty="0"/>
              <a:t>Best practices </a:t>
            </a:r>
            <a:r>
              <a:rPr lang="en-US" dirty="0"/>
              <a:t>to secure your network from physical assault:</a:t>
            </a:r>
          </a:p>
          <a:p>
            <a:pPr lvl="1"/>
            <a:r>
              <a:rPr lang="en-US" sz="2200" dirty="0"/>
              <a:t>Ensure that </a:t>
            </a:r>
            <a:r>
              <a:rPr lang="en-US" sz="2200" b="1" dirty="0"/>
              <a:t>rooms are available </a:t>
            </a:r>
            <a:r>
              <a:rPr lang="en-US" sz="2200" dirty="0"/>
              <a:t>to house servers and equipment</a:t>
            </a:r>
          </a:p>
          <a:p>
            <a:pPr lvl="2"/>
            <a:r>
              <a:rPr lang="en-US" sz="2200" dirty="0"/>
              <a:t>Rooms should </a:t>
            </a:r>
            <a:r>
              <a:rPr lang="en-US" sz="2200" b="1" dirty="0"/>
              <a:t>have locks</a:t>
            </a:r>
            <a:r>
              <a:rPr lang="en-US" sz="2200" dirty="0"/>
              <a:t>, adequate power receptacles, adequate cooling measures, and an EMI-free environment</a:t>
            </a:r>
          </a:p>
          <a:p>
            <a:pPr lvl="1"/>
            <a:r>
              <a:rPr lang="en-US" sz="2200" dirty="0"/>
              <a:t>If a suitable room is not available, locking cabinets can be purchased to house servers and equipment in public areas</a:t>
            </a:r>
          </a:p>
          <a:p>
            <a:pPr lvl="1"/>
            <a:r>
              <a:rPr lang="en-US" sz="2200" b="1" dirty="0"/>
              <a:t>Wiring from workstations </a:t>
            </a:r>
            <a:r>
              <a:rPr lang="en-US" sz="2200" dirty="0"/>
              <a:t>to wiring cabinets should be inaccessible to eavesdropping equipment</a:t>
            </a:r>
          </a:p>
          <a:p>
            <a:pPr lvl="1"/>
            <a:r>
              <a:rPr lang="en-US" sz="2200" dirty="0"/>
              <a:t>Your </a:t>
            </a:r>
            <a:r>
              <a:rPr lang="en-US" sz="2200" b="1" dirty="0"/>
              <a:t>physical security plan </a:t>
            </a:r>
            <a:r>
              <a:rPr lang="en-US" sz="2200" dirty="0"/>
              <a:t>should include procedures for recovery from natural disasters such as fire or floods</a:t>
            </a:r>
          </a:p>
          <a:p>
            <a:endParaRPr lang="en-US" dirty="0"/>
          </a:p>
        </p:txBody>
      </p:sp>
    </p:spTree>
    <p:extLst>
      <p:ext uri="{BB962C8B-B14F-4D97-AF65-F5344CB8AC3E}">
        <p14:creationId xmlns:p14="http://schemas.microsoft.com/office/powerpoint/2010/main" val="185083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ED734-32A8-DC57-15C2-281EFF1CB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6E676F-40CA-1E8F-A185-E996116FCA84}"/>
              </a:ext>
            </a:extLst>
          </p:cNvPr>
          <p:cNvSpPr>
            <a:spLocks noGrp="1"/>
          </p:cNvSpPr>
          <p:nvPr>
            <p:ph type="title"/>
          </p:nvPr>
        </p:nvSpPr>
        <p:spPr/>
        <p:txBody>
          <a:bodyPr/>
          <a:lstStyle/>
          <a:p>
            <a:r>
              <a:rPr lang="en-US" dirty="0"/>
              <a:t>Physical Security Best Practices (2 of 3)</a:t>
            </a:r>
          </a:p>
        </p:txBody>
      </p:sp>
      <p:sp>
        <p:nvSpPr>
          <p:cNvPr id="3" name="Content Placeholder 2">
            <a:extLst>
              <a:ext uri="{FF2B5EF4-FFF2-40B4-BE49-F238E27FC236}">
                <a16:creationId xmlns:a16="http://schemas.microsoft.com/office/drawing/2014/main" id="{2FC41748-9582-0985-1F23-C6380E6C998D}"/>
              </a:ext>
            </a:extLst>
          </p:cNvPr>
          <p:cNvSpPr>
            <a:spLocks noGrp="1"/>
          </p:cNvSpPr>
          <p:nvPr>
            <p:ph idx="1"/>
          </p:nvPr>
        </p:nvSpPr>
        <p:spPr>
          <a:xfrm>
            <a:off x="476843" y="1486958"/>
            <a:ext cx="11241915" cy="4351338"/>
          </a:xfrm>
        </p:spPr>
        <p:txBody>
          <a:bodyPr/>
          <a:lstStyle/>
          <a:p>
            <a:r>
              <a:rPr lang="en-US" b="1" dirty="0"/>
              <a:t>Physical Security of Servers</a:t>
            </a:r>
          </a:p>
          <a:p>
            <a:pPr lvl="1"/>
            <a:r>
              <a:rPr lang="en-US" sz="2200" dirty="0"/>
              <a:t>Servers often require more tightly </a:t>
            </a:r>
            <a:r>
              <a:rPr lang="en-US" sz="2200" b="1" dirty="0"/>
              <a:t>controlled environmental conditions </a:t>
            </a:r>
            <a:r>
              <a:rPr lang="en-US" sz="2200" dirty="0"/>
              <a:t>than patch panels and switches do</a:t>
            </a:r>
          </a:p>
          <a:p>
            <a:pPr lvl="1"/>
            <a:r>
              <a:rPr lang="en-US" sz="2200" dirty="0"/>
              <a:t>Servers can generate a lot of heat and need adequate cooling</a:t>
            </a:r>
          </a:p>
          <a:p>
            <a:pPr lvl="1"/>
            <a:r>
              <a:rPr lang="en-US" sz="2200" dirty="0"/>
              <a:t>Lack of cooling can cause damage to hardware components</a:t>
            </a:r>
          </a:p>
          <a:p>
            <a:pPr lvl="1"/>
            <a:r>
              <a:rPr lang="en-US" sz="2200" b="1" dirty="0"/>
              <a:t>Power</a:t>
            </a:r>
            <a:r>
              <a:rPr lang="en-US" sz="2200" dirty="0"/>
              <a:t> to the server should be on a separate circuit from other devices</a:t>
            </a:r>
          </a:p>
          <a:p>
            <a:pPr lvl="1"/>
            <a:r>
              <a:rPr lang="en-US" sz="2200" dirty="0"/>
              <a:t>Verify power requirements for </a:t>
            </a:r>
            <a:r>
              <a:rPr lang="en-US" sz="2200" b="1" dirty="0"/>
              <a:t>UPSs</a:t>
            </a:r>
            <a:r>
              <a:rPr lang="en-US" sz="2200" dirty="0"/>
              <a:t>—some UPSs require special twist-lock outlet plugs rated for high currents</a:t>
            </a:r>
          </a:p>
          <a:p>
            <a:pPr lvl="1"/>
            <a:r>
              <a:rPr lang="en-US" sz="2200" dirty="0"/>
              <a:t>If servers are placed in a public access area, locking cabinets are a must</a:t>
            </a:r>
          </a:p>
          <a:p>
            <a:endParaRPr lang="en-US" dirty="0"/>
          </a:p>
          <a:p>
            <a:endParaRPr lang="en-US" dirty="0"/>
          </a:p>
        </p:txBody>
      </p:sp>
    </p:spTree>
    <p:extLst>
      <p:ext uri="{BB962C8B-B14F-4D97-AF65-F5344CB8AC3E}">
        <p14:creationId xmlns:p14="http://schemas.microsoft.com/office/powerpoint/2010/main" val="1631166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426C2-8CBA-5623-458A-5D744F1456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129F1-2C72-981C-F0CC-5C8B19E94E0F}"/>
              </a:ext>
            </a:extLst>
          </p:cNvPr>
          <p:cNvSpPr>
            <a:spLocks noGrp="1"/>
          </p:cNvSpPr>
          <p:nvPr>
            <p:ph type="title"/>
          </p:nvPr>
        </p:nvSpPr>
        <p:spPr/>
        <p:txBody>
          <a:bodyPr/>
          <a:lstStyle/>
          <a:p>
            <a:r>
              <a:rPr lang="en-US" dirty="0"/>
              <a:t>Physical Security Best Practices (3 of 3)</a:t>
            </a:r>
          </a:p>
        </p:txBody>
      </p:sp>
      <p:sp>
        <p:nvSpPr>
          <p:cNvPr id="3" name="Content Placeholder 2">
            <a:extLst>
              <a:ext uri="{FF2B5EF4-FFF2-40B4-BE49-F238E27FC236}">
                <a16:creationId xmlns:a16="http://schemas.microsoft.com/office/drawing/2014/main" id="{8E55D933-1E6E-5085-9F88-C10AF6AFDD12}"/>
              </a:ext>
            </a:extLst>
          </p:cNvPr>
          <p:cNvSpPr>
            <a:spLocks noGrp="1"/>
          </p:cNvSpPr>
          <p:nvPr>
            <p:ph idx="1"/>
          </p:nvPr>
        </p:nvSpPr>
        <p:spPr>
          <a:xfrm>
            <a:off x="476843" y="1475670"/>
            <a:ext cx="11241915" cy="4351338"/>
          </a:xfrm>
        </p:spPr>
        <p:txBody>
          <a:bodyPr/>
          <a:lstStyle/>
          <a:p>
            <a:r>
              <a:rPr lang="en-US" dirty="0"/>
              <a:t>Security of Internetworking Devices</a:t>
            </a:r>
          </a:p>
          <a:p>
            <a:pPr lvl="1"/>
            <a:r>
              <a:rPr lang="en-US" sz="2200" b="1" dirty="0"/>
              <a:t>Routers</a:t>
            </a:r>
            <a:r>
              <a:rPr lang="en-US" sz="2200" dirty="0"/>
              <a:t> and </a:t>
            </a:r>
            <a:r>
              <a:rPr lang="en-US" sz="2200" b="1" dirty="0"/>
              <a:t>switches</a:t>
            </a:r>
            <a:r>
              <a:rPr lang="en-US" sz="2200" dirty="0"/>
              <a:t> contain critical configuration information</a:t>
            </a:r>
          </a:p>
          <a:p>
            <a:pPr lvl="1"/>
            <a:r>
              <a:rPr lang="en-US" sz="2200" dirty="0"/>
              <a:t>A user with </a:t>
            </a:r>
            <a:r>
              <a:rPr lang="en-US" sz="2200" b="1" dirty="0"/>
              <a:t>physical access </a:t>
            </a:r>
            <a:r>
              <a:rPr lang="en-US" sz="2200" dirty="0"/>
              <a:t>to these devices needs only a laptop or handheld computer to get into the router or switch</a:t>
            </a:r>
          </a:p>
          <a:p>
            <a:pPr lvl="1"/>
            <a:r>
              <a:rPr lang="en-US" sz="2200" b="1" dirty="0"/>
              <a:t>Configuration changes </a:t>
            </a:r>
            <a:r>
              <a:rPr lang="en-US" sz="2200" dirty="0"/>
              <a:t>made to routers and switches can have disastrous results</a:t>
            </a:r>
          </a:p>
          <a:p>
            <a:pPr lvl="1"/>
            <a:r>
              <a:rPr lang="en-US" sz="2200" dirty="0"/>
              <a:t>A room with a lock is the best place for internetworking devices</a:t>
            </a:r>
          </a:p>
          <a:p>
            <a:pPr lvl="1"/>
            <a:r>
              <a:rPr lang="en-US" sz="2200" dirty="0"/>
              <a:t>A wall-mounted enclosure with a lock is the next best thing</a:t>
            </a:r>
          </a:p>
          <a:p>
            <a:pPr lvl="1"/>
            <a:endParaRPr lang="en-US" sz="2200" dirty="0"/>
          </a:p>
          <a:p>
            <a:endParaRPr lang="en-US" dirty="0"/>
          </a:p>
        </p:txBody>
      </p:sp>
    </p:spTree>
    <p:extLst>
      <p:ext uri="{BB962C8B-B14F-4D97-AF65-F5344CB8AC3E}">
        <p14:creationId xmlns:p14="http://schemas.microsoft.com/office/powerpoint/2010/main" val="601221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71858-8B2B-1A5D-9DBA-2798A47E6D2D}"/>
              </a:ext>
            </a:extLst>
          </p:cNvPr>
          <p:cNvSpPr>
            <a:spLocks noGrp="1"/>
          </p:cNvSpPr>
          <p:nvPr>
            <p:ph type="title"/>
          </p:nvPr>
        </p:nvSpPr>
        <p:spPr/>
        <p:txBody>
          <a:bodyPr/>
          <a:lstStyle/>
          <a:p>
            <a:r>
              <a:rPr lang="en-US" dirty="0"/>
              <a:t>Securing Access to Network Data</a:t>
            </a:r>
          </a:p>
        </p:txBody>
      </p:sp>
      <p:sp>
        <p:nvSpPr>
          <p:cNvPr id="3" name="Content Placeholder 2">
            <a:extLst>
              <a:ext uri="{FF2B5EF4-FFF2-40B4-BE49-F238E27FC236}">
                <a16:creationId xmlns:a16="http://schemas.microsoft.com/office/drawing/2014/main" id="{9366CFDE-EBA7-49FD-523B-D19EA6F61943}"/>
              </a:ext>
            </a:extLst>
          </p:cNvPr>
          <p:cNvSpPr>
            <a:spLocks noGrp="1"/>
          </p:cNvSpPr>
          <p:nvPr>
            <p:ph idx="1"/>
          </p:nvPr>
        </p:nvSpPr>
        <p:spPr>
          <a:xfrm>
            <a:off x="476843" y="1486958"/>
            <a:ext cx="11241915" cy="4552598"/>
          </a:xfrm>
        </p:spPr>
        <p:txBody>
          <a:bodyPr/>
          <a:lstStyle/>
          <a:p>
            <a:r>
              <a:rPr lang="en-US" b="1" dirty="0"/>
              <a:t>Data security concepts </a:t>
            </a:r>
            <a:r>
              <a:rPr lang="en-US" dirty="0"/>
              <a:t>include: </a:t>
            </a:r>
            <a:r>
              <a:rPr lang="en-US" b="1" dirty="0"/>
              <a:t>confidentiality</a:t>
            </a:r>
            <a:r>
              <a:rPr lang="en-US" dirty="0"/>
              <a:t>, </a:t>
            </a:r>
            <a:r>
              <a:rPr lang="en-US" b="1" dirty="0"/>
              <a:t>integrity</a:t>
            </a:r>
            <a:r>
              <a:rPr lang="en-US" dirty="0"/>
              <a:t>, and </a:t>
            </a:r>
            <a:r>
              <a:rPr lang="en-US" b="1" dirty="0"/>
              <a:t>availability</a:t>
            </a:r>
          </a:p>
          <a:p>
            <a:r>
              <a:rPr lang="en-US" dirty="0"/>
              <a:t>Securing data on a network has </a:t>
            </a:r>
            <a:r>
              <a:rPr lang="en-US" b="1" dirty="0"/>
              <a:t>many facets</a:t>
            </a:r>
            <a:r>
              <a:rPr lang="en-US" dirty="0"/>
              <a:t>:</a:t>
            </a:r>
          </a:p>
          <a:p>
            <a:pPr lvl="1"/>
            <a:r>
              <a:rPr lang="en-US" sz="2200" dirty="0"/>
              <a:t>Authentication and authorization</a:t>
            </a:r>
          </a:p>
          <a:p>
            <a:pPr lvl="1"/>
            <a:r>
              <a:rPr lang="en-US" sz="2200" dirty="0"/>
              <a:t>Encryption</a:t>
            </a:r>
          </a:p>
          <a:p>
            <a:pPr lvl="1"/>
            <a:r>
              <a:rPr lang="en-US" sz="2200" dirty="0"/>
              <a:t>Virtual private networks (VPNs) </a:t>
            </a:r>
          </a:p>
          <a:p>
            <a:pPr lvl="1"/>
            <a:r>
              <a:rPr lang="en-US" sz="2200" dirty="0"/>
              <a:t>Wireless security</a:t>
            </a:r>
          </a:p>
          <a:p>
            <a:pPr lvl="1"/>
            <a:r>
              <a:rPr lang="en-US" sz="2200" dirty="0"/>
              <a:t>Network security devices</a:t>
            </a:r>
          </a:p>
          <a:p>
            <a:pPr lvl="1"/>
            <a:r>
              <a:rPr lang="en-US" sz="2200" dirty="0"/>
              <a:t>Malware protection</a:t>
            </a:r>
          </a:p>
          <a:p>
            <a:endParaRPr lang="en-US" dirty="0"/>
          </a:p>
        </p:txBody>
      </p:sp>
    </p:spTree>
    <p:extLst>
      <p:ext uri="{BB962C8B-B14F-4D97-AF65-F5344CB8AC3E}">
        <p14:creationId xmlns:p14="http://schemas.microsoft.com/office/powerpoint/2010/main" val="3106630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29F95-75C8-E4C7-7415-AB3CC64FDF2E}"/>
              </a:ext>
            </a:extLst>
          </p:cNvPr>
          <p:cNvSpPr>
            <a:spLocks noGrp="1"/>
          </p:cNvSpPr>
          <p:nvPr>
            <p:ph type="title"/>
          </p:nvPr>
        </p:nvSpPr>
        <p:spPr/>
        <p:txBody>
          <a:bodyPr/>
          <a:lstStyle/>
          <a:p>
            <a:r>
              <a:rPr lang="en-US" dirty="0"/>
              <a:t>Authentication and Authorization (1 of 8)</a:t>
            </a:r>
          </a:p>
        </p:txBody>
      </p:sp>
      <p:sp>
        <p:nvSpPr>
          <p:cNvPr id="3" name="Content Placeholder 2">
            <a:extLst>
              <a:ext uri="{FF2B5EF4-FFF2-40B4-BE49-F238E27FC236}">
                <a16:creationId xmlns:a16="http://schemas.microsoft.com/office/drawing/2014/main" id="{271BC9B0-D2A6-D32E-1624-1E0DB435491B}"/>
              </a:ext>
            </a:extLst>
          </p:cNvPr>
          <p:cNvSpPr>
            <a:spLocks noGrp="1"/>
          </p:cNvSpPr>
          <p:nvPr>
            <p:ph idx="1"/>
          </p:nvPr>
        </p:nvSpPr>
        <p:spPr>
          <a:xfrm>
            <a:off x="476843" y="1430514"/>
            <a:ext cx="11241915" cy="4351338"/>
          </a:xfrm>
        </p:spPr>
        <p:txBody>
          <a:bodyPr/>
          <a:lstStyle/>
          <a:p>
            <a:r>
              <a:rPr lang="en-US" b="1" dirty="0"/>
              <a:t>Authentication</a:t>
            </a:r>
            <a:r>
              <a:rPr lang="en-US" dirty="0"/>
              <a:t> and </a:t>
            </a:r>
            <a:r>
              <a:rPr lang="en-US" b="1" dirty="0"/>
              <a:t>authorization</a:t>
            </a:r>
            <a:r>
              <a:rPr lang="en-US" dirty="0"/>
              <a:t> enable administrators to control who has access to the network (authentication) and what users can do after they are logged on to the network (authorization)</a:t>
            </a:r>
          </a:p>
          <a:p>
            <a:r>
              <a:rPr lang="en-US" dirty="0"/>
              <a:t>Authentication protocols offer varying levels of secure authentication:</a:t>
            </a:r>
          </a:p>
          <a:p>
            <a:pPr lvl="1"/>
            <a:r>
              <a:rPr lang="en-US" sz="2200" b="1" dirty="0"/>
              <a:t>Kerberos</a:t>
            </a:r>
            <a:r>
              <a:rPr lang="en-US" sz="2200" dirty="0"/>
              <a:t>—Used in a Windows domain environment and provides </a:t>
            </a:r>
            <a:r>
              <a:rPr lang="en-US" sz="2200" b="1" dirty="0"/>
              <a:t>mutual authentication</a:t>
            </a:r>
          </a:p>
          <a:p>
            <a:pPr lvl="1"/>
            <a:r>
              <a:rPr lang="en-US" sz="2200" b="1" dirty="0"/>
              <a:t>Remote Authentication Dial In User Service (RADIUS)</a:t>
            </a:r>
            <a:r>
              <a:rPr lang="en-US" sz="2200" dirty="0"/>
              <a:t>—an industry-standard client/server protocol that offers centralized control</a:t>
            </a:r>
          </a:p>
          <a:p>
            <a:pPr lvl="1"/>
            <a:r>
              <a:rPr lang="en-US" sz="2200" b="1" dirty="0"/>
              <a:t>Extensible Authentication Protocol (EAP)</a:t>
            </a:r>
            <a:r>
              <a:rPr lang="en-US" sz="2200" dirty="0"/>
              <a:t>—a framework for other protocols that provide encryption and authentication</a:t>
            </a:r>
            <a:endParaRPr lang="en-US" dirty="0"/>
          </a:p>
        </p:txBody>
      </p:sp>
    </p:spTree>
    <p:extLst>
      <p:ext uri="{BB962C8B-B14F-4D97-AF65-F5344CB8AC3E}">
        <p14:creationId xmlns:p14="http://schemas.microsoft.com/office/powerpoint/2010/main" val="486517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9B1DC-29D7-0794-6FF5-357DEDDACC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11BBF0-C88B-7BCD-A650-A15B4404AE05}"/>
              </a:ext>
            </a:extLst>
          </p:cNvPr>
          <p:cNvSpPr>
            <a:spLocks noGrp="1"/>
          </p:cNvSpPr>
          <p:nvPr>
            <p:ph type="title"/>
          </p:nvPr>
        </p:nvSpPr>
        <p:spPr/>
        <p:txBody>
          <a:bodyPr/>
          <a:lstStyle/>
          <a:p>
            <a:r>
              <a:rPr lang="en-US" dirty="0"/>
              <a:t>Authentication and Authorization (2 of 8)</a:t>
            </a:r>
          </a:p>
        </p:txBody>
      </p:sp>
      <p:sp>
        <p:nvSpPr>
          <p:cNvPr id="3" name="Content Placeholder 2">
            <a:extLst>
              <a:ext uri="{FF2B5EF4-FFF2-40B4-BE49-F238E27FC236}">
                <a16:creationId xmlns:a16="http://schemas.microsoft.com/office/drawing/2014/main" id="{8EF4B153-3612-4796-84BB-F1293AD40BE7}"/>
              </a:ext>
            </a:extLst>
          </p:cNvPr>
          <p:cNvSpPr>
            <a:spLocks noGrp="1"/>
          </p:cNvSpPr>
          <p:nvPr>
            <p:ph idx="1"/>
          </p:nvPr>
        </p:nvSpPr>
        <p:spPr>
          <a:xfrm>
            <a:off x="476843" y="1509536"/>
            <a:ext cx="11241915" cy="4351338"/>
          </a:xfrm>
        </p:spPr>
        <p:txBody>
          <a:bodyPr/>
          <a:lstStyle/>
          <a:p>
            <a:r>
              <a:rPr lang="en-US" b="1" dirty="0"/>
              <a:t>Authentication protocols </a:t>
            </a:r>
            <a:r>
              <a:rPr lang="en-US" dirty="0"/>
              <a:t>offer varying levels of secure authentication (continued):</a:t>
            </a:r>
          </a:p>
          <a:p>
            <a:pPr lvl="1"/>
            <a:r>
              <a:rPr lang="en-US" sz="2200" dirty="0"/>
              <a:t>Microsoft Challenge Handshake Authentication Protocol version 2 (MS-CHAP v2)—a mutual authentication protocol </a:t>
            </a:r>
          </a:p>
          <a:p>
            <a:pPr lvl="1"/>
            <a:r>
              <a:rPr lang="en-US" sz="2200" dirty="0"/>
              <a:t>Microsoft Challenge Handshake Authentication Protocol (MS-CHAP)—an earlier version</a:t>
            </a:r>
          </a:p>
          <a:p>
            <a:pPr lvl="1"/>
            <a:r>
              <a:rPr lang="en-US" sz="2200" dirty="0"/>
              <a:t>Password Authentication Protocol (PAP)</a:t>
            </a:r>
          </a:p>
          <a:p>
            <a:endParaRPr lang="en-US" dirty="0"/>
          </a:p>
        </p:txBody>
      </p:sp>
    </p:spTree>
    <p:extLst>
      <p:ext uri="{BB962C8B-B14F-4D97-AF65-F5344CB8AC3E}">
        <p14:creationId xmlns:p14="http://schemas.microsoft.com/office/powerpoint/2010/main" val="2159532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E76CC-FA9E-C616-0FAE-012E98AF42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1FD37B-14B6-9172-4398-3C82F5EAA3D2}"/>
              </a:ext>
            </a:extLst>
          </p:cNvPr>
          <p:cNvSpPr>
            <a:spLocks noGrp="1"/>
          </p:cNvSpPr>
          <p:nvPr>
            <p:ph type="title"/>
          </p:nvPr>
        </p:nvSpPr>
        <p:spPr/>
        <p:txBody>
          <a:bodyPr/>
          <a:lstStyle/>
          <a:p>
            <a:r>
              <a:rPr lang="en-US" dirty="0"/>
              <a:t>Authentication and Authorization (3 of 8)</a:t>
            </a:r>
          </a:p>
        </p:txBody>
      </p:sp>
      <p:sp>
        <p:nvSpPr>
          <p:cNvPr id="3" name="Content Placeholder 2">
            <a:extLst>
              <a:ext uri="{FF2B5EF4-FFF2-40B4-BE49-F238E27FC236}">
                <a16:creationId xmlns:a16="http://schemas.microsoft.com/office/drawing/2014/main" id="{D4060EBF-B068-47B5-48D7-B272887C83AC}"/>
              </a:ext>
            </a:extLst>
          </p:cNvPr>
          <p:cNvSpPr>
            <a:spLocks noGrp="1"/>
          </p:cNvSpPr>
          <p:nvPr>
            <p:ph idx="1"/>
          </p:nvPr>
        </p:nvSpPr>
        <p:spPr>
          <a:xfrm>
            <a:off x="476843" y="1385359"/>
            <a:ext cx="11241915" cy="4351338"/>
          </a:xfrm>
        </p:spPr>
        <p:txBody>
          <a:bodyPr/>
          <a:lstStyle/>
          <a:p>
            <a:r>
              <a:rPr lang="en-US" altLang="zh-CN" b="1" dirty="0"/>
              <a:t>Multifactor Authentication (MFA) </a:t>
            </a:r>
            <a:r>
              <a:rPr lang="en-US" altLang="zh-CN" dirty="0"/>
              <a:t>requires a user to supply two or more types of authentication drawn from these credential categories:</a:t>
            </a:r>
          </a:p>
          <a:p>
            <a:pPr lvl="1"/>
            <a:r>
              <a:rPr lang="en-US" altLang="zh-CN" sz="2200" i="1" dirty="0"/>
              <a:t>Knowledge</a:t>
            </a:r>
            <a:r>
              <a:rPr lang="en-US" altLang="zh-CN" sz="2200" dirty="0"/>
              <a:t>—what the user knows (username/password)</a:t>
            </a:r>
          </a:p>
          <a:p>
            <a:pPr lvl="1"/>
            <a:r>
              <a:rPr lang="en-US" altLang="zh-CN" sz="2200" i="1" dirty="0"/>
              <a:t>Possession</a:t>
            </a:r>
            <a:r>
              <a:rPr lang="en-US" altLang="zh-CN" sz="2200" dirty="0"/>
              <a:t>—what the user has (smart card or key)</a:t>
            </a:r>
          </a:p>
          <a:p>
            <a:pPr lvl="1"/>
            <a:r>
              <a:rPr lang="en-US" altLang="zh-CN" sz="2200" i="1" dirty="0"/>
              <a:t>Inherence</a:t>
            </a:r>
            <a:r>
              <a:rPr lang="en-US" altLang="zh-CN" sz="2200" dirty="0"/>
              <a:t>—what the user is; a unique biometric identifying trait</a:t>
            </a:r>
          </a:p>
          <a:p>
            <a:r>
              <a:rPr lang="en-US" dirty="0"/>
              <a:t>Windows OSs allows passwords up to 128 characters</a:t>
            </a:r>
          </a:p>
          <a:p>
            <a:pPr lvl="1"/>
            <a:r>
              <a:rPr lang="en-US" sz="2200" dirty="0"/>
              <a:t>A minimum of five to eight characters is typical</a:t>
            </a:r>
          </a:p>
          <a:p>
            <a:pPr lvl="1"/>
            <a:r>
              <a:rPr lang="en-US" sz="2200" dirty="0"/>
              <a:t>Other password options include: maximum password age, minimum password age, and enforce password history</a:t>
            </a:r>
          </a:p>
        </p:txBody>
      </p:sp>
    </p:spTree>
    <p:extLst>
      <p:ext uri="{BB962C8B-B14F-4D97-AF65-F5344CB8AC3E}">
        <p14:creationId xmlns:p14="http://schemas.microsoft.com/office/powerpoint/2010/main" val="586511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Authentication and Authorization (4 of 8)</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9-1  </a:t>
            </a:r>
            <a:r>
              <a:rPr lang="en-US" sz="2400" dirty="0">
                <a:latin typeface="Work Sans" pitchFamily="2" charset="0"/>
              </a:rPr>
              <a:t>Password policy settings in Windows 11</a:t>
            </a:r>
          </a:p>
        </p:txBody>
      </p:sp>
      <p:pic>
        <p:nvPicPr>
          <p:cNvPr id="4" name="Picture 3" descr="Password policies for a Windows 11 computer can be set by accessing the Local Security Policy console. This is found in Administrative Tools in the Control Panel. Password Policy is selected in the Local Security Policy console.&#10;">
            <a:extLst>
              <a:ext uri="{FF2B5EF4-FFF2-40B4-BE49-F238E27FC236}">
                <a16:creationId xmlns:a16="http://schemas.microsoft.com/office/drawing/2014/main" id="{1EBB6A3E-BE20-2CE6-24D7-55425B347B2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33689" y="1331210"/>
            <a:ext cx="5414413" cy="4064618"/>
          </a:xfrm>
          <a:prstGeom prst="rect">
            <a:avLst/>
          </a:prstGeom>
        </p:spPr>
      </p:pic>
    </p:spTree>
    <p:extLst>
      <p:ext uri="{BB962C8B-B14F-4D97-AF65-F5344CB8AC3E}">
        <p14:creationId xmlns:p14="http://schemas.microsoft.com/office/powerpoint/2010/main" val="1204174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9EC49-1F8B-B7FA-DB20-FEFAD6A82D87}"/>
              </a:ext>
            </a:extLst>
          </p:cNvPr>
          <p:cNvSpPr>
            <a:spLocks noGrp="1"/>
          </p:cNvSpPr>
          <p:nvPr>
            <p:ph type="title"/>
          </p:nvPr>
        </p:nvSpPr>
        <p:spPr/>
        <p:txBody>
          <a:bodyPr/>
          <a:lstStyle/>
          <a:p>
            <a:r>
              <a:rPr lang="en-US" dirty="0"/>
              <a:t>Authentication and Authorization (5 of 8)</a:t>
            </a:r>
          </a:p>
        </p:txBody>
      </p:sp>
      <p:sp>
        <p:nvSpPr>
          <p:cNvPr id="3" name="Content Placeholder 2">
            <a:extLst>
              <a:ext uri="{FF2B5EF4-FFF2-40B4-BE49-F238E27FC236}">
                <a16:creationId xmlns:a16="http://schemas.microsoft.com/office/drawing/2014/main" id="{682D9F7F-610D-0B46-DD9C-F3E94E4B9AEB}"/>
              </a:ext>
            </a:extLst>
          </p:cNvPr>
          <p:cNvSpPr>
            <a:spLocks noGrp="1"/>
          </p:cNvSpPr>
          <p:nvPr>
            <p:ph idx="1"/>
          </p:nvPr>
        </p:nvSpPr>
        <p:spPr>
          <a:xfrm>
            <a:off x="476843" y="1441803"/>
            <a:ext cx="11241915" cy="4351338"/>
          </a:xfrm>
        </p:spPr>
        <p:txBody>
          <a:bodyPr/>
          <a:lstStyle/>
          <a:p>
            <a:r>
              <a:rPr lang="en-US" b="1" dirty="0"/>
              <a:t>Password Dos and Don’ts </a:t>
            </a:r>
            <a:r>
              <a:rPr lang="en-US" dirty="0"/>
              <a:t>include the following:</a:t>
            </a:r>
          </a:p>
          <a:p>
            <a:pPr lvl="1"/>
            <a:r>
              <a:rPr lang="en-US" sz="2200" dirty="0"/>
              <a:t>Use a </a:t>
            </a:r>
            <a:r>
              <a:rPr lang="en-US" sz="2200" b="1" dirty="0"/>
              <a:t>combination</a:t>
            </a:r>
            <a:r>
              <a:rPr lang="en-US" sz="2200" dirty="0"/>
              <a:t> of uppercase letters, lowercase letters, numbers, and special characters</a:t>
            </a:r>
          </a:p>
          <a:p>
            <a:pPr lvl="1"/>
            <a:r>
              <a:rPr lang="en-US" sz="2200" dirty="0"/>
              <a:t>Consider using a </a:t>
            </a:r>
            <a:r>
              <a:rPr lang="en-US" sz="2200" b="1" dirty="0"/>
              <a:t>phrase</a:t>
            </a:r>
            <a:r>
              <a:rPr lang="en-US" sz="2200" dirty="0"/>
              <a:t>, such as NetW@rk1ng!sC00l</a:t>
            </a:r>
          </a:p>
          <a:p>
            <a:pPr lvl="1"/>
            <a:r>
              <a:rPr lang="en-US" sz="2200" b="1" dirty="0"/>
              <a:t>Don’t use passwords </a:t>
            </a:r>
            <a:r>
              <a:rPr lang="en-US" sz="2200" dirty="0"/>
              <a:t>based on your logon name, your family members’ or pets’ names</a:t>
            </a:r>
          </a:p>
          <a:p>
            <a:pPr lvl="1"/>
            <a:r>
              <a:rPr lang="en-US" sz="2200" dirty="0"/>
              <a:t>Don’t use common dictionary words unless they are part of a phrase</a:t>
            </a:r>
          </a:p>
          <a:p>
            <a:pPr lvl="1"/>
            <a:r>
              <a:rPr lang="en-US" sz="2200" dirty="0"/>
              <a:t>Don’t make your password so complex that you forget it unless you are using a </a:t>
            </a:r>
            <a:r>
              <a:rPr lang="en-US" sz="2200" b="1" dirty="0"/>
              <a:t>password manager</a:t>
            </a:r>
          </a:p>
          <a:p>
            <a:endParaRPr lang="en-US" dirty="0"/>
          </a:p>
        </p:txBody>
      </p:sp>
    </p:spTree>
    <p:extLst>
      <p:ext uri="{BB962C8B-B14F-4D97-AF65-F5344CB8AC3E}">
        <p14:creationId xmlns:p14="http://schemas.microsoft.com/office/powerpoint/2010/main" val="3126974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1BB0-E40C-8AFA-4BE5-DCAB5455A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1AFE2-5183-E39C-6A38-66F3A0B9FCAE}"/>
              </a:ext>
            </a:extLst>
          </p:cNvPr>
          <p:cNvSpPr>
            <a:spLocks noGrp="1"/>
          </p:cNvSpPr>
          <p:nvPr>
            <p:ph type="title"/>
          </p:nvPr>
        </p:nvSpPr>
        <p:spPr/>
        <p:txBody>
          <a:bodyPr/>
          <a:lstStyle/>
          <a:p>
            <a:r>
              <a:rPr lang="en-US" dirty="0"/>
              <a:t>Authentication and Authorization (6 of 8)</a:t>
            </a:r>
          </a:p>
        </p:txBody>
      </p:sp>
      <p:sp>
        <p:nvSpPr>
          <p:cNvPr id="5" name="TextBox 4">
            <a:extLst>
              <a:ext uri="{FF2B5EF4-FFF2-40B4-BE49-F238E27FC236}">
                <a16:creationId xmlns:a16="http://schemas.microsoft.com/office/drawing/2014/main" id="{67F29E93-1DBB-F25F-2A14-40F514F0EA90}"/>
              </a:ext>
            </a:extLst>
          </p:cNvPr>
          <p:cNvSpPr txBox="1"/>
          <p:nvPr/>
        </p:nvSpPr>
        <p:spPr>
          <a:xfrm>
            <a:off x="7315200" y="2189935"/>
            <a:ext cx="4294598" cy="3046988"/>
          </a:xfrm>
          <a:prstGeom prst="rect">
            <a:avLst/>
          </a:prstGeom>
          <a:noFill/>
        </p:spPr>
        <p:txBody>
          <a:bodyPr wrap="square" rtlCol="0">
            <a:spAutoFit/>
          </a:bodyPr>
          <a:lstStyle/>
          <a:p>
            <a:r>
              <a:rPr lang="en-US" sz="2400" b="1" dirty="0">
                <a:latin typeface="Work Sans" pitchFamily="2" charset="0"/>
              </a:rPr>
              <a:t>Figure 9-2  </a:t>
            </a:r>
            <a:r>
              <a:rPr lang="en-US" sz="2400" dirty="0">
                <a:latin typeface="Work Sans" pitchFamily="2" charset="0"/>
              </a:rPr>
              <a:t>Setting logon hours for a user</a:t>
            </a:r>
          </a:p>
          <a:p>
            <a:endParaRPr lang="en-US" sz="2400" dirty="0">
              <a:latin typeface="Work Sans" pitchFamily="2" charset="0"/>
            </a:endParaRPr>
          </a:p>
          <a:p>
            <a:r>
              <a:rPr lang="en-US" altLang="zh-CN" sz="2400" dirty="0">
                <a:latin typeface="+mn-lt"/>
                <a:cs typeface="Arial" panose="020B0604020202020204" pitchFamily="34" charset="0"/>
              </a:rPr>
              <a:t>Most OSs have solutions to restrict logon time by time of day, day of week, and location.</a:t>
            </a:r>
          </a:p>
          <a:p>
            <a:endParaRPr lang="en-US" sz="2400" dirty="0">
              <a:latin typeface="Work Sans" pitchFamily="2" charset="0"/>
            </a:endParaRPr>
          </a:p>
        </p:txBody>
      </p:sp>
      <p:pic>
        <p:nvPicPr>
          <p:cNvPr id="4" name="Picture 3" descr="Logon hours is set for a user in Windows 11. In the console, the dark boxes indicate times that the user can log on and the white boxes indicate hours the user can't log on. In this example, the user cannot log on from 2 to 4 a m.&#10;">
            <a:extLst>
              <a:ext uri="{FF2B5EF4-FFF2-40B4-BE49-F238E27FC236}">
                <a16:creationId xmlns:a16="http://schemas.microsoft.com/office/drawing/2014/main" id="{8A968D78-A9FB-58AA-57C2-687B2BC3EDB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51468" y="1094108"/>
            <a:ext cx="5516460" cy="4141226"/>
          </a:xfrm>
          <a:prstGeom prst="rect">
            <a:avLst/>
          </a:prstGeom>
        </p:spPr>
      </p:pic>
    </p:spTree>
    <p:extLst>
      <p:ext uri="{BB962C8B-B14F-4D97-AF65-F5344CB8AC3E}">
        <p14:creationId xmlns:p14="http://schemas.microsoft.com/office/powerpoint/2010/main" val="2650013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B6F07-5C7E-3157-49BD-3A5A47D37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F138B-1456-986C-C80B-DF3E20601157}"/>
              </a:ext>
            </a:extLst>
          </p:cNvPr>
          <p:cNvSpPr>
            <a:spLocks noGrp="1"/>
          </p:cNvSpPr>
          <p:nvPr>
            <p:ph type="title"/>
          </p:nvPr>
        </p:nvSpPr>
        <p:spPr/>
        <p:txBody>
          <a:bodyPr/>
          <a:lstStyle/>
          <a:p>
            <a:r>
              <a:rPr lang="en-US" dirty="0"/>
              <a:t>Authentication and Authorization (7 of 8)</a:t>
            </a:r>
          </a:p>
        </p:txBody>
      </p:sp>
      <p:sp>
        <p:nvSpPr>
          <p:cNvPr id="5" name="TextBox 4">
            <a:extLst>
              <a:ext uri="{FF2B5EF4-FFF2-40B4-BE49-F238E27FC236}">
                <a16:creationId xmlns:a16="http://schemas.microsoft.com/office/drawing/2014/main" id="{2D9544EB-8182-5875-E8A4-D7CF3DEBB0B9}"/>
              </a:ext>
            </a:extLst>
          </p:cNvPr>
          <p:cNvSpPr txBox="1"/>
          <p:nvPr/>
        </p:nvSpPr>
        <p:spPr>
          <a:xfrm>
            <a:off x="7315200" y="2189935"/>
            <a:ext cx="4294598" cy="2677656"/>
          </a:xfrm>
          <a:prstGeom prst="rect">
            <a:avLst/>
          </a:prstGeom>
          <a:noFill/>
        </p:spPr>
        <p:txBody>
          <a:bodyPr wrap="square" rtlCol="0">
            <a:spAutoFit/>
          </a:bodyPr>
          <a:lstStyle/>
          <a:p>
            <a:r>
              <a:rPr lang="en-US" sz="2400" b="1" dirty="0">
                <a:latin typeface="Work Sans" pitchFamily="2" charset="0"/>
              </a:rPr>
              <a:t>Figure 9-3  </a:t>
            </a:r>
            <a:r>
              <a:rPr lang="en-US" sz="2400" dirty="0">
                <a:latin typeface="Work Sans" pitchFamily="2" charset="0"/>
              </a:rPr>
              <a:t>The Logon Workstations dialog box</a:t>
            </a:r>
          </a:p>
          <a:p>
            <a:endParaRPr lang="en-US" sz="2400" dirty="0">
              <a:latin typeface="Work Sans" pitchFamily="2" charset="0"/>
            </a:endParaRPr>
          </a:p>
          <a:p>
            <a:r>
              <a:rPr lang="en-US" altLang="zh-CN" sz="2400" dirty="0">
                <a:latin typeface="+mn-lt"/>
                <a:cs typeface="Arial" panose="020B0604020202020204" pitchFamily="34" charset="0"/>
              </a:rPr>
              <a:t>Users can be restricted to logging on only from particular workstations. </a:t>
            </a:r>
          </a:p>
          <a:p>
            <a:endParaRPr lang="en-US" sz="2400" dirty="0">
              <a:latin typeface="Work Sans" pitchFamily="2" charset="0"/>
            </a:endParaRPr>
          </a:p>
        </p:txBody>
      </p:sp>
      <p:pic>
        <p:nvPicPr>
          <p:cNvPr id="4" name="Picture 3" descr="The Windows user account settings for logon location which can be used to restrict users to log on from particular workstations only. In the Logon Workstations dialog box, a particular user has been configured to log on only to the computer named j riley 01 and engineering. &#10;">
            <a:extLst>
              <a:ext uri="{FF2B5EF4-FFF2-40B4-BE49-F238E27FC236}">
                <a16:creationId xmlns:a16="http://schemas.microsoft.com/office/drawing/2014/main" id="{341570B1-5E48-E585-3495-19DADE8AF96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2756" y="1321739"/>
            <a:ext cx="5287487" cy="3973808"/>
          </a:xfrm>
          <a:prstGeom prst="rect">
            <a:avLst/>
          </a:prstGeom>
        </p:spPr>
      </p:pic>
    </p:spTree>
    <p:extLst>
      <p:ext uri="{BB962C8B-B14F-4D97-AF65-F5344CB8AC3E}">
        <p14:creationId xmlns:p14="http://schemas.microsoft.com/office/powerpoint/2010/main" val="4093059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B7ED4-3572-69CB-B7D3-9355EF7E795E}"/>
              </a:ext>
            </a:extLst>
          </p:cNvPr>
          <p:cNvSpPr>
            <a:spLocks noGrp="1"/>
          </p:cNvSpPr>
          <p:nvPr>
            <p:ph type="title"/>
          </p:nvPr>
        </p:nvSpPr>
        <p:spPr/>
        <p:txBody>
          <a:bodyPr/>
          <a:lstStyle/>
          <a:p>
            <a:r>
              <a:rPr lang="en-US" dirty="0"/>
              <a:t>Authentication and Authorization (8 of 8)</a:t>
            </a:r>
          </a:p>
        </p:txBody>
      </p:sp>
      <p:sp>
        <p:nvSpPr>
          <p:cNvPr id="3" name="Content Placeholder 2">
            <a:extLst>
              <a:ext uri="{FF2B5EF4-FFF2-40B4-BE49-F238E27FC236}">
                <a16:creationId xmlns:a16="http://schemas.microsoft.com/office/drawing/2014/main" id="{63919648-5183-7FF4-76D4-FBE59E2BB3F6}"/>
              </a:ext>
            </a:extLst>
          </p:cNvPr>
          <p:cNvSpPr>
            <a:spLocks noGrp="1"/>
          </p:cNvSpPr>
          <p:nvPr>
            <p:ph idx="1"/>
          </p:nvPr>
        </p:nvSpPr>
        <p:spPr>
          <a:xfrm>
            <a:off x="476843" y="1385358"/>
            <a:ext cx="11241915" cy="4351338"/>
          </a:xfrm>
        </p:spPr>
        <p:txBody>
          <a:bodyPr/>
          <a:lstStyle/>
          <a:p>
            <a:r>
              <a:rPr lang="en-US" b="1" dirty="0"/>
              <a:t>Authorizing Access to Files and Folders</a:t>
            </a:r>
          </a:p>
          <a:p>
            <a:pPr lvl="1"/>
            <a:r>
              <a:rPr lang="en-US" sz="2200" dirty="0"/>
              <a:t>File system </a:t>
            </a:r>
            <a:r>
              <a:rPr lang="en-US" sz="2200" b="1" dirty="0"/>
              <a:t>security</a:t>
            </a:r>
            <a:r>
              <a:rPr lang="en-US" sz="2200" dirty="0"/>
              <a:t> allows administrators to assign file and folder permissions to users or groups</a:t>
            </a:r>
          </a:p>
          <a:p>
            <a:pPr lvl="1"/>
            <a:r>
              <a:rPr lang="en-US" sz="2200" b="1" dirty="0"/>
              <a:t>Permissions</a:t>
            </a:r>
            <a:r>
              <a:rPr lang="en-US" sz="2200" dirty="0"/>
              <a:t> define the level of access a user has to the file system</a:t>
            </a:r>
          </a:p>
          <a:p>
            <a:pPr lvl="1"/>
            <a:r>
              <a:rPr lang="en-US" sz="2200" dirty="0"/>
              <a:t>File and folder permissions are a necessary tool administrators use to make network resources secure</a:t>
            </a:r>
          </a:p>
          <a:p>
            <a:pPr lvl="1"/>
            <a:r>
              <a:rPr lang="en-US" sz="2200" dirty="0"/>
              <a:t>The </a:t>
            </a:r>
            <a:r>
              <a:rPr lang="en-US" sz="2200" b="1" dirty="0"/>
              <a:t>principle of least privilege </a:t>
            </a:r>
            <a:r>
              <a:rPr lang="en-US" sz="2200" dirty="0"/>
              <a:t>(</a:t>
            </a:r>
            <a:r>
              <a:rPr lang="en-US" sz="2200" b="1" dirty="0"/>
              <a:t>PoLP</a:t>
            </a:r>
            <a:r>
              <a:rPr lang="en-US" sz="2200" dirty="0"/>
              <a:t>) is a security concept that states users should have only the necessary permission to perform their jobs</a:t>
            </a:r>
          </a:p>
          <a:p>
            <a:pPr lvl="1"/>
            <a:r>
              <a:rPr lang="en-US" sz="2200" dirty="0"/>
              <a:t>Permissions don’t protect data traversing the network media</a:t>
            </a:r>
          </a:p>
          <a:p>
            <a:endParaRPr lang="en-US" dirty="0"/>
          </a:p>
        </p:txBody>
      </p:sp>
    </p:spTree>
    <p:extLst>
      <p:ext uri="{BB962C8B-B14F-4D97-AF65-F5344CB8AC3E}">
        <p14:creationId xmlns:p14="http://schemas.microsoft.com/office/powerpoint/2010/main" val="1172929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73536-00FB-A5EE-B669-13CB2A1F13DB}"/>
              </a:ext>
            </a:extLst>
          </p:cNvPr>
          <p:cNvSpPr>
            <a:spLocks noGrp="1"/>
          </p:cNvSpPr>
          <p:nvPr>
            <p:ph type="title"/>
          </p:nvPr>
        </p:nvSpPr>
        <p:spPr/>
        <p:txBody>
          <a:bodyPr/>
          <a:lstStyle/>
          <a:p>
            <a:r>
              <a:rPr lang="en-US" dirty="0"/>
              <a:t>Securing Data with Encryption (1 of 3)</a:t>
            </a:r>
          </a:p>
        </p:txBody>
      </p:sp>
      <p:sp>
        <p:nvSpPr>
          <p:cNvPr id="3" name="Content Placeholder 2">
            <a:extLst>
              <a:ext uri="{FF2B5EF4-FFF2-40B4-BE49-F238E27FC236}">
                <a16:creationId xmlns:a16="http://schemas.microsoft.com/office/drawing/2014/main" id="{54F8DF5F-37A0-4ACA-B249-CFFA7718DFFF}"/>
              </a:ext>
            </a:extLst>
          </p:cNvPr>
          <p:cNvSpPr>
            <a:spLocks noGrp="1"/>
          </p:cNvSpPr>
          <p:nvPr>
            <p:ph idx="1"/>
          </p:nvPr>
        </p:nvSpPr>
        <p:spPr>
          <a:xfrm>
            <a:off x="476843" y="1396647"/>
            <a:ext cx="11241915" cy="4351338"/>
          </a:xfrm>
        </p:spPr>
        <p:txBody>
          <a:bodyPr/>
          <a:lstStyle/>
          <a:p>
            <a:r>
              <a:rPr lang="en-US" b="1" dirty="0"/>
              <a:t>Encryption prevents </a:t>
            </a:r>
            <a:r>
              <a:rPr lang="en-US" dirty="0"/>
              <a:t>people from using eavesdropping technology, such as a protocol analyzer (packet sniffer), to capture packets </a:t>
            </a:r>
          </a:p>
          <a:p>
            <a:r>
              <a:rPr lang="en-US" altLang="zh-CN" dirty="0"/>
              <a:t>Data can also be </a:t>
            </a:r>
            <a:r>
              <a:rPr lang="en-US" altLang="zh-CN" b="1" dirty="0"/>
              <a:t>secured with encryption </a:t>
            </a:r>
            <a:r>
              <a:rPr lang="en-US" altLang="zh-CN" dirty="0"/>
              <a:t>to prevent someone who has gained physical access to a computer from being able to use the data</a:t>
            </a:r>
          </a:p>
          <a:p>
            <a:r>
              <a:rPr lang="en-US" dirty="0"/>
              <a:t>Familiarize yourself with the terms listed in the text</a:t>
            </a:r>
          </a:p>
        </p:txBody>
      </p:sp>
    </p:spTree>
    <p:extLst>
      <p:ext uri="{BB962C8B-B14F-4D97-AF65-F5344CB8AC3E}">
        <p14:creationId xmlns:p14="http://schemas.microsoft.com/office/powerpoint/2010/main" val="3250549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832AF-32CC-8839-2D54-CFB16A8E6A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1EB7B-10D9-F951-61FA-43578A32EEC2}"/>
              </a:ext>
            </a:extLst>
          </p:cNvPr>
          <p:cNvSpPr>
            <a:spLocks noGrp="1"/>
          </p:cNvSpPr>
          <p:nvPr>
            <p:ph type="title"/>
          </p:nvPr>
        </p:nvSpPr>
        <p:spPr/>
        <p:txBody>
          <a:bodyPr/>
          <a:lstStyle/>
          <a:p>
            <a:r>
              <a:rPr lang="en-US" dirty="0"/>
              <a:t>Securing Data with Encryption (2 of 3)</a:t>
            </a:r>
          </a:p>
        </p:txBody>
      </p:sp>
      <p:sp>
        <p:nvSpPr>
          <p:cNvPr id="3" name="Content Placeholder 2">
            <a:extLst>
              <a:ext uri="{FF2B5EF4-FFF2-40B4-BE49-F238E27FC236}">
                <a16:creationId xmlns:a16="http://schemas.microsoft.com/office/drawing/2014/main" id="{7021E226-D572-7487-396D-A9BD0B9A71D9}"/>
              </a:ext>
            </a:extLst>
          </p:cNvPr>
          <p:cNvSpPr>
            <a:spLocks noGrp="1"/>
          </p:cNvSpPr>
          <p:nvPr>
            <p:ph idx="1"/>
          </p:nvPr>
        </p:nvSpPr>
        <p:spPr>
          <a:xfrm>
            <a:off x="476843" y="1464381"/>
            <a:ext cx="11241915" cy="4351338"/>
          </a:xfrm>
        </p:spPr>
        <p:txBody>
          <a:bodyPr/>
          <a:lstStyle/>
          <a:p>
            <a:r>
              <a:rPr lang="en-US" dirty="0"/>
              <a:t>Using </a:t>
            </a:r>
            <a:r>
              <a:rPr lang="en-US" b="1" dirty="0"/>
              <a:t>IPsec to Secure </a:t>
            </a:r>
            <a:r>
              <a:rPr lang="en-US" dirty="0"/>
              <a:t>Network Data</a:t>
            </a:r>
          </a:p>
          <a:p>
            <a:pPr lvl="1"/>
            <a:r>
              <a:rPr lang="en-US" sz="2200" dirty="0"/>
              <a:t>The most widely used method for </a:t>
            </a:r>
            <a:r>
              <a:rPr lang="en-US" sz="2200" b="1" dirty="0"/>
              <a:t>encrypting data </a:t>
            </a:r>
            <a:r>
              <a:rPr lang="en-US" sz="2200" dirty="0"/>
              <a:t>is using IP Security (IPsec)</a:t>
            </a:r>
          </a:p>
          <a:p>
            <a:pPr lvl="1"/>
            <a:r>
              <a:rPr lang="en-US" sz="2200" dirty="0"/>
              <a:t>An </a:t>
            </a:r>
            <a:r>
              <a:rPr lang="en-US" sz="2200" b="1" dirty="0"/>
              <a:t>association</a:t>
            </a:r>
            <a:r>
              <a:rPr lang="en-US" sz="2200" dirty="0"/>
              <a:t> is </a:t>
            </a:r>
            <a:r>
              <a:rPr lang="en-US" sz="2200" b="1" dirty="0"/>
              <a:t>formed by two devices </a:t>
            </a:r>
            <a:r>
              <a:rPr lang="en-US" sz="2200" dirty="0"/>
              <a:t>authenticating their identities via a </a:t>
            </a:r>
            <a:r>
              <a:rPr lang="en-US" sz="2200" b="1" dirty="0"/>
              <a:t>preshared</a:t>
            </a:r>
            <a:r>
              <a:rPr lang="en-US" sz="2200" dirty="0"/>
              <a:t> key, Kerberos authentication, or digital certificates</a:t>
            </a:r>
          </a:p>
          <a:p>
            <a:pPr lvl="1"/>
            <a:r>
              <a:rPr lang="en-US" sz="2200" dirty="0"/>
              <a:t>A </a:t>
            </a:r>
            <a:r>
              <a:rPr lang="en-US" sz="2200" b="1" dirty="0"/>
              <a:t>preshared key </a:t>
            </a:r>
            <a:r>
              <a:rPr lang="en-US" sz="2200" dirty="0"/>
              <a:t>is series of letters, numbers, and special characters that two devices use to authenticate each other’s identity (an administrator enters the same key in the IPsec settings on both devices)</a:t>
            </a:r>
          </a:p>
        </p:txBody>
      </p:sp>
    </p:spTree>
    <p:extLst>
      <p:ext uri="{BB962C8B-B14F-4D97-AF65-F5344CB8AC3E}">
        <p14:creationId xmlns:p14="http://schemas.microsoft.com/office/powerpoint/2010/main" val="2081063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93D9E-FA4A-47DB-33C2-042386DFD5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A3CA06-1086-6D29-01B2-CC206D55C4A6}"/>
              </a:ext>
            </a:extLst>
          </p:cNvPr>
          <p:cNvSpPr>
            <a:spLocks noGrp="1"/>
          </p:cNvSpPr>
          <p:nvPr>
            <p:ph type="title"/>
          </p:nvPr>
        </p:nvSpPr>
        <p:spPr/>
        <p:txBody>
          <a:bodyPr/>
          <a:lstStyle/>
          <a:p>
            <a:r>
              <a:rPr lang="en-US" dirty="0"/>
              <a:t>Securing Data with Encryption (3 of 3)</a:t>
            </a:r>
          </a:p>
        </p:txBody>
      </p:sp>
      <p:sp>
        <p:nvSpPr>
          <p:cNvPr id="3" name="Content Placeholder 2">
            <a:extLst>
              <a:ext uri="{FF2B5EF4-FFF2-40B4-BE49-F238E27FC236}">
                <a16:creationId xmlns:a16="http://schemas.microsoft.com/office/drawing/2014/main" id="{173467DA-71A4-4F59-2701-7A68EF4B4E3E}"/>
              </a:ext>
            </a:extLst>
          </p:cNvPr>
          <p:cNvSpPr>
            <a:spLocks noGrp="1"/>
          </p:cNvSpPr>
          <p:nvPr>
            <p:ph idx="1"/>
          </p:nvPr>
        </p:nvSpPr>
        <p:spPr>
          <a:xfrm>
            <a:off x="476843" y="1407936"/>
            <a:ext cx="11241915" cy="4351338"/>
          </a:xfrm>
        </p:spPr>
        <p:txBody>
          <a:bodyPr/>
          <a:lstStyle/>
          <a:p>
            <a:r>
              <a:rPr lang="en-US" b="1" dirty="0"/>
              <a:t>Securing Data on Disk Drives</a:t>
            </a:r>
          </a:p>
          <a:p>
            <a:pPr lvl="1"/>
            <a:r>
              <a:rPr lang="en-US" sz="2200" dirty="0"/>
              <a:t>In Windows OSs, </a:t>
            </a:r>
            <a:r>
              <a:rPr lang="en-US" sz="2200" b="1" dirty="0"/>
              <a:t>Encrypting File System</a:t>
            </a:r>
            <a:r>
              <a:rPr lang="en-US" sz="2200" dirty="0"/>
              <a:t> (</a:t>
            </a:r>
            <a:r>
              <a:rPr lang="en-US" sz="2200" b="1" dirty="0"/>
              <a:t>EFS</a:t>
            </a:r>
            <a:r>
              <a:rPr lang="en-US" sz="2200" dirty="0"/>
              <a:t>) is used to encrypt files or folders</a:t>
            </a:r>
          </a:p>
          <a:p>
            <a:pPr lvl="1"/>
            <a:r>
              <a:rPr lang="en-US" sz="2200" dirty="0"/>
              <a:t>EFS works in one of </a:t>
            </a:r>
            <a:r>
              <a:rPr lang="en-US" sz="2200" b="1" dirty="0"/>
              <a:t>three modes</a:t>
            </a:r>
            <a:r>
              <a:rPr lang="en-US" sz="2200" dirty="0"/>
              <a:t>:</a:t>
            </a:r>
          </a:p>
          <a:p>
            <a:pPr lvl="2"/>
            <a:r>
              <a:rPr lang="en-US" sz="2200" dirty="0"/>
              <a:t>Transparent mode </a:t>
            </a:r>
          </a:p>
          <a:p>
            <a:pPr lvl="2"/>
            <a:r>
              <a:rPr lang="en-US" sz="2200" dirty="0"/>
              <a:t>USB key mode</a:t>
            </a:r>
          </a:p>
          <a:p>
            <a:pPr lvl="2"/>
            <a:r>
              <a:rPr lang="en-US" sz="2200" dirty="0"/>
              <a:t>User authentication mode</a:t>
            </a:r>
          </a:p>
          <a:p>
            <a:pPr lvl="1"/>
            <a:r>
              <a:rPr lang="en-US" sz="2200" b="1" dirty="0"/>
              <a:t>BitLocker</a:t>
            </a:r>
            <a:r>
              <a:rPr lang="en-US" sz="2200" dirty="0"/>
              <a:t> is a good security enhancement for servers that aren’t physically secure and for mobile devices at risk of being lost or stolen</a:t>
            </a:r>
          </a:p>
        </p:txBody>
      </p:sp>
    </p:spTree>
    <p:extLst>
      <p:ext uri="{BB962C8B-B14F-4D97-AF65-F5344CB8AC3E}">
        <p14:creationId xmlns:p14="http://schemas.microsoft.com/office/powerpoint/2010/main" val="17812868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2AAAC-D3ED-EBAE-9FC3-6AA32B9D47A9}"/>
              </a:ext>
            </a:extLst>
          </p:cNvPr>
          <p:cNvSpPr>
            <a:spLocks noGrp="1"/>
          </p:cNvSpPr>
          <p:nvPr>
            <p:ph type="title"/>
          </p:nvPr>
        </p:nvSpPr>
        <p:spPr/>
        <p:txBody>
          <a:bodyPr/>
          <a:lstStyle/>
          <a:p>
            <a:r>
              <a:rPr lang="en-US" dirty="0"/>
              <a:t>Securing Communication with Virtual Private Networks (1 of 4)</a:t>
            </a:r>
          </a:p>
        </p:txBody>
      </p:sp>
      <p:sp>
        <p:nvSpPr>
          <p:cNvPr id="3" name="Content Placeholder 2">
            <a:extLst>
              <a:ext uri="{FF2B5EF4-FFF2-40B4-BE49-F238E27FC236}">
                <a16:creationId xmlns:a16="http://schemas.microsoft.com/office/drawing/2014/main" id="{9DF2C7DA-799D-B274-AC8D-929BE60DE5AC}"/>
              </a:ext>
            </a:extLst>
          </p:cNvPr>
          <p:cNvSpPr>
            <a:spLocks noGrp="1"/>
          </p:cNvSpPr>
          <p:nvPr>
            <p:ph idx="1"/>
          </p:nvPr>
        </p:nvSpPr>
        <p:spPr/>
        <p:txBody>
          <a:bodyPr/>
          <a:lstStyle/>
          <a:p>
            <a:r>
              <a:rPr lang="en-US" dirty="0"/>
              <a:t>A </a:t>
            </a:r>
            <a:r>
              <a:rPr lang="en-US" b="1" dirty="0"/>
              <a:t>virtual private network (VPN) </a:t>
            </a:r>
            <a:r>
              <a:rPr lang="en-US" dirty="0"/>
              <a:t>uses the Internet to give users or branch offices secure access to a company’s network resources</a:t>
            </a:r>
          </a:p>
          <a:p>
            <a:r>
              <a:rPr lang="en-US" b="1" dirty="0"/>
              <a:t>VPNs</a:t>
            </a:r>
            <a:r>
              <a:rPr lang="en-US" dirty="0"/>
              <a:t> use encryption technology to ensure the communication is secure while traveling through the public Internet</a:t>
            </a:r>
          </a:p>
          <a:p>
            <a:r>
              <a:rPr lang="en-US" dirty="0"/>
              <a:t>A “</a:t>
            </a:r>
            <a:r>
              <a:rPr lang="en-US" b="1" dirty="0"/>
              <a:t>tunnel</a:t>
            </a:r>
            <a:r>
              <a:rPr lang="en-US" dirty="0"/>
              <a:t>” is created between the VPN client and VPN server</a:t>
            </a:r>
          </a:p>
          <a:p>
            <a:r>
              <a:rPr lang="en-US" dirty="0"/>
              <a:t>VPN servers can be configured on server OSs or they can be in the form of a dedicated device, such as a </a:t>
            </a:r>
            <a:r>
              <a:rPr lang="en-US" b="1" dirty="0"/>
              <a:t>VPN concentrator </a:t>
            </a:r>
            <a:r>
              <a:rPr lang="en-US" dirty="0"/>
              <a:t>or VPN router, with the sole purpose of handling VPN connections </a:t>
            </a:r>
          </a:p>
          <a:p>
            <a:endParaRPr lang="en-US" dirty="0"/>
          </a:p>
        </p:txBody>
      </p:sp>
    </p:spTree>
    <p:extLst>
      <p:ext uri="{BB962C8B-B14F-4D97-AF65-F5344CB8AC3E}">
        <p14:creationId xmlns:p14="http://schemas.microsoft.com/office/powerpoint/2010/main" val="544433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20302-7574-607C-1CBC-0ACB53FDA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E8841-AF26-92EC-4BEB-9CB0830108D5}"/>
              </a:ext>
            </a:extLst>
          </p:cNvPr>
          <p:cNvSpPr>
            <a:spLocks noGrp="1"/>
          </p:cNvSpPr>
          <p:nvPr>
            <p:ph type="title"/>
          </p:nvPr>
        </p:nvSpPr>
        <p:spPr/>
        <p:txBody>
          <a:bodyPr/>
          <a:lstStyle/>
          <a:p>
            <a:r>
              <a:rPr lang="en-US" dirty="0"/>
              <a:t>Securing Communication with Virtual Private Networks (2 of 4)</a:t>
            </a:r>
          </a:p>
        </p:txBody>
      </p:sp>
      <p:sp>
        <p:nvSpPr>
          <p:cNvPr id="5" name="TextBox 4">
            <a:extLst>
              <a:ext uri="{FF2B5EF4-FFF2-40B4-BE49-F238E27FC236}">
                <a16:creationId xmlns:a16="http://schemas.microsoft.com/office/drawing/2014/main" id="{CE398A24-65F0-6300-0093-8E9C07E954F0}"/>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9-4  </a:t>
            </a:r>
            <a:r>
              <a:rPr lang="en-US" sz="2400" dirty="0">
                <a:latin typeface="Work Sans" pitchFamily="2" charset="0"/>
              </a:rPr>
              <a:t>A typical VAN connection</a:t>
            </a:r>
          </a:p>
        </p:txBody>
      </p:sp>
      <p:pic>
        <p:nvPicPr>
          <p:cNvPr id="4" name="Picture 3" descr="A V P N connection between a client computer and an organization's network is indicated. A V P N client which is a remote access client accesses a V P N server through a V P N connection that provides a tunnel over the Internet. The V P N server is connected to the organization's network through a firewall.&#10;">
            <a:extLst>
              <a:ext uri="{FF2B5EF4-FFF2-40B4-BE49-F238E27FC236}">
                <a16:creationId xmlns:a16="http://schemas.microsoft.com/office/drawing/2014/main" id="{767CEC2E-5F4A-5A6C-26B5-2B12A090B3F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761068" y="1665038"/>
            <a:ext cx="4890150" cy="3609920"/>
          </a:xfrm>
          <a:prstGeom prst="rect">
            <a:avLst/>
          </a:prstGeom>
        </p:spPr>
      </p:pic>
    </p:spTree>
    <p:extLst>
      <p:ext uri="{BB962C8B-B14F-4D97-AF65-F5344CB8AC3E}">
        <p14:creationId xmlns:p14="http://schemas.microsoft.com/office/powerpoint/2010/main" val="1773535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0961E-AEFB-2E8E-6712-AAB5A94C940D}"/>
              </a:ext>
            </a:extLst>
          </p:cNvPr>
          <p:cNvSpPr>
            <a:spLocks noGrp="1"/>
          </p:cNvSpPr>
          <p:nvPr>
            <p:ph type="title"/>
          </p:nvPr>
        </p:nvSpPr>
        <p:spPr/>
        <p:txBody>
          <a:bodyPr/>
          <a:lstStyle/>
          <a:p>
            <a:r>
              <a:rPr lang="en-US" dirty="0"/>
              <a:t>Securing Communication with Virtual Private Networks (3 of 4)</a:t>
            </a:r>
          </a:p>
        </p:txBody>
      </p:sp>
      <p:sp>
        <p:nvSpPr>
          <p:cNvPr id="3" name="Content Placeholder 2">
            <a:extLst>
              <a:ext uri="{FF2B5EF4-FFF2-40B4-BE49-F238E27FC236}">
                <a16:creationId xmlns:a16="http://schemas.microsoft.com/office/drawing/2014/main" id="{75283B61-CCDB-04B3-60C0-341C93CF95CA}"/>
              </a:ext>
            </a:extLst>
          </p:cNvPr>
          <p:cNvSpPr>
            <a:spLocks noGrp="1"/>
          </p:cNvSpPr>
          <p:nvPr>
            <p:ph idx="1"/>
          </p:nvPr>
        </p:nvSpPr>
        <p:spPr/>
        <p:txBody>
          <a:bodyPr/>
          <a:lstStyle/>
          <a:p>
            <a:r>
              <a:rPr lang="en-US" sz="2200" b="1" dirty="0"/>
              <a:t>Windows server </a:t>
            </a:r>
            <a:r>
              <a:rPr lang="en-US" sz="2200" dirty="0"/>
              <a:t>OSs </a:t>
            </a:r>
            <a:r>
              <a:rPr lang="en-US" sz="2200" b="1" dirty="0"/>
              <a:t>include a VPN </a:t>
            </a:r>
            <a:r>
              <a:rPr lang="en-US" sz="2200" dirty="0"/>
              <a:t>server solution with the </a:t>
            </a:r>
            <a:r>
              <a:rPr lang="en-US" sz="2200" b="1" dirty="0"/>
              <a:t>Remote Access </a:t>
            </a:r>
            <a:r>
              <a:rPr lang="en-US" sz="2200" dirty="0"/>
              <a:t>server role</a:t>
            </a:r>
          </a:p>
          <a:p>
            <a:r>
              <a:rPr lang="en-US" sz="2200" dirty="0"/>
              <a:t>Windows supports </a:t>
            </a:r>
            <a:r>
              <a:rPr lang="en-US" sz="2200" b="1" dirty="0"/>
              <a:t>three implementations of VPN</a:t>
            </a:r>
            <a:r>
              <a:rPr lang="en-US" sz="2200" dirty="0"/>
              <a:t>:</a:t>
            </a:r>
          </a:p>
          <a:p>
            <a:pPr lvl="1"/>
            <a:r>
              <a:rPr lang="en-US" sz="2200" dirty="0"/>
              <a:t>Point-to-Point Tunneling Protocol (PPTP)—A commonly used VPN protocol in Windows OSs with client support for Linux and Mac OS X</a:t>
            </a:r>
          </a:p>
          <a:p>
            <a:pPr lvl="1"/>
            <a:r>
              <a:rPr lang="en-US" sz="2200" dirty="0"/>
              <a:t>Layer 2 Tunneling Protocol with IPsec (L2TP/IPsec)—Provides a higher level of security than PPTP and provides data integrity as well as identity verification</a:t>
            </a:r>
          </a:p>
          <a:p>
            <a:pPr lvl="1"/>
            <a:r>
              <a:rPr lang="en-US" sz="2200" dirty="0"/>
              <a:t>Secure Socket Tunneling Protocol (SSTP)—Works behind most firewalls, firewall administrators do not need to configure the firewall to allow VPN</a:t>
            </a:r>
          </a:p>
          <a:p>
            <a:endParaRPr lang="en-US" dirty="0"/>
          </a:p>
        </p:txBody>
      </p:sp>
    </p:spTree>
    <p:extLst>
      <p:ext uri="{BB962C8B-B14F-4D97-AF65-F5344CB8AC3E}">
        <p14:creationId xmlns:p14="http://schemas.microsoft.com/office/powerpoint/2010/main" val="20283830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EACE1-7DB7-CE66-07B8-AC6C2A3139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38CC0D-4254-3845-B38B-CFC14AEFAB73}"/>
              </a:ext>
            </a:extLst>
          </p:cNvPr>
          <p:cNvSpPr>
            <a:spLocks noGrp="1"/>
          </p:cNvSpPr>
          <p:nvPr>
            <p:ph type="title"/>
          </p:nvPr>
        </p:nvSpPr>
        <p:spPr/>
        <p:txBody>
          <a:bodyPr/>
          <a:lstStyle/>
          <a:p>
            <a:r>
              <a:rPr lang="en-US" dirty="0"/>
              <a:t>Securing Communication with Virtual Private Networks (4 of 4)</a:t>
            </a:r>
          </a:p>
        </p:txBody>
      </p:sp>
      <p:sp>
        <p:nvSpPr>
          <p:cNvPr id="3" name="Content Placeholder 2">
            <a:extLst>
              <a:ext uri="{FF2B5EF4-FFF2-40B4-BE49-F238E27FC236}">
                <a16:creationId xmlns:a16="http://schemas.microsoft.com/office/drawing/2014/main" id="{6B68BD20-E1D3-1B8F-4792-36765DC5F9F2}"/>
              </a:ext>
            </a:extLst>
          </p:cNvPr>
          <p:cNvSpPr>
            <a:spLocks noGrp="1"/>
          </p:cNvSpPr>
          <p:nvPr>
            <p:ph idx="1"/>
          </p:nvPr>
        </p:nvSpPr>
        <p:spPr/>
        <p:txBody>
          <a:bodyPr/>
          <a:lstStyle/>
          <a:p>
            <a:r>
              <a:rPr lang="en-US" b="1" dirty="0"/>
              <a:t>VPN Remote Access Modes</a:t>
            </a:r>
          </a:p>
          <a:p>
            <a:pPr lvl="1"/>
            <a:r>
              <a:rPr lang="en-US" sz="2200" dirty="0"/>
              <a:t>Two VPN modes are available with most VPN servers:</a:t>
            </a:r>
          </a:p>
          <a:p>
            <a:pPr lvl="2"/>
            <a:r>
              <a:rPr lang="en-US" sz="2200" b="1" dirty="0"/>
              <a:t>Site-to-site</a:t>
            </a:r>
            <a:r>
              <a:rPr lang="en-US" sz="2200" dirty="0"/>
              <a:t> VPN mode—a VPN connection is established between two VPN devices</a:t>
            </a:r>
          </a:p>
          <a:p>
            <a:pPr lvl="2"/>
            <a:r>
              <a:rPr lang="en-US" sz="2200" b="1" dirty="0"/>
              <a:t>Client-to-site</a:t>
            </a:r>
            <a:r>
              <a:rPr lang="en-US" sz="2200" dirty="0"/>
              <a:t> VPN mode—establishes a VPN connection between a single client computer and a VPN device</a:t>
            </a:r>
          </a:p>
          <a:p>
            <a:pPr lvl="1"/>
            <a:r>
              <a:rPr lang="en-US" sz="2200" dirty="0"/>
              <a:t>When shopping for a router that supports VPN connections from remote clients, look for one that supports </a:t>
            </a:r>
            <a:r>
              <a:rPr lang="en-US" sz="2200" b="1" dirty="0"/>
              <a:t>VPN tunnels</a:t>
            </a:r>
          </a:p>
          <a:p>
            <a:endParaRPr lang="en-US" dirty="0"/>
          </a:p>
        </p:txBody>
      </p:sp>
    </p:spTree>
    <p:extLst>
      <p:ext uri="{BB962C8B-B14F-4D97-AF65-F5344CB8AC3E}">
        <p14:creationId xmlns:p14="http://schemas.microsoft.com/office/powerpoint/2010/main" val="3089864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807B9-189A-8A4B-5AB4-303AFAD12DA6}"/>
              </a:ext>
            </a:extLst>
          </p:cNvPr>
          <p:cNvSpPr>
            <a:spLocks noGrp="1"/>
          </p:cNvSpPr>
          <p:nvPr>
            <p:ph type="title"/>
          </p:nvPr>
        </p:nvSpPr>
        <p:spPr>
          <a:xfrm>
            <a:off x="1591733" y="691438"/>
            <a:ext cx="10127025" cy="791111"/>
          </a:xfrm>
        </p:spPr>
        <p:txBody>
          <a:bodyPr/>
          <a:lstStyle/>
          <a:p>
            <a:r>
              <a:rPr lang="en-US" dirty="0"/>
              <a:t>Securing Wireless Networks </a:t>
            </a:r>
            <a:r>
              <a:rPr lang="en-US" sz="2800" dirty="0"/>
              <a:t>(1 of 2)</a:t>
            </a:r>
          </a:p>
        </p:txBody>
      </p:sp>
      <p:sp>
        <p:nvSpPr>
          <p:cNvPr id="3" name="Content Placeholder 2">
            <a:extLst>
              <a:ext uri="{FF2B5EF4-FFF2-40B4-BE49-F238E27FC236}">
                <a16:creationId xmlns:a16="http://schemas.microsoft.com/office/drawing/2014/main" id="{59236245-D83D-C65D-AAE5-337AA130C95C}"/>
              </a:ext>
            </a:extLst>
          </p:cNvPr>
          <p:cNvSpPr>
            <a:spLocks noGrp="1"/>
          </p:cNvSpPr>
          <p:nvPr>
            <p:ph idx="1"/>
          </p:nvPr>
        </p:nvSpPr>
        <p:spPr>
          <a:xfrm>
            <a:off x="476843" y="1482549"/>
            <a:ext cx="11241915" cy="4351338"/>
          </a:xfrm>
        </p:spPr>
        <p:txBody>
          <a:bodyPr/>
          <a:lstStyle/>
          <a:p>
            <a:r>
              <a:rPr lang="en-US" dirty="0"/>
              <a:t>Anyone with a wireless scanner and some software who gets within range of a wireless network’s signals </a:t>
            </a:r>
            <a:r>
              <a:rPr lang="en-US" b="1" dirty="0"/>
              <a:t>can intercept data</a:t>
            </a:r>
          </a:p>
          <a:p>
            <a:r>
              <a:rPr lang="en-US" b="1" dirty="0"/>
              <a:t>Wardrivers</a:t>
            </a:r>
            <a:r>
              <a:rPr lang="en-US" dirty="0"/>
              <a:t> are attackers who drive around looking for wireless LANs (WLANs) to intercept</a:t>
            </a:r>
          </a:p>
          <a:p>
            <a:r>
              <a:rPr lang="en-US" b="1" dirty="0"/>
              <a:t>Wireless security </a:t>
            </a:r>
            <a:r>
              <a:rPr lang="en-US" dirty="0"/>
              <a:t>must be enabled on all your devices by using one or more of the following methods:</a:t>
            </a:r>
          </a:p>
          <a:p>
            <a:pPr lvl="1"/>
            <a:r>
              <a:rPr lang="en-US" sz="2200" dirty="0"/>
              <a:t>Wireless encryption</a:t>
            </a:r>
          </a:p>
          <a:p>
            <a:pPr lvl="2"/>
            <a:r>
              <a:rPr lang="en-US" sz="2200" dirty="0"/>
              <a:t>Wi-Fi Protected Access 2 (WPA2), Wi-Fi Protected Access (WPA), and Wired Equivalent Privacy (WEP)</a:t>
            </a:r>
          </a:p>
          <a:p>
            <a:endParaRPr lang="en-US" dirty="0"/>
          </a:p>
        </p:txBody>
      </p:sp>
      <p:sp>
        <p:nvSpPr>
          <p:cNvPr id="5" name="TextBox 4">
            <a:extLst>
              <a:ext uri="{FF2B5EF4-FFF2-40B4-BE49-F238E27FC236}">
                <a16:creationId xmlns:a16="http://schemas.microsoft.com/office/drawing/2014/main" id="{E05AD8FA-259D-8257-62A0-CB7C393852C3}"/>
              </a:ext>
            </a:extLst>
          </p:cNvPr>
          <p:cNvSpPr txBox="1"/>
          <p:nvPr/>
        </p:nvSpPr>
        <p:spPr>
          <a:xfrm>
            <a:off x="327379" y="163696"/>
            <a:ext cx="1354666" cy="584775"/>
          </a:xfrm>
          <a:prstGeom prst="rect">
            <a:avLst/>
          </a:prstGeom>
          <a:noFill/>
        </p:spPr>
        <p:txBody>
          <a:bodyPr wrap="square">
            <a:spAutoFit/>
          </a:bodyPr>
          <a:lstStyle/>
          <a:p>
            <a:r>
              <a:rPr lang="en-US" sz="3200" b="1">
                <a:solidFill>
                  <a:schemeClr val="accent6">
                    <a:lumMod val="50000"/>
                  </a:schemeClr>
                </a:solidFill>
              </a:rPr>
              <a:t>Part 2</a:t>
            </a:r>
            <a:endParaRPr lang="en-US" sz="3200">
              <a:solidFill>
                <a:schemeClr val="accent6">
                  <a:lumMod val="50000"/>
                </a:schemeClr>
              </a:solidFill>
            </a:endParaRPr>
          </a:p>
        </p:txBody>
      </p:sp>
    </p:spTree>
    <p:extLst>
      <p:ext uri="{BB962C8B-B14F-4D97-AF65-F5344CB8AC3E}">
        <p14:creationId xmlns:p14="http://schemas.microsoft.com/office/powerpoint/2010/main" val="25187615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F5248-4F2D-FF99-32C1-649BED0F2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C88F2E-00D5-4DCB-E2C6-8426B32777FB}"/>
              </a:ext>
            </a:extLst>
          </p:cNvPr>
          <p:cNvSpPr>
            <a:spLocks noGrp="1"/>
          </p:cNvSpPr>
          <p:nvPr>
            <p:ph type="title"/>
          </p:nvPr>
        </p:nvSpPr>
        <p:spPr/>
        <p:txBody>
          <a:bodyPr/>
          <a:lstStyle/>
          <a:p>
            <a:r>
              <a:rPr lang="en-US" dirty="0"/>
              <a:t>Securing Wireless Networks (2 of 2)</a:t>
            </a:r>
          </a:p>
        </p:txBody>
      </p:sp>
      <p:sp>
        <p:nvSpPr>
          <p:cNvPr id="3" name="Content Placeholder 2">
            <a:extLst>
              <a:ext uri="{FF2B5EF4-FFF2-40B4-BE49-F238E27FC236}">
                <a16:creationId xmlns:a16="http://schemas.microsoft.com/office/drawing/2014/main" id="{82EA112D-B67A-E339-6F39-DD218185D142}"/>
              </a:ext>
            </a:extLst>
          </p:cNvPr>
          <p:cNvSpPr>
            <a:spLocks noGrp="1"/>
          </p:cNvSpPr>
          <p:nvPr>
            <p:ph idx="1"/>
          </p:nvPr>
        </p:nvSpPr>
        <p:spPr>
          <a:xfrm>
            <a:off x="473242" y="1528445"/>
            <a:ext cx="11241915" cy="4351338"/>
          </a:xfrm>
        </p:spPr>
        <p:txBody>
          <a:bodyPr/>
          <a:lstStyle/>
          <a:p>
            <a:r>
              <a:rPr lang="en-US" dirty="0"/>
              <a:t>Wireless security </a:t>
            </a:r>
            <a:r>
              <a:rPr lang="en-US" b="1" dirty="0"/>
              <a:t>must be enabled on all your devices </a:t>
            </a:r>
            <a:r>
              <a:rPr lang="en-US" dirty="0"/>
              <a:t>by using one or more of the </a:t>
            </a:r>
            <a:r>
              <a:rPr lang="en-US" b="1" dirty="0"/>
              <a:t>following methods </a:t>
            </a:r>
            <a:r>
              <a:rPr lang="en-US" dirty="0"/>
              <a:t>(continued):</a:t>
            </a:r>
          </a:p>
          <a:p>
            <a:pPr lvl="1"/>
            <a:r>
              <a:rPr lang="en-US" sz="2200" dirty="0"/>
              <a:t>MAC address filtering—If your network is small, you can use the MAC address filtering feature on APs to restrict network access to computers with specific MAC addresses</a:t>
            </a:r>
          </a:p>
          <a:p>
            <a:pPr lvl="1"/>
            <a:r>
              <a:rPr lang="en-US" sz="2200" dirty="0"/>
              <a:t>Service set identifier (SSID)—An SSID is an alphanumeric label configured on the access point </a:t>
            </a:r>
          </a:p>
          <a:p>
            <a:pPr lvl="2"/>
            <a:r>
              <a:rPr lang="en-US" sz="2200" dirty="0"/>
              <a:t>Each client must configure its wireless NIC for that SSID to connect to that access point</a:t>
            </a:r>
          </a:p>
          <a:p>
            <a:pPr lvl="1"/>
            <a:r>
              <a:rPr lang="en-US" dirty="0"/>
              <a:t>Wi-Fi Protected Setup (WPS)</a:t>
            </a:r>
          </a:p>
        </p:txBody>
      </p:sp>
    </p:spTree>
    <p:extLst>
      <p:ext uri="{BB962C8B-B14F-4D97-AF65-F5344CB8AC3E}">
        <p14:creationId xmlns:p14="http://schemas.microsoft.com/office/powerpoint/2010/main" val="30686946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9-1</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825625"/>
            <a:ext cx="11241915" cy="4351338"/>
          </a:xfrm>
        </p:spPr>
        <p:txBody>
          <a:bodyPr/>
          <a:lstStyle/>
          <a:p>
            <a:pPr marL="0" indent="0">
              <a:buNone/>
            </a:pPr>
            <a:r>
              <a:rPr lang="en-US" dirty="0"/>
              <a:t>Which of the following is true about physical security?</a:t>
            </a:r>
          </a:p>
          <a:p>
            <a:pPr marL="0" indent="0">
              <a:buNone/>
            </a:pPr>
            <a:r>
              <a:rPr lang="en-US" dirty="0"/>
              <a:t>a. A strong password can replace physical security.</a:t>
            </a:r>
          </a:p>
          <a:p>
            <a:pPr marL="0" indent="0">
              <a:buNone/>
            </a:pPr>
            <a:r>
              <a:rPr lang="en-US" dirty="0"/>
              <a:t>b. It’s not necessary to secure network cabling.</a:t>
            </a:r>
          </a:p>
          <a:p>
            <a:pPr marL="0" indent="0">
              <a:buNone/>
            </a:pPr>
            <a:r>
              <a:rPr lang="en-US" dirty="0"/>
              <a:t>c. Two-factor authentication for server room access is recommended.</a:t>
            </a:r>
          </a:p>
          <a:p>
            <a:pPr marL="0" indent="0">
              <a:buNone/>
            </a:pPr>
            <a:r>
              <a:rPr lang="en-US" dirty="0"/>
              <a:t>d. Server rooms should have false ceilings to accommodate air flow.</a:t>
            </a:r>
          </a:p>
        </p:txBody>
      </p:sp>
    </p:spTree>
    <p:extLst>
      <p:ext uri="{BB962C8B-B14F-4D97-AF65-F5344CB8AC3E}">
        <p14:creationId xmlns:p14="http://schemas.microsoft.com/office/powerpoint/2010/main" val="36838000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9-1: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Which of the following is true about physical security?</a:t>
            </a:r>
          </a:p>
          <a:p>
            <a:pPr marL="0" indent="0">
              <a:buNone/>
            </a:pPr>
            <a:r>
              <a:rPr lang="en-US" b="1" dirty="0"/>
              <a:t>Answer: c</a:t>
            </a:r>
            <a:r>
              <a:rPr lang="en-US" dirty="0"/>
              <a:t>. Two-factor authentication for server room access is recommended.</a:t>
            </a:r>
          </a:p>
          <a:p>
            <a:pPr marL="0" indent="0">
              <a:buNone/>
            </a:pPr>
            <a:r>
              <a:rPr lang="en-US" b="1" dirty="0"/>
              <a:t>Explanation:</a:t>
            </a:r>
            <a:r>
              <a:rPr lang="en-US" dirty="0"/>
              <a:t> When planning your network, make sure rooms are available to house servers and equipment. These rooms should have locks to prevent unauthorized access and be suitable for the equipment being housed. For server and equipment rooms, two-factor authentication such as a key card and a PIN is recommended.</a:t>
            </a:r>
          </a:p>
        </p:txBody>
      </p:sp>
    </p:spTree>
    <p:extLst>
      <p:ext uri="{BB962C8B-B14F-4D97-AF65-F5344CB8AC3E}">
        <p14:creationId xmlns:p14="http://schemas.microsoft.com/office/powerpoint/2010/main" val="38891047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BDD40-E780-8889-9B30-A996E7F43A2C}"/>
              </a:ext>
            </a:extLst>
          </p:cNvPr>
          <p:cNvSpPr>
            <a:spLocks noGrp="1"/>
          </p:cNvSpPr>
          <p:nvPr>
            <p:ph type="title"/>
          </p:nvPr>
        </p:nvSpPr>
        <p:spPr/>
        <p:txBody>
          <a:bodyPr/>
          <a:lstStyle/>
          <a:p>
            <a:r>
              <a:rPr lang="en-US" dirty="0"/>
              <a:t>Network Security Devices</a:t>
            </a:r>
          </a:p>
        </p:txBody>
      </p:sp>
      <p:sp>
        <p:nvSpPr>
          <p:cNvPr id="3" name="Content Placeholder 2">
            <a:extLst>
              <a:ext uri="{FF2B5EF4-FFF2-40B4-BE49-F238E27FC236}">
                <a16:creationId xmlns:a16="http://schemas.microsoft.com/office/drawing/2014/main" id="{E1B000E7-63C1-4DBF-74F8-5AA4F6598953}"/>
              </a:ext>
            </a:extLst>
          </p:cNvPr>
          <p:cNvSpPr>
            <a:spLocks noGrp="1"/>
          </p:cNvSpPr>
          <p:nvPr>
            <p:ph idx="1"/>
          </p:nvPr>
        </p:nvSpPr>
        <p:spPr>
          <a:xfrm>
            <a:off x="476843" y="1505585"/>
            <a:ext cx="11241915" cy="4351338"/>
          </a:xfrm>
        </p:spPr>
        <p:txBody>
          <a:bodyPr/>
          <a:lstStyle/>
          <a:p>
            <a:r>
              <a:rPr lang="en-US" b="1" dirty="0"/>
              <a:t>Routers</a:t>
            </a:r>
            <a:r>
              <a:rPr lang="en-US" dirty="0"/>
              <a:t> can provide a layer of network security by using access control lists (</a:t>
            </a:r>
            <a:r>
              <a:rPr lang="en-US" b="1" dirty="0"/>
              <a:t>ACLs</a:t>
            </a:r>
            <a:r>
              <a:rPr lang="en-US" dirty="0"/>
              <a:t>)</a:t>
            </a:r>
          </a:p>
          <a:p>
            <a:r>
              <a:rPr lang="en-US" dirty="0"/>
              <a:t>However, a router’s main job is to route packets and control access to resources on an internetwork</a:t>
            </a:r>
          </a:p>
          <a:p>
            <a:r>
              <a:rPr lang="en-US" dirty="0"/>
              <a:t>To protect against threats from external networks:</a:t>
            </a:r>
          </a:p>
          <a:p>
            <a:pPr lvl="1"/>
            <a:r>
              <a:rPr lang="en-US" sz="2200" dirty="0"/>
              <a:t>Use specialized devices on the </a:t>
            </a:r>
            <a:r>
              <a:rPr lang="en-US" sz="2200" b="1" dirty="0"/>
              <a:t>network perimeter</a:t>
            </a:r>
            <a:r>
              <a:rPr lang="en-US" sz="2200" dirty="0"/>
              <a:t>, which is the boundary between your network and external networks such as the Internet</a:t>
            </a:r>
          </a:p>
          <a:p>
            <a:pPr lvl="1"/>
            <a:r>
              <a:rPr lang="en-US" sz="2200" dirty="0"/>
              <a:t>Firewalls and intrusion detection and prevention systems are examples</a:t>
            </a:r>
          </a:p>
          <a:p>
            <a:endParaRPr lang="en-US" dirty="0"/>
          </a:p>
        </p:txBody>
      </p:sp>
    </p:spTree>
    <p:extLst>
      <p:ext uri="{BB962C8B-B14F-4D97-AF65-F5344CB8AC3E}">
        <p14:creationId xmlns:p14="http://schemas.microsoft.com/office/powerpoint/2010/main" val="28405481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64895-3130-4A40-5AC4-0E7A54272D2E}"/>
              </a:ext>
            </a:extLst>
          </p:cNvPr>
          <p:cNvSpPr>
            <a:spLocks noGrp="1"/>
          </p:cNvSpPr>
          <p:nvPr>
            <p:ph type="title"/>
          </p:nvPr>
        </p:nvSpPr>
        <p:spPr/>
        <p:txBody>
          <a:bodyPr/>
          <a:lstStyle/>
          <a:p>
            <a:r>
              <a:rPr lang="en-US" dirty="0"/>
              <a:t>Protecting Network with Firewalls (1 of 3)</a:t>
            </a:r>
          </a:p>
        </p:txBody>
      </p:sp>
      <p:sp>
        <p:nvSpPr>
          <p:cNvPr id="3" name="Content Placeholder 2">
            <a:extLst>
              <a:ext uri="{FF2B5EF4-FFF2-40B4-BE49-F238E27FC236}">
                <a16:creationId xmlns:a16="http://schemas.microsoft.com/office/drawing/2014/main" id="{E8ADDE13-21F2-FA2C-58EC-40BB0BE6B8D6}"/>
              </a:ext>
            </a:extLst>
          </p:cNvPr>
          <p:cNvSpPr>
            <a:spLocks noGrp="1"/>
          </p:cNvSpPr>
          <p:nvPr>
            <p:ph idx="1"/>
          </p:nvPr>
        </p:nvSpPr>
        <p:spPr>
          <a:xfrm>
            <a:off x="476843" y="1459865"/>
            <a:ext cx="11241915" cy="4351338"/>
          </a:xfrm>
        </p:spPr>
        <p:txBody>
          <a:bodyPr/>
          <a:lstStyle/>
          <a:p>
            <a:r>
              <a:rPr lang="en-US" dirty="0"/>
              <a:t>A </a:t>
            </a:r>
            <a:r>
              <a:rPr lang="en-US" b="1" dirty="0"/>
              <a:t>firewall</a:t>
            </a:r>
            <a:r>
              <a:rPr lang="en-US" dirty="0"/>
              <a:t> is a hardware device or software program that inspects packets going into or out of a network or computer, then discards or forwards these packets based on a set of rules</a:t>
            </a:r>
          </a:p>
          <a:p>
            <a:pPr lvl="1"/>
            <a:r>
              <a:rPr lang="en-US" sz="2200" dirty="0"/>
              <a:t>A </a:t>
            </a:r>
            <a:r>
              <a:rPr lang="en-US" sz="2200" b="1" dirty="0"/>
              <a:t>hardware firewall </a:t>
            </a:r>
            <a:r>
              <a:rPr lang="en-US" sz="2200" dirty="0"/>
              <a:t>is configured with two or more network interfaces, typically placed between a corporate LAN and the WAN connection</a:t>
            </a:r>
          </a:p>
          <a:p>
            <a:pPr lvl="1"/>
            <a:r>
              <a:rPr lang="en-US" sz="2200" dirty="0"/>
              <a:t>A </a:t>
            </a:r>
            <a:r>
              <a:rPr lang="en-US" sz="2200" b="1" dirty="0"/>
              <a:t>software firewall </a:t>
            </a:r>
            <a:r>
              <a:rPr lang="en-US" sz="2200" dirty="0"/>
              <a:t>is installed in an OS and inspects all packets coming into or leaving the computer</a:t>
            </a:r>
          </a:p>
          <a:p>
            <a:pPr lvl="1"/>
            <a:r>
              <a:rPr lang="en-US" sz="2200" dirty="0"/>
              <a:t>Firewalls </a:t>
            </a:r>
            <a:r>
              <a:rPr lang="en-US" sz="2200" b="1" dirty="0"/>
              <a:t>protect against outside attempts </a:t>
            </a:r>
            <a:r>
              <a:rPr lang="en-US" sz="2200" dirty="0"/>
              <a:t>to access resources and malicious packets intended to disable a network</a:t>
            </a:r>
          </a:p>
          <a:p>
            <a:endParaRPr lang="en-US" dirty="0"/>
          </a:p>
        </p:txBody>
      </p:sp>
    </p:spTree>
    <p:extLst>
      <p:ext uri="{BB962C8B-B14F-4D97-AF65-F5344CB8AC3E}">
        <p14:creationId xmlns:p14="http://schemas.microsoft.com/office/powerpoint/2010/main" val="6009517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96713-5E28-5CFD-337E-BBFDB93751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129D44-DFFA-1291-7D5A-EAF2F4765B57}"/>
              </a:ext>
            </a:extLst>
          </p:cNvPr>
          <p:cNvSpPr>
            <a:spLocks noGrp="1"/>
          </p:cNvSpPr>
          <p:nvPr>
            <p:ph type="title"/>
          </p:nvPr>
        </p:nvSpPr>
        <p:spPr/>
        <p:txBody>
          <a:bodyPr/>
          <a:lstStyle/>
          <a:p>
            <a:r>
              <a:rPr lang="en-US" dirty="0"/>
              <a:t>Protecting Network with Firewalls (2 of 3)</a:t>
            </a:r>
          </a:p>
        </p:txBody>
      </p:sp>
      <p:sp>
        <p:nvSpPr>
          <p:cNvPr id="3" name="Content Placeholder 2">
            <a:extLst>
              <a:ext uri="{FF2B5EF4-FFF2-40B4-BE49-F238E27FC236}">
                <a16:creationId xmlns:a16="http://schemas.microsoft.com/office/drawing/2014/main" id="{8C074A23-9180-DB4C-C38D-5872AFD57092}"/>
              </a:ext>
            </a:extLst>
          </p:cNvPr>
          <p:cNvSpPr>
            <a:spLocks noGrp="1"/>
          </p:cNvSpPr>
          <p:nvPr>
            <p:ph idx="1"/>
          </p:nvPr>
        </p:nvSpPr>
        <p:spPr>
          <a:xfrm>
            <a:off x="473242" y="1471295"/>
            <a:ext cx="11241915" cy="4351338"/>
          </a:xfrm>
        </p:spPr>
        <p:txBody>
          <a:bodyPr/>
          <a:lstStyle/>
          <a:p>
            <a:r>
              <a:rPr lang="en-US" dirty="0"/>
              <a:t>Firewalls can also be used to </a:t>
            </a:r>
            <a:r>
              <a:rPr lang="en-US" b="1" dirty="0"/>
              <a:t>restrict users’ access </a:t>
            </a:r>
            <a:r>
              <a:rPr lang="en-US" dirty="0"/>
              <a:t>to Internet resources</a:t>
            </a:r>
          </a:p>
          <a:p>
            <a:pPr lvl="1"/>
            <a:r>
              <a:rPr lang="en-US" sz="2200" dirty="0"/>
              <a:t>After installed, the administrator must </a:t>
            </a:r>
            <a:r>
              <a:rPr lang="en-US" sz="2200" b="1" dirty="0"/>
              <a:t>build rules </a:t>
            </a:r>
            <a:r>
              <a:rPr lang="en-US" sz="2200" dirty="0"/>
              <a:t>that allow only certain packets to enter or exit the network</a:t>
            </a:r>
          </a:p>
          <a:p>
            <a:pPr lvl="1"/>
            <a:r>
              <a:rPr lang="en-US" sz="2200" dirty="0"/>
              <a:t>Can be based on source and destination addresses, protocols such as IP, TCP, ICMP, and HTTP</a:t>
            </a:r>
          </a:p>
          <a:p>
            <a:pPr lvl="1"/>
            <a:r>
              <a:rPr lang="en-US" sz="2200" dirty="0"/>
              <a:t>Firewalls can also attempt to determine a packet’s context (a process called </a:t>
            </a:r>
            <a:r>
              <a:rPr lang="en-US" sz="2200" b="1" dirty="0"/>
              <a:t>stateful packet inspection </a:t>
            </a:r>
            <a:r>
              <a:rPr lang="en-US" sz="2200" dirty="0"/>
              <a:t>or </a:t>
            </a:r>
            <a:r>
              <a:rPr lang="en-US" sz="2200" b="1" dirty="0"/>
              <a:t>SPI</a:t>
            </a:r>
            <a:r>
              <a:rPr lang="en-US" sz="2200" dirty="0"/>
              <a:t>)</a:t>
            </a:r>
          </a:p>
          <a:p>
            <a:pPr lvl="1"/>
            <a:r>
              <a:rPr lang="en-US" sz="2200" dirty="0"/>
              <a:t>Firewalls can examine actual data in a packet and filter packets containing malicious data (this type of firewall is called a </a:t>
            </a:r>
            <a:r>
              <a:rPr lang="en-US" sz="2200" b="1" dirty="0"/>
              <a:t>content filter</a:t>
            </a:r>
            <a:r>
              <a:rPr lang="en-US" sz="2200" dirty="0"/>
              <a:t>)</a:t>
            </a:r>
          </a:p>
          <a:p>
            <a:endParaRPr lang="en-US" dirty="0"/>
          </a:p>
        </p:txBody>
      </p:sp>
    </p:spTree>
    <p:extLst>
      <p:ext uri="{BB962C8B-B14F-4D97-AF65-F5344CB8AC3E}">
        <p14:creationId xmlns:p14="http://schemas.microsoft.com/office/powerpoint/2010/main" val="2200931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5292B-2B43-BA98-B031-BB7847B80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9F7ED-0F15-2193-49F3-8727FAFE0B0E}"/>
              </a:ext>
            </a:extLst>
          </p:cNvPr>
          <p:cNvSpPr>
            <a:spLocks noGrp="1"/>
          </p:cNvSpPr>
          <p:nvPr>
            <p:ph type="title"/>
          </p:nvPr>
        </p:nvSpPr>
        <p:spPr/>
        <p:txBody>
          <a:bodyPr/>
          <a:lstStyle/>
          <a:p>
            <a:r>
              <a:rPr lang="en-US" dirty="0"/>
              <a:t>Protecting Network with Firewalls (3 of 3)</a:t>
            </a:r>
          </a:p>
        </p:txBody>
      </p:sp>
      <p:sp>
        <p:nvSpPr>
          <p:cNvPr id="3" name="Content Placeholder 2">
            <a:extLst>
              <a:ext uri="{FF2B5EF4-FFF2-40B4-BE49-F238E27FC236}">
                <a16:creationId xmlns:a16="http://schemas.microsoft.com/office/drawing/2014/main" id="{CF9CC771-EEC1-8A81-5B61-ADEC803E4761}"/>
              </a:ext>
            </a:extLst>
          </p:cNvPr>
          <p:cNvSpPr>
            <a:spLocks noGrp="1"/>
          </p:cNvSpPr>
          <p:nvPr>
            <p:ph idx="1"/>
          </p:nvPr>
        </p:nvSpPr>
        <p:spPr>
          <a:xfrm>
            <a:off x="476843" y="1448435"/>
            <a:ext cx="11241915" cy="4351338"/>
          </a:xfrm>
        </p:spPr>
        <p:txBody>
          <a:bodyPr/>
          <a:lstStyle/>
          <a:p>
            <a:r>
              <a:rPr lang="en-US" b="1" dirty="0"/>
              <a:t>Routers can be used as firewalls</a:t>
            </a:r>
          </a:p>
          <a:p>
            <a:pPr lvl="1"/>
            <a:r>
              <a:rPr lang="en-US" sz="2200" dirty="0"/>
              <a:t>Network administrators can create rules, called </a:t>
            </a:r>
            <a:r>
              <a:rPr lang="en-US" sz="2200" b="1" dirty="0"/>
              <a:t>access control lists </a:t>
            </a:r>
            <a:r>
              <a:rPr lang="en-US" sz="2200" dirty="0"/>
              <a:t>(</a:t>
            </a:r>
            <a:r>
              <a:rPr lang="en-US" sz="2200" b="1" dirty="0"/>
              <a:t>ACLs</a:t>
            </a:r>
            <a:r>
              <a:rPr lang="en-US" sz="2200" dirty="0"/>
              <a:t>) that deny certain types of packets</a:t>
            </a:r>
          </a:p>
          <a:p>
            <a:r>
              <a:rPr lang="en-US" dirty="0"/>
              <a:t>Using </a:t>
            </a:r>
            <a:r>
              <a:rPr lang="en-US" b="1" dirty="0"/>
              <a:t>Network Address Translation </a:t>
            </a:r>
            <a:r>
              <a:rPr lang="en-US" dirty="0"/>
              <a:t>to Improve Security</a:t>
            </a:r>
          </a:p>
          <a:p>
            <a:pPr lvl="1"/>
            <a:r>
              <a:rPr lang="en-US" sz="2200" dirty="0"/>
              <a:t>Because most networks use Network Address Translation (NAT) with private IP addresses, devices configured with private IP addresses can’t be accessed directly from outside the network</a:t>
            </a:r>
          </a:p>
          <a:p>
            <a:pPr lvl="1"/>
            <a:r>
              <a:rPr lang="en-US" sz="2200" dirty="0"/>
              <a:t>When NAT is used, an external device can’t initiate a network conversation with an internal device</a:t>
            </a:r>
          </a:p>
          <a:p>
            <a:endParaRPr lang="en-US" dirty="0"/>
          </a:p>
        </p:txBody>
      </p:sp>
    </p:spTree>
    <p:extLst>
      <p:ext uri="{BB962C8B-B14F-4D97-AF65-F5344CB8AC3E}">
        <p14:creationId xmlns:p14="http://schemas.microsoft.com/office/powerpoint/2010/main" val="42389135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DA14D-E3FB-EDDA-3039-D203534E00A5}"/>
              </a:ext>
            </a:extLst>
          </p:cNvPr>
          <p:cNvSpPr>
            <a:spLocks noGrp="1"/>
          </p:cNvSpPr>
          <p:nvPr>
            <p:ph type="title"/>
          </p:nvPr>
        </p:nvSpPr>
        <p:spPr/>
        <p:txBody>
          <a:bodyPr/>
          <a:lstStyle/>
          <a:p>
            <a:r>
              <a:rPr lang="en-US" dirty="0"/>
              <a:t>Using Intrusion Detection and Prevention Systems (1 of 3)</a:t>
            </a:r>
          </a:p>
        </p:txBody>
      </p:sp>
      <p:sp>
        <p:nvSpPr>
          <p:cNvPr id="3" name="Content Placeholder 2">
            <a:extLst>
              <a:ext uri="{FF2B5EF4-FFF2-40B4-BE49-F238E27FC236}">
                <a16:creationId xmlns:a16="http://schemas.microsoft.com/office/drawing/2014/main" id="{D3920B15-1CE4-F1C1-9647-88C4DF5ABBC7}"/>
              </a:ext>
            </a:extLst>
          </p:cNvPr>
          <p:cNvSpPr>
            <a:spLocks noGrp="1"/>
          </p:cNvSpPr>
          <p:nvPr>
            <p:ph idx="1"/>
          </p:nvPr>
        </p:nvSpPr>
        <p:spPr/>
        <p:txBody>
          <a:bodyPr/>
          <a:lstStyle/>
          <a:p>
            <a:r>
              <a:rPr lang="en-US" dirty="0"/>
              <a:t>An </a:t>
            </a:r>
            <a:r>
              <a:rPr lang="en-US" b="1" dirty="0"/>
              <a:t>intrusion detection system (IDS) </a:t>
            </a:r>
            <a:r>
              <a:rPr lang="en-US" dirty="0"/>
              <a:t>monitors network traffic for malicious packets or traffic patterns</a:t>
            </a:r>
          </a:p>
          <a:p>
            <a:r>
              <a:rPr lang="en-US" dirty="0"/>
              <a:t>An </a:t>
            </a:r>
            <a:r>
              <a:rPr lang="en-US" b="1" dirty="0"/>
              <a:t>IDS</a:t>
            </a:r>
            <a:r>
              <a:rPr lang="en-US" dirty="0"/>
              <a:t> can be:</a:t>
            </a:r>
          </a:p>
          <a:p>
            <a:pPr lvl="1"/>
            <a:r>
              <a:rPr lang="en-US" sz="2200" dirty="0"/>
              <a:t>Network-based (</a:t>
            </a:r>
            <a:r>
              <a:rPr lang="en-US" sz="2200" b="1" dirty="0"/>
              <a:t>NIDS</a:t>
            </a:r>
            <a:r>
              <a:rPr lang="en-US" sz="2200" dirty="0"/>
              <a:t>), which protects an entire network and can be placed on the network perimeter</a:t>
            </a:r>
          </a:p>
          <a:p>
            <a:pPr lvl="1"/>
            <a:r>
              <a:rPr lang="en-US" sz="2200" dirty="0"/>
              <a:t>Host-based (</a:t>
            </a:r>
            <a:r>
              <a:rPr lang="en-US" sz="2200" b="1" dirty="0"/>
              <a:t>HIDS</a:t>
            </a:r>
            <a:r>
              <a:rPr lang="en-US" sz="2200" dirty="0"/>
              <a:t>), which is a software application used to protect a single computer (usually a server)</a:t>
            </a:r>
          </a:p>
          <a:p>
            <a:pPr lvl="1"/>
            <a:r>
              <a:rPr lang="en-US" sz="2200" dirty="0"/>
              <a:t>Can be installed on a </a:t>
            </a:r>
            <a:r>
              <a:rPr lang="en-US" sz="2200" b="1" dirty="0"/>
              <a:t>honeypot</a:t>
            </a:r>
            <a:r>
              <a:rPr lang="en-US" sz="2200" dirty="0"/>
              <a:t>, which is a device installed as a decoy to lure potential attackers</a:t>
            </a:r>
          </a:p>
          <a:p>
            <a:endParaRPr lang="en-US" dirty="0"/>
          </a:p>
        </p:txBody>
      </p:sp>
    </p:spTree>
    <p:extLst>
      <p:ext uri="{BB962C8B-B14F-4D97-AF65-F5344CB8AC3E}">
        <p14:creationId xmlns:p14="http://schemas.microsoft.com/office/powerpoint/2010/main" val="21685707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B7C8A-1BDE-32AC-2EB7-28CA622E2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9D3480-C9DB-84C3-6FCB-BA6A48A4A0CE}"/>
              </a:ext>
            </a:extLst>
          </p:cNvPr>
          <p:cNvSpPr>
            <a:spLocks noGrp="1"/>
          </p:cNvSpPr>
          <p:nvPr>
            <p:ph type="title"/>
          </p:nvPr>
        </p:nvSpPr>
        <p:spPr/>
        <p:txBody>
          <a:bodyPr/>
          <a:lstStyle/>
          <a:p>
            <a:r>
              <a:rPr lang="en-US" dirty="0"/>
              <a:t>Using Intrusion Detection and Prevention Systems </a:t>
            </a:r>
            <a:r>
              <a:rPr lang="en-US" sz="2800" dirty="0"/>
              <a:t>(2 of 3)</a:t>
            </a:r>
          </a:p>
        </p:txBody>
      </p:sp>
      <p:sp>
        <p:nvSpPr>
          <p:cNvPr id="5" name="TextBox 4">
            <a:extLst>
              <a:ext uri="{FF2B5EF4-FFF2-40B4-BE49-F238E27FC236}">
                <a16:creationId xmlns:a16="http://schemas.microsoft.com/office/drawing/2014/main" id="{14A6238E-6AA8-0481-F56C-D5187BBE1A63}"/>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9-7  </a:t>
            </a:r>
            <a:r>
              <a:rPr lang="en-US" sz="2400" dirty="0">
                <a:latin typeface="Work Sans" pitchFamily="2" charset="0"/>
              </a:rPr>
              <a:t>A DMZ with a network-based IDS</a:t>
            </a:r>
          </a:p>
        </p:txBody>
      </p:sp>
      <p:pic>
        <p:nvPicPr>
          <p:cNvPr id="4" name="Picture 3" descr="A network diagram that shows a D M Z with a network based I D S. The diagram shows a D M Z that has a V P N server, web server, mail server, and an I D S. The D M Z is protected by  an external firewall. The internal network has a file server, database server, and client computers and is protected by an internal firewall. The internal firewall is connected to the external firewall and the external firewall connects to the Internet.&#10;">
            <a:extLst>
              <a:ext uri="{FF2B5EF4-FFF2-40B4-BE49-F238E27FC236}">
                <a16:creationId xmlns:a16="http://schemas.microsoft.com/office/drawing/2014/main" id="{1D2478D7-6C11-D352-72CB-8286FC1EE81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4461" y="1927767"/>
            <a:ext cx="5042452" cy="3793872"/>
          </a:xfrm>
          <a:prstGeom prst="rect">
            <a:avLst/>
          </a:prstGeom>
        </p:spPr>
      </p:pic>
    </p:spTree>
    <p:extLst>
      <p:ext uri="{BB962C8B-B14F-4D97-AF65-F5344CB8AC3E}">
        <p14:creationId xmlns:p14="http://schemas.microsoft.com/office/powerpoint/2010/main" val="13188775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91DDF-EB57-6604-027D-C45F508B475E}"/>
              </a:ext>
            </a:extLst>
          </p:cNvPr>
          <p:cNvSpPr>
            <a:spLocks noGrp="1"/>
          </p:cNvSpPr>
          <p:nvPr>
            <p:ph type="title"/>
          </p:nvPr>
        </p:nvSpPr>
        <p:spPr/>
        <p:txBody>
          <a:bodyPr/>
          <a:lstStyle/>
          <a:p>
            <a:r>
              <a:rPr lang="en-US" dirty="0"/>
              <a:t>Using Intrusion Detection and Prevention Systems </a:t>
            </a:r>
            <a:r>
              <a:rPr lang="en-US" sz="2800" dirty="0"/>
              <a:t>(3 of 3)</a:t>
            </a:r>
          </a:p>
        </p:txBody>
      </p:sp>
      <p:sp>
        <p:nvSpPr>
          <p:cNvPr id="3" name="Content Placeholder 2">
            <a:extLst>
              <a:ext uri="{FF2B5EF4-FFF2-40B4-BE49-F238E27FC236}">
                <a16:creationId xmlns:a16="http://schemas.microsoft.com/office/drawing/2014/main" id="{EC7564D7-0B6B-5C94-CAFA-9EF6BEFFC87F}"/>
              </a:ext>
            </a:extLst>
          </p:cNvPr>
          <p:cNvSpPr>
            <a:spLocks noGrp="1"/>
          </p:cNvSpPr>
          <p:nvPr>
            <p:ph idx="1"/>
          </p:nvPr>
        </p:nvSpPr>
        <p:spPr/>
        <p:txBody>
          <a:bodyPr/>
          <a:lstStyle/>
          <a:p>
            <a:r>
              <a:rPr lang="en-US" dirty="0"/>
              <a:t>An </a:t>
            </a:r>
            <a:r>
              <a:rPr lang="en-US" b="1" dirty="0"/>
              <a:t>intrusion prevention system (IPS) </a:t>
            </a:r>
            <a:r>
              <a:rPr lang="en-US" dirty="0"/>
              <a:t>can take countermeasures if an attack is in progress</a:t>
            </a:r>
          </a:p>
          <a:p>
            <a:r>
              <a:rPr lang="en-US" b="1" dirty="0"/>
              <a:t>Countermeasures</a:t>
            </a:r>
            <a:r>
              <a:rPr lang="en-US" dirty="0"/>
              <a:t> can include:</a:t>
            </a:r>
          </a:p>
          <a:p>
            <a:pPr lvl="1"/>
            <a:r>
              <a:rPr lang="en-US" sz="2200" dirty="0"/>
              <a:t>Reconfiguring a firewall to prevent suspicious packets from entering the network</a:t>
            </a:r>
          </a:p>
          <a:p>
            <a:pPr lvl="1"/>
            <a:r>
              <a:rPr lang="en-US" sz="2200" dirty="0"/>
              <a:t>Resetting the connection between source and destination devices</a:t>
            </a:r>
          </a:p>
          <a:p>
            <a:pPr lvl="1"/>
            <a:r>
              <a:rPr lang="en-US" sz="2200" dirty="0"/>
              <a:t>Disabling the link between inside and outside networks</a:t>
            </a:r>
          </a:p>
          <a:p>
            <a:endParaRPr lang="en-US" dirty="0"/>
          </a:p>
        </p:txBody>
      </p:sp>
    </p:spTree>
    <p:extLst>
      <p:ext uri="{BB962C8B-B14F-4D97-AF65-F5344CB8AC3E}">
        <p14:creationId xmlns:p14="http://schemas.microsoft.com/office/powerpoint/2010/main" val="18852573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ECD5C-AEDA-4A2B-3F80-32421F3B0793}"/>
              </a:ext>
            </a:extLst>
          </p:cNvPr>
          <p:cNvSpPr>
            <a:spLocks noGrp="1"/>
          </p:cNvSpPr>
          <p:nvPr>
            <p:ph type="title"/>
          </p:nvPr>
        </p:nvSpPr>
        <p:spPr/>
        <p:txBody>
          <a:bodyPr/>
          <a:lstStyle/>
          <a:p>
            <a:r>
              <a:rPr lang="en-US" dirty="0"/>
              <a:t>Protecting a Network from Malware</a:t>
            </a:r>
          </a:p>
        </p:txBody>
      </p:sp>
      <p:sp>
        <p:nvSpPr>
          <p:cNvPr id="3" name="Content Placeholder 2">
            <a:extLst>
              <a:ext uri="{FF2B5EF4-FFF2-40B4-BE49-F238E27FC236}">
                <a16:creationId xmlns:a16="http://schemas.microsoft.com/office/drawing/2014/main" id="{923DA326-7E6B-124C-41BC-2875069B2359}"/>
              </a:ext>
            </a:extLst>
          </p:cNvPr>
          <p:cNvSpPr>
            <a:spLocks noGrp="1"/>
          </p:cNvSpPr>
          <p:nvPr>
            <p:ph idx="1"/>
          </p:nvPr>
        </p:nvSpPr>
        <p:spPr>
          <a:xfrm>
            <a:off x="476843" y="1437005"/>
            <a:ext cx="11241915" cy="4351338"/>
          </a:xfrm>
        </p:spPr>
        <p:txBody>
          <a:bodyPr/>
          <a:lstStyle/>
          <a:p>
            <a:r>
              <a:rPr lang="en-US" b="1" dirty="0"/>
              <a:t>Malware</a:t>
            </a:r>
            <a:r>
              <a:rPr lang="en-US" dirty="0"/>
              <a:t> is any type of software that presents a nuisance to users or a threat to the integrity of a system or network</a:t>
            </a:r>
          </a:p>
          <a:p>
            <a:r>
              <a:rPr lang="en-US" b="1" dirty="0"/>
              <a:t>Examples</a:t>
            </a:r>
            <a:r>
              <a:rPr lang="en-US" dirty="0"/>
              <a:t> of how users can bring viruses or other malware into the network:</a:t>
            </a:r>
          </a:p>
          <a:p>
            <a:pPr lvl="1"/>
            <a:r>
              <a:rPr lang="en-US" dirty="0"/>
              <a:t>Downloading programs</a:t>
            </a:r>
          </a:p>
          <a:p>
            <a:pPr lvl="1"/>
            <a:r>
              <a:rPr lang="en-US" dirty="0"/>
              <a:t>Bringing files from home</a:t>
            </a:r>
          </a:p>
          <a:p>
            <a:pPr lvl="1"/>
            <a:r>
              <a:rPr lang="en-US" dirty="0"/>
              <a:t>Opening e-mail attachments</a:t>
            </a:r>
          </a:p>
          <a:p>
            <a:pPr lvl="1"/>
            <a:r>
              <a:rPr lang="en-US" dirty="0"/>
              <a:t>Browsing unsafe Web sites</a:t>
            </a:r>
          </a:p>
          <a:p>
            <a:endParaRPr lang="en-US" dirty="0"/>
          </a:p>
        </p:txBody>
      </p:sp>
    </p:spTree>
    <p:extLst>
      <p:ext uri="{BB962C8B-B14F-4D97-AF65-F5344CB8AC3E}">
        <p14:creationId xmlns:p14="http://schemas.microsoft.com/office/powerpoint/2010/main" val="17199339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EF6F8-0B7E-ED93-1E23-5CFF6E0329C1}"/>
              </a:ext>
            </a:extLst>
          </p:cNvPr>
          <p:cNvSpPr>
            <a:spLocks noGrp="1"/>
          </p:cNvSpPr>
          <p:nvPr>
            <p:ph type="title"/>
          </p:nvPr>
        </p:nvSpPr>
        <p:spPr/>
        <p:txBody>
          <a:bodyPr/>
          <a:lstStyle/>
          <a:p>
            <a:r>
              <a:rPr lang="en-US" dirty="0"/>
              <a:t>Viruses</a:t>
            </a:r>
          </a:p>
        </p:txBody>
      </p:sp>
      <p:sp>
        <p:nvSpPr>
          <p:cNvPr id="3" name="Content Placeholder 2">
            <a:extLst>
              <a:ext uri="{FF2B5EF4-FFF2-40B4-BE49-F238E27FC236}">
                <a16:creationId xmlns:a16="http://schemas.microsoft.com/office/drawing/2014/main" id="{4F798F27-D61E-D68E-1B8A-EAF582CC9217}"/>
              </a:ext>
            </a:extLst>
          </p:cNvPr>
          <p:cNvSpPr>
            <a:spLocks noGrp="1"/>
          </p:cNvSpPr>
          <p:nvPr>
            <p:ph idx="1"/>
          </p:nvPr>
        </p:nvSpPr>
        <p:spPr>
          <a:xfrm>
            <a:off x="476843" y="1345565"/>
            <a:ext cx="11241915" cy="4351338"/>
          </a:xfrm>
        </p:spPr>
        <p:txBody>
          <a:bodyPr/>
          <a:lstStyle/>
          <a:p>
            <a:r>
              <a:rPr lang="en-US" dirty="0"/>
              <a:t>A </a:t>
            </a:r>
            <a:r>
              <a:rPr lang="en-US" b="1" dirty="0"/>
              <a:t>virus </a:t>
            </a:r>
            <a:r>
              <a:rPr lang="en-US" dirty="0"/>
              <a:t>is a program that spreads by replicating itself into other programs or documents</a:t>
            </a:r>
          </a:p>
          <a:p>
            <a:r>
              <a:rPr lang="en-US" b="1" dirty="0"/>
              <a:t>Types of viruses </a:t>
            </a:r>
            <a:r>
              <a:rPr lang="en-US" dirty="0"/>
              <a:t>include the following:</a:t>
            </a:r>
          </a:p>
          <a:p>
            <a:pPr lvl="1"/>
            <a:r>
              <a:rPr lang="en-US" sz="2000" dirty="0"/>
              <a:t>File infector virus</a:t>
            </a:r>
          </a:p>
          <a:p>
            <a:pPr lvl="1"/>
            <a:r>
              <a:rPr lang="en-US" sz="2000" dirty="0"/>
              <a:t>Boot sector virus</a:t>
            </a:r>
          </a:p>
          <a:p>
            <a:pPr lvl="1"/>
            <a:r>
              <a:rPr lang="en-US" sz="2000" dirty="0"/>
              <a:t>Polymorphic virus</a:t>
            </a:r>
          </a:p>
          <a:p>
            <a:pPr lvl="1"/>
            <a:r>
              <a:rPr lang="en-US" sz="2000" dirty="0"/>
              <a:t>Macro virus</a:t>
            </a:r>
          </a:p>
          <a:p>
            <a:pPr lvl="1"/>
            <a:r>
              <a:rPr lang="en-US" sz="2000" dirty="0"/>
              <a:t>Overwrite virus</a:t>
            </a:r>
          </a:p>
          <a:p>
            <a:pPr lvl="1"/>
            <a:r>
              <a:rPr lang="en-US" sz="2000" dirty="0"/>
              <a:t>Browser hijacker virus</a:t>
            </a:r>
          </a:p>
          <a:p>
            <a:endParaRPr lang="en-US" dirty="0"/>
          </a:p>
        </p:txBody>
      </p:sp>
    </p:spTree>
    <p:extLst>
      <p:ext uri="{BB962C8B-B14F-4D97-AF65-F5344CB8AC3E}">
        <p14:creationId xmlns:p14="http://schemas.microsoft.com/office/powerpoint/2010/main" val="31462055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2024C-B127-58CA-A10A-D04576CD4965}"/>
              </a:ext>
            </a:extLst>
          </p:cNvPr>
          <p:cNvSpPr>
            <a:spLocks noGrp="1"/>
          </p:cNvSpPr>
          <p:nvPr>
            <p:ph type="title"/>
          </p:nvPr>
        </p:nvSpPr>
        <p:spPr/>
        <p:txBody>
          <a:bodyPr/>
          <a:lstStyle/>
          <a:p>
            <a:r>
              <a:rPr lang="en-US" dirty="0"/>
              <a:t>Worms</a:t>
            </a:r>
          </a:p>
        </p:txBody>
      </p:sp>
      <p:sp>
        <p:nvSpPr>
          <p:cNvPr id="3" name="Content Placeholder 2">
            <a:extLst>
              <a:ext uri="{FF2B5EF4-FFF2-40B4-BE49-F238E27FC236}">
                <a16:creationId xmlns:a16="http://schemas.microsoft.com/office/drawing/2014/main" id="{F58713AA-D403-B657-93AB-261215FFC80E}"/>
              </a:ext>
            </a:extLst>
          </p:cNvPr>
          <p:cNvSpPr>
            <a:spLocks noGrp="1"/>
          </p:cNvSpPr>
          <p:nvPr>
            <p:ph idx="1"/>
          </p:nvPr>
        </p:nvSpPr>
        <p:spPr>
          <a:xfrm>
            <a:off x="476843" y="1379855"/>
            <a:ext cx="11241915" cy="4351338"/>
          </a:xfrm>
        </p:spPr>
        <p:txBody>
          <a:bodyPr/>
          <a:lstStyle/>
          <a:p>
            <a:r>
              <a:rPr lang="en-US" dirty="0"/>
              <a:t>A </a:t>
            </a:r>
            <a:r>
              <a:rPr lang="en-US" b="1" dirty="0"/>
              <a:t>worm</a:t>
            </a:r>
            <a:r>
              <a:rPr lang="en-US" dirty="0"/>
              <a:t> is a type of malware that doesn’t require another file to spread to other computers</a:t>
            </a:r>
          </a:p>
          <a:p>
            <a:pPr lvl="1"/>
            <a:r>
              <a:rPr lang="en-US" dirty="0"/>
              <a:t>It’s a </a:t>
            </a:r>
            <a:r>
              <a:rPr lang="en-US" b="1" dirty="0"/>
              <a:t>self-contained program </a:t>
            </a:r>
            <a:r>
              <a:rPr lang="en-US" dirty="0"/>
              <a:t>that just needs a computer to be connected to a network</a:t>
            </a:r>
          </a:p>
          <a:p>
            <a:r>
              <a:rPr lang="en-US" dirty="0"/>
              <a:t>Worms are </a:t>
            </a:r>
            <a:r>
              <a:rPr lang="en-US" b="1" dirty="0"/>
              <a:t>commonly spread by e-mail attachments</a:t>
            </a:r>
            <a:r>
              <a:rPr lang="en-US" dirty="0"/>
              <a:t>, instant messaging, IRC channels, and network file sharing</a:t>
            </a:r>
          </a:p>
          <a:p>
            <a:r>
              <a:rPr lang="en-US" dirty="0"/>
              <a:t>Worms can also create a </a:t>
            </a:r>
            <a:r>
              <a:rPr lang="en-US" b="1" dirty="0"/>
              <a:t>backdoor</a:t>
            </a:r>
            <a:r>
              <a:rPr lang="en-US" dirty="0"/>
              <a:t>, which is a program installed on a computer that permits access to the computer, bypassing normal authentication process</a:t>
            </a:r>
          </a:p>
          <a:p>
            <a:endParaRPr lang="en-US" dirty="0"/>
          </a:p>
        </p:txBody>
      </p:sp>
    </p:spTree>
    <p:extLst>
      <p:ext uri="{BB962C8B-B14F-4D97-AF65-F5344CB8AC3E}">
        <p14:creationId xmlns:p14="http://schemas.microsoft.com/office/powerpoint/2010/main" val="25284204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C96CB-2D29-B248-5D2A-356393F0EE06}"/>
              </a:ext>
            </a:extLst>
          </p:cNvPr>
          <p:cNvSpPr>
            <a:spLocks noGrp="1"/>
          </p:cNvSpPr>
          <p:nvPr>
            <p:ph type="title"/>
          </p:nvPr>
        </p:nvSpPr>
        <p:spPr/>
        <p:txBody>
          <a:bodyPr/>
          <a:lstStyle/>
          <a:p>
            <a:r>
              <a:rPr lang="en-US" dirty="0"/>
              <a:t>Other Forms of Malware</a:t>
            </a:r>
          </a:p>
        </p:txBody>
      </p:sp>
      <p:sp>
        <p:nvSpPr>
          <p:cNvPr id="3" name="Content Placeholder 2">
            <a:extLst>
              <a:ext uri="{FF2B5EF4-FFF2-40B4-BE49-F238E27FC236}">
                <a16:creationId xmlns:a16="http://schemas.microsoft.com/office/drawing/2014/main" id="{6E3D6C63-446C-A61D-E2C5-0FFEB7D27F88}"/>
              </a:ext>
            </a:extLst>
          </p:cNvPr>
          <p:cNvSpPr>
            <a:spLocks noGrp="1"/>
          </p:cNvSpPr>
          <p:nvPr>
            <p:ph idx="1"/>
          </p:nvPr>
        </p:nvSpPr>
        <p:spPr>
          <a:xfrm>
            <a:off x="476843" y="1459865"/>
            <a:ext cx="11241915" cy="4351338"/>
          </a:xfrm>
        </p:spPr>
        <p:txBody>
          <a:bodyPr/>
          <a:lstStyle/>
          <a:p>
            <a:r>
              <a:rPr lang="en-US" dirty="0"/>
              <a:t>A </a:t>
            </a:r>
            <a:r>
              <a:rPr lang="en-US" b="1" dirty="0"/>
              <a:t>Trojan horse </a:t>
            </a:r>
            <a:r>
              <a:rPr lang="en-US" dirty="0"/>
              <a:t>is malware that appears to be something useful, such as a free utility, but in reality contains some type of malware</a:t>
            </a:r>
          </a:p>
          <a:p>
            <a:r>
              <a:rPr lang="en-US" dirty="0"/>
              <a:t>A </a:t>
            </a:r>
            <a:r>
              <a:rPr lang="en-US" b="1" dirty="0"/>
              <a:t>rootkit</a:t>
            </a:r>
            <a:r>
              <a:rPr lang="en-US" dirty="0"/>
              <a:t> is a form of malware that can monitor traffic to and from a computer, monitor keystrokes, and capture passwords</a:t>
            </a:r>
          </a:p>
          <a:p>
            <a:r>
              <a:rPr lang="en-US" dirty="0"/>
              <a:t>A </a:t>
            </a:r>
            <a:r>
              <a:rPr lang="en-US" b="1" dirty="0"/>
              <a:t>hoax virus </a:t>
            </a:r>
            <a:r>
              <a:rPr lang="en-US" dirty="0"/>
              <a:t>uses a tactic called social engineering, in which attackers get users to do their bidding without being aware of the consequences</a:t>
            </a:r>
          </a:p>
          <a:p>
            <a:r>
              <a:rPr lang="en-US" dirty="0"/>
              <a:t>A </a:t>
            </a:r>
            <a:r>
              <a:rPr lang="en-US" b="1" dirty="0"/>
              <a:t>logic bomb </a:t>
            </a:r>
            <a:r>
              <a:rPr lang="en-US" dirty="0"/>
              <a:t>is time-dependent malware that’s activated when a particular event occurs</a:t>
            </a:r>
          </a:p>
          <a:p>
            <a:endParaRPr lang="en-US" dirty="0"/>
          </a:p>
        </p:txBody>
      </p:sp>
    </p:spTree>
    <p:extLst>
      <p:ext uri="{BB962C8B-B14F-4D97-AF65-F5344CB8AC3E}">
        <p14:creationId xmlns:p14="http://schemas.microsoft.com/office/powerpoint/2010/main" val="26899408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8DB0B-3723-AAE5-4DE9-ECAED633CB0F}"/>
              </a:ext>
            </a:extLst>
          </p:cNvPr>
          <p:cNvSpPr>
            <a:spLocks noGrp="1"/>
          </p:cNvSpPr>
          <p:nvPr>
            <p:ph type="title"/>
          </p:nvPr>
        </p:nvSpPr>
        <p:spPr/>
        <p:txBody>
          <a:bodyPr/>
          <a:lstStyle/>
          <a:p>
            <a:r>
              <a:rPr lang="en-US" dirty="0"/>
              <a:t>Spyware, Spam, and Phishing</a:t>
            </a:r>
          </a:p>
        </p:txBody>
      </p:sp>
      <p:sp>
        <p:nvSpPr>
          <p:cNvPr id="3" name="Content Placeholder 2">
            <a:extLst>
              <a:ext uri="{FF2B5EF4-FFF2-40B4-BE49-F238E27FC236}">
                <a16:creationId xmlns:a16="http://schemas.microsoft.com/office/drawing/2014/main" id="{48417C31-FC00-14CE-3E3F-38945863BE31}"/>
              </a:ext>
            </a:extLst>
          </p:cNvPr>
          <p:cNvSpPr>
            <a:spLocks noGrp="1"/>
          </p:cNvSpPr>
          <p:nvPr>
            <p:ph idx="1"/>
          </p:nvPr>
        </p:nvSpPr>
        <p:spPr>
          <a:xfrm>
            <a:off x="476843" y="1448435"/>
            <a:ext cx="11241915" cy="4351338"/>
          </a:xfrm>
        </p:spPr>
        <p:txBody>
          <a:bodyPr/>
          <a:lstStyle/>
          <a:p>
            <a:r>
              <a:rPr lang="en-US" b="1" dirty="0"/>
              <a:t>Spyware</a:t>
            </a:r>
            <a:r>
              <a:rPr lang="en-US" dirty="0"/>
              <a:t> is a type of malware that monitors or controls part of your computer at the expense of your privacy</a:t>
            </a:r>
          </a:p>
          <a:p>
            <a:pPr lvl="1"/>
            <a:r>
              <a:rPr lang="en-US" sz="2200" dirty="0"/>
              <a:t>Spyware usually decreases your computer’s performance and increases pop-up Internet messages</a:t>
            </a:r>
          </a:p>
          <a:p>
            <a:r>
              <a:rPr lang="en-US" b="1" dirty="0"/>
              <a:t>Spam</a:t>
            </a:r>
            <a:r>
              <a:rPr lang="en-US" dirty="0"/>
              <a:t> is unsolicited e-mail that takes up e-mail storage space, network bandwidth and people’s time</a:t>
            </a:r>
          </a:p>
          <a:p>
            <a:r>
              <a:rPr lang="en-US" dirty="0"/>
              <a:t>Phishing uses social engineering tactics to coax a person into sending the attacker personal information, logon information, and possibly money</a:t>
            </a:r>
          </a:p>
        </p:txBody>
      </p:sp>
    </p:spTree>
    <p:extLst>
      <p:ext uri="{BB962C8B-B14F-4D97-AF65-F5344CB8AC3E}">
        <p14:creationId xmlns:p14="http://schemas.microsoft.com/office/powerpoint/2010/main" val="16687416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DBA68-E3D6-C213-1298-8AEE16AF7EEA}"/>
              </a:ext>
            </a:extLst>
          </p:cNvPr>
          <p:cNvSpPr>
            <a:spLocks noGrp="1"/>
          </p:cNvSpPr>
          <p:nvPr>
            <p:ph type="title"/>
          </p:nvPr>
        </p:nvSpPr>
        <p:spPr/>
        <p:txBody>
          <a:bodyPr/>
          <a:lstStyle/>
          <a:p>
            <a:r>
              <a:rPr lang="en-US" dirty="0"/>
              <a:t>Malware Protection</a:t>
            </a:r>
          </a:p>
        </p:txBody>
      </p:sp>
      <p:sp>
        <p:nvSpPr>
          <p:cNvPr id="3" name="Content Placeholder 2">
            <a:extLst>
              <a:ext uri="{FF2B5EF4-FFF2-40B4-BE49-F238E27FC236}">
                <a16:creationId xmlns:a16="http://schemas.microsoft.com/office/drawing/2014/main" id="{22976B26-F815-35E7-0A66-417610661C8A}"/>
              </a:ext>
            </a:extLst>
          </p:cNvPr>
          <p:cNvSpPr>
            <a:spLocks noGrp="1"/>
          </p:cNvSpPr>
          <p:nvPr>
            <p:ph idx="1"/>
          </p:nvPr>
        </p:nvSpPr>
        <p:spPr>
          <a:xfrm>
            <a:off x="476843" y="1334135"/>
            <a:ext cx="11241915" cy="4351338"/>
          </a:xfrm>
        </p:spPr>
        <p:txBody>
          <a:bodyPr/>
          <a:lstStyle/>
          <a:p>
            <a:r>
              <a:rPr lang="en-US" dirty="0"/>
              <a:t>Every desktop and server should have </a:t>
            </a:r>
            <a:r>
              <a:rPr lang="en-US" b="1" dirty="0"/>
              <a:t>antimalware software </a:t>
            </a:r>
            <a:r>
              <a:rPr lang="en-US" dirty="0"/>
              <a:t>running</a:t>
            </a:r>
          </a:p>
          <a:p>
            <a:pPr lvl="1"/>
            <a:r>
              <a:rPr lang="en-US" sz="2200" dirty="0"/>
              <a:t>Should include antivirus software and antispyware</a:t>
            </a:r>
          </a:p>
          <a:p>
            <a:r>
              <a:rPr lang="en-US" dirty="0"/>
              <a:t>A </a:t>
            </a:r>
            <a:r>
              <a:rPr lang="en-US" b="1" dirty="0"/>
              <a:t>virus scanner </a:t>
            </a:r>
            <a:r>
              <a:rPr lang="en-US" dirty="0"/>
              <a:t>residing in memory should be used so that every program file or document that’s accessed is scanned</a:t>
            </a:r>
          </a:p>
          <a:p>
            <a:r>
              <a:rPr lang="en-US" dirty="0"/>
              <a:t>Microsoft includes </a:t>
            </a:r>
            <a:r>
              <a:rPr lang="en-US" b="1" dirty="0"/>
              <a:t>Windows Defender </a:t>
            </a:r>
            <a:r>
              <a:rPr lang="en-US" dirty="0"/>
              <a:t>with current versions</a:t>
            </a:r>
          </a:p>
          <a:p>
            <a:pPr lvl="1"/>
            <a:r>
              <a:rPr lang="en-US" sz="2200" dirty="0"/>
              <a:t>It contains both antivirus and antispyware protection</a:t>
            </a:r>
          </a:p>
          <a:p>
            <a:pPr lvl="1"/>
            <a:r>
              <a:rPr lang="en-US" sz="2200" dirty="0"/>
              <a:t>It is installed and enabled by default and updated automatically on a regular basis</a:t>
            </a:r>
          </a:p>
          <a:p>
            <a:endParaRPr lang="en-US" dirty="0"/>
          </a:p>
        </p:txBody>
      </p:sp>
    </p:spTree>
    <p:extLst>
      <p:ext uri="{BB962C8B-B14F-4D97-AF65-F5344CB8AC3E}">
        <p14:creationId xmlns:p14="http://schemas.microsoft.com/office/powerpoint/2010/main" val="7817765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6893A-DDA9-4EF0-D7AB-4C60B336C05A}"/>
              </a:ext>
            </a:extLst>
          </p:cNvPr>
          <p:cNvSpPr>
            <a:spLocks noGrp="1"/>
          </p:cNvSpPr>
          <p:nvPr>
            <p:ph type="title"/>
          </p:nvPr>
        </p:nvSpPr>
        <p:spPr/>
        <p:txBody>
          <a:bodyPr/>
          <a:lstStyle/>
          <a:p>
            <a:r>
              <a:rPr lang="en-US" dirty="0"/>
              <a:t>Tools to Discover Network Security Vulnerabilities</a:t>
            </a:r>
          </a:p>
        </p:txBody>
      </p:sp>
      <p:sp>
        <p:nvSpPr>
          <p:cNvPr id="3" name="Content Placeholder 2">
            <a:extLst>
              <a:ext uri="{FF2B5EF4-FFF2-40B4-BE49-F238E27FC236}">
                <a16:creationId xmlns:a16="http://schemas.microsoft.com/office/drawing/2014/main" id="{3EC20E6B-1F8E-A4B4-1A3E-1E82D9569FD1}"/>
              </a:ext>
            </a:extLst>
          </p:cNvPr>
          <p:cNvSpPr>
            <a:spLocks noGrp="1"/>
          </p:cNvSpPr>
          <p:nvPr>
            <p:ph idx="1"/>
          </p:nvPr>
        </p:nvSpPr>
        <p:spPr/>
        <p:txBody>
          <a:bodyPr/>
          <a:lstStyle/>
          <a:p>
            <a:r>
              <a:rPr lang="en-US" dirty="0"/>
              <a:t>The </a:t>
            </a:r>
            <a:r>
              <a:rPr lang="en-US" b="1" dirty="0"/>
              <a:t>attacker</a:t>
            </a:r>
            <a:r>
              <a:rPr lang="en-US" dirty="0"/>
              <a:t> attempts to break into a network system</a:t>
            </a:r>
          </a:p>
          <a:p>
            <a:r>
              <a:rPr lang="en-US" dirty="0"/>
              <a:t>The </a:t>
            </a:r>
            <a:r>
              <a:rPr lang="en-US" b="1" dirty="0"/>
              <a:t>penetration tester </a:t>
            </a:r>
            <a:r>
              <a:rPr lang="en-US" dirty="0"/>
              <a:t>attempts to break into a system to advise the owners of the system where vulnerabilities lie</a:t>
            </a:r>
          </a:p>
          <a:p>
            <a:pPr lvl="1"/>
            <a:r>
              <a:rPr lang="en-US" sz="2200" dirty="0"/>
              <a:t>They are often referred to as an </a:t>
            </a:r>
            <a:r>
              <a:rPr lang="en-US" b="1" dirty="0"/>
              <a:t>ethical hacker</a:t>
            </a:r>
          </a:p>
          <a:p>
            <a:r>
              <a:rPr lang="en-US" dirty="0"/>
              <a:t>In cybersecurity, there are two adversaries:</a:t>
            </a:r>
          </a:p>
          <a:p>
            <a:pPr lvl="1"/>
            <a:r>
              <a:rPr lang="en-US" sz="2200" dirty="0"/>
              <a:t>The </a:t>
            </a:r>
            <a:r>
              <a:rPr lang="en-US" sz="2200" b="1" dirty="0"/>
              <a:t>red team </a:t>
            </a:r>
            <a:r>
              <a:rPr lang="en-US" sz="2200" dirty="0"/>
              <a:t>is tasked with defeating security controls and accessing or disabling a system</a:t>
            </a:r>
          </a:p>
          <a:p>
            <a:pPr lvl="1"/>
            <a:r>
              <a:rPr lang="en-US" sz="2200" dirty="0"/>
              <a:t>The </a:t>
            </a:r>
            <a:r>
              <a:rPr lang="en-US" sz="2200" b="1" dirty="0"/>
              <a:t>blue team </a:t>
            </a:r>
            <a:r>
              <a:rPr lang="en-US" sz="2200" dirty="0"/>
              <a:t>is tasked with defending against the red team’s attempts</a:t>
            </a:r>
          </a:p>
          <a:p>
            <a:endParaRPr lang="en-US" dirty="0"/>
          </a:p>
        </p:txBody>
      </p:sp>
    </p:spTree>
    <p:extLst>
      <p:ext uri="{BB962C8B-B14F-4D97-AF65-F5344CB8AC3E}">
        <p14:creationId xmlns:p14="http://schemas.microsoft.com/office/powerpoint/2010/main" val="18226387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6E806-BB58-01F2-1584-543CC6DF9215}"/>
              </a:ext>
            </a:extLst>
          </p:cNvPr>
          <p:cNvSpPr>
            <a:spLocks noGrp="1"/>
          </p:cNvSpPr>
          <p:nvPr>
            <p:ph type="title"/>
          </p:nvPr>
        </p:nvSpPr>
        <p:spPr/>
        <p:txBody>
          <a:bodyPr/>
          <a:lstStyle/>
          <a:p>
            <a:r>
              <a:rPr lang="en-US" dirty="0"/>
              <a:t>Discovering Network Resources (1 of 3)</a:t>
            </a:r>
          </a:p>
        </p:txBody>
      </p:sp>
      <p:sp>
        <p:nvSpPr>
          <p:cNvPr id="3" name="Content Placeholder 2">
            <a:extLst>
              <a:ext uri="{FF2B5EF4-FFF2-40B4-BE49-F238E27FC236}">
                <a16:creationId xmlns:a16="http://schemas.microsoft.com/office/drawing/2014/main" id="{BEDC26CE-F0ED-B88D-B8C3-0316E9860110}"/>
              </a:ext>
            </a:extLst>
          </p:cNvPr>
          <p:cNvSpPr>
            <a:spLocks noGrp="1"/>
          </p:cNvSpPr>
          <p:nvPr>
            <p:ph idx="1"/>
          </p:nvPr>
        </p:nvSpPr>
        <p:spPr>
          <a:xfrm>
            <a:off x="476843" y="1391285"/>
            <a:ext cx="11241915" cy="4351338"/>
          </a:xfrm>
        </p:spPr>
        <p:txBody>
          <a:bodyPr/>
          <a:lstStyle/>
          <a:p>
            <a:r>
              <a:rPr lang="en-US" dirty="0"/>
              <a:t>Attackers </a:t>
            </a:r>
            <a:r>
              <a:rPr lang="en-US" b="1" dirty="0"/>
              <a:t>use command-line utilities </a:t>
            </a:r>
            <a:r>
              <a:rPr lang="en-US" dirty="0"/>
              <a:t>to discover your network:</a:t>
            </a:r>
          </a:p>
          <a:p>
            <a:pPr lvl="1"/>
            <a:r>
              <a:rPr lang="en-US" sz="2200" b="1" i="1" dirty="0">
                <a:latin typeface="Courier New" panose="02070309020205020404" pitchFamily="49" charset="0"/>
                <a:cs typeface="Courier New" panose="02070309020205020404" pitchFamily="49" charset="0"/>
              </a:rPr>
              <a:t>Ping</a:t>
            </a:r>
            <a:r>
              <a:rPr lang="en-US" sz="2200" dirty="0"/>
              <a:t>, </a:t>
            </a:r>
            <a:r>
              <a:rPr lang="en-US" sz="2200" b="1" i="1" dirty="0">
                <a:latin typeface="Courier New" panose="02070309020205020404" pitchFamily="49" charset="0"/>
                <a:cs typeface="Courier New" panose="02070309020205020404" pitchFamily="49" charset="0"/>
              </a:rPr>
              <a:t>tracert</a:t>
            </a:r>
            <a:r>
              <a:rPr lang="en-US" sz="2200" dirty="0"/>
              <a:t>, </a:t>
            </a:r>
            <a:r>
              <a:rPr lang="en-US" sz="2200" b="1" i="1" dirty="0">
                <a:latin typeface="Courier New" panose="02070309020205020404" pitchFamily="49" charset="0"/>
                <a:cs typeface="Courier New" panose="02070309020205020404" pitchFamily="49" charset="0"/>
              </a:rPr>
              <a:t>finger</a:t>
            </a:r>
            <a:r>
              <a:rPr lang="en-US" sz="2200" dirty="0"/>
              <a:t>, and </a:t>
            </a:r>
            <a:r>
              <a:rPr lang="en-US" sz="2200" b="1" i="1" dirty="0">
                <a:latin typeface="Courier New" panose="02070309020205020404" pitchFamily="49" charset="0"/>
                <a:cs typeface="Courier New" panose="02070309020205020404" pitchFamily="49" charset="0"/>
              </a:rPr>
              <a:t>nslookup</a:t>
            </a:r>
            <a:r>
              <a:rPr lang="en-US" sz="2200" dirty="0"/>
              <a:t> are some utilities used</a:t>
            </a:r>
          </a:p>
          <a:p>
            <a:pPr lvl="1"/>
            <a:r>
              <a:rPr lang="en-US" sz="2200" dirty="0"/>
              <a:t>A </a:t>
            </a:r>
            <a:r>
              <a:rPr lang="en-US" sz="2200" b="1" dirty="0"/>
              <a:t>ping scanner </a:t>
            </a:r>
            <a:r>
              <a:rPr lang="en-US" sz="2200" dirty="0"/>
              <a:t>is an automated method for pinging a range of IP addresses </a:t>
            </a:r>
          </a:p>
          <a:p>
            <a:pPr lvl="1"/>
            <a:r>
              <a:rPr lang="en-US" sz="2200" dirty="0"/>
              <a:t>A </a:t>
            </a:r>
            <a:r>
              <a:rPr lang="en-US" sz="2200" b="1" dirty="0"/>
              <a:t>port scanner </a:t>
            </a:r>
            <a:r>
              <a:rPr lang="en-US" sz="2200" dirty="0"/>
              <a:t>determines which TCP and UDP ports are available on a particular computer or device</a:t>
            </a:r>
          </a:p>
          <a:p>
            <a:pPr lvl="1"/>
            <a:r>
              <a:rPr lang="en-US" sz="2200" dirty="0"/>
              <a:t>Whois is a utility for discovering information about an Internet domain</a:t>
            </a:r>
          </a:p>
          <a:p>
            <a:pPr lvl="2"/>
            <a:r>
              <a:rPr lang="en-US" sz="2200" dirty="0"/>
              <a:t>Information that can be gathered from a Whois query includes IP address information and names and addresses of DNS servers used by that domain</a:t>
            </a:r>
          </a:p>
          <a:p>
            <a:endParaRPr lang="en-US" dirty="0"/>
          </a:p>
        </p:txBody>
      </p:sp>
    </p:spTree>
    <p:extLst>
      <p:ext uri="{BB962C8B-B14F-4D97-AF65-F5344CB8AC3E}">
        <p14:creationId xmlns:p14="http://schemas.microsoft.com/office/powerpoint/2010/main" val="33234410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D213A-CBAE-0501-6BD3-011140376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B89FA0-BA8B-B89F-5646-97971A0F570F}"/>
              </a:ext>
            </a:extLst>
          </p:cNvPr>
          <p:cNvSpPr>
            <a:spLocks noGrp="1"/>
          </p:cNvSpPr>
          <p:nvPr>
            <p:ph type="title"/>
          </p:nvPr>
        </p:nvSpPr>
        <p:spPr/>
        <p:txBody>
          <a:bodyPr/>
          <a:lstStyle/>
          <a:p>
            <a:r>
              <a:rPr lang="en-US" dirty="0"/>
              <a:t>Discovering Network Resources </a:t>
            </a:r>
            <a:r>
              <a:rPr lang="en-US" sz="2800" dirty="0"/>
              <a:t>(2 of 3)</a:t>
            </a:r>
          </a:p>
        </p:txBody>
      </p:sp>
      <p:sp>
        <p:nvSpPr>
          <p:cNvPr id="5" name="TextBox 4">
            <a:extLst>
              <a:ext uri="{FF2B5EF4-FFF2-40B4-BE49-F238E27FC236}">
                <a16:creationId xmlns:a16="http://schemas.microsoft.com/office/drawing/2014/main" id="{FD491D8A-E97D-AE43-0C97-EF55DE77B0CD}"/>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9-11  </a:t>
            </a:r>
            <a:r>
              <a:rPr lang="en-US" sz="2400" dirty="0">
                <a:latin typeface="Work Sans" pitchFamily="2" charset="0"/>
              </a:rPr>
              <a:t>The results of a ping scan on a network</a:t>
            </a:r>
          </a:p>
        </p:txBody>
      </p:sp>
      <p:pic>
        <p:nvPicPr>
          <p:cNvPr id="4" name="Picture 3" descr="The Net Info scanner utility which is used to carry out a ping scan on a network address on an I P address range.&#10;">
            <a:extLst>
              <a:ext uri="{FF2B5EF4-FFF2-40B4-BE49-F238E27FC236}">
                <a16:creationId xmlns:a16="http://schemas.microsoft.com/office/drawing/2014/main" id="{98EC674F-020D-EBDC-B481-8A339FE42FF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32714" y="1369757"/>
            <a:ext cx="5779566" cy="4345244"/>
          </a:xfrm>
          <a:prstGeom prst="rect">
            <a:avLst/>
          </a:prstGeom>
        </p:spPr>
      </p:pic>
    </p:spTree>
    <p:extLst>
      <p:ext uri="{BB962C8B-B14F-4D97-AF65-F5344CB8AC3E}">
        <p14:creationId xmlns:p14="http://schemas.microsoft.com/office/powerpoint/2010/main" val="39938412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E5300-68B5-2BA9-DFF8-209390C77A1A}"/>
              </a:ext>
            </a:extLst>
          </p:cNvPr>
          <p:cNvSpPr>
            <a:spLocks noGrp="1"/>
          </p:cNvSpPr>
          <p:nvPr>
            <p:ph type="title"/>
          </p:nvPr>
        </p:nvSpPr>
        <p:spPr/>
        <p:txBody>
          <a:bodyPr/>
          <a:lstStyle/>
          <a:p>
            <a:r>
              <a:rPr lang="en-US" dirty="0"/>
              <a:t>Discovering Network Resources </a:t>
            </a:r>
            <a:r>
              <a:rPr lang="en-US" sz="2800" dirty="0"/>
              <a:t>(3 of 3)</a:t>
            </a:r>
          </a:p>
        </p:txBody>
      </p:sp>
      <p:sp>
        <p:nvSpPr>
          <p:cNvPr id="3" name="Content Placeholder 2">
            <a:extLst>
              <a:ext uri="{FF2B5EF4-FFF2-40B4-BE49-F238E27FC236}">
                <a16:creationId xmlns:a16="http://schemas.microsoft.com/office/drawing/2014/main" id="{0763BE6C-B536-5734-0254-FCE014187D89}"/>
              </a:ext>
            </a:extLst>
          </p:cNvPr>
          <p:cNvSpPr>
            <a:spLocks noGrp="1"/>
          </p:cNvSpPr>
          <p:nvPr>
            <p:ph idx="1"/>
          </p:nvPr>
        </p:nvSpPr>
        <p:spPr>
          <a:xfrm>
            <a:off x="476843" y="1471295"/>
            <a:ext cx="11241915" cy="4351338"/>
          </a:xfrm>
        </p:spPr>
        <p:txBody>
          <a:bodyPr/>
          <a:lstStyle/>
          <a:p>
            <a:r>
              <a:rPr lang="en-US" b="1" dirty="0"/>
              <a:t>Protocol analyzers </a:t>
            </a:r>
            <a:r>
              <a:rPr lang="en-US" dirty="0"/>
              <a:t>enable you to capture packets and determine which protocol services are running</a:t>
            </a:r>
          </a:p>
          <a:p>
            <a:pPr lvl="1"/>
            <a:r>
              <a:rPr lang="en-US" sz="2200" dirty="0"/>
              <a:t>They require access to the network media</a:t>
            </a:r>
          </a:p>
          <a:p>
            <a:r>
              <a:rPr lang="en-US" dirty="0"/>
              <a:t>The use of the </a:t>
            </a:r>
            <a:r>
              <a:rPr lang="en-US" b="1" i="1" dirty="0">
                <a:latin typeface="Courier New" panose="02070309020205020404" pitchFamily="49" charset="0"/>
                <a:cs typeface="Courier New" panose="02070309020205020404" pitchFamily="49" charset="0"/>
              </a:rPr>
              <a:t>finger</a:t>
            </a:r>
            <a:r>
              <a:rPr lang="en-US" dirty="0"/>
              <a:t> utility can be disabled by turning it off on all UNIX, Linux servers and routers</a:t>
            </a:r>
          </a:p>
          <a:p>
            <a:r>
              <a:rPr lang="en-US" dirty="0"/>
              <a:t>A </a:t>
            </a:r>
            <a:r>
              <a:rPr lang="en-US" b="1" dirty="0"/>
              <a:t>port scan </a:t>
            </a:r>
            <a:r>
              <a:rPr lang="en-US" dirty="0"/>
              <a:t>should be run on all network devices to see what services are on, and then services that aren’t necessary should be turned off</a:t>
            </a:r>
          </a:p>
          <a:p>
            <a:r>
              <a:rPr lang="en-US" dirty="0"/>
              <a:t>To protect against the use of protocol analyzers, all hubs and switches should be secured in a locked room or cabinet</a:t>
            </a:r>
          </a:p>
          <a:p>
            <a:endParaRPr lang="en-US" dirty="0"/>
          </a:p>
        </p:txBody>
      </p:sp>
    </p:spTree>
    <p:extLst>
      <p:ext uri="{BB962C8B-B14F-4D97-AF65-F5344CB8AC3E}">
        <p14:creationId xmlns:p14="http://schemas.microsoft.com/office/powerpoint/2010/main" val="18013646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95FA6-AEAF-245E-C05A-C7B15AEB57CC}"/>
              </a:ext>
            </a:extLst>
          </p:cNvPr>
          <p:cNvSpPr>
            <a:spLocks noGrp="1"/>
          </p:cNvSpPr>
          <p:nvPr>
            <p:ph type="title"/>
          </p:nvPr>
        </p:nvSpPr>
        <p:spPr/>
        <p:txBody>
          <a:bodyPr/>
          <a:lstStyle/>
          <a:p>
            <a:r>
              <a:rPr lang="en-US" dirty="0"/>
              <a:t>Gaining Access to Network Resources</a:t>
            </a:r>
          </a:p>
        </p:txBody>
      </p:sp>
      <p:sp>
        <p:nvSpPr>
          <p:cNvPr id="3" name="Content Placeholder 2">
            <a:extLst>
              <a:ext uri="{FF2B5EF4-FFF2-40B4-BE49-F238E27FC236}">
                <a16:creationId xmlns:a16="http://schemas.microsoft.com/office/drawing/2014/main" id="{65A9E678-C09B-F800-3E61-D2B5270BB003}"/>
              </a:ext>
            </a:extLst>
          </p:cNvPr>
          <p:cNvSpPr>
            <a:spLocks noGrp="1"/>
          </p:cNvSpPr>
          <p:nvPr>
            <p:ph idx="1"/>
          </p:nvPr>
        </p:nvSpPr>
        <p:spPr>
          <a:xfrm>
            <a:off x="476843" y="1414145"/>
            <a:ext cx="11241915" cy="4351338"/>
          </a:xfrm>
        </p:spPr>
        <p:txBody>
          <a:bodyPr/>
          <a:lstStyle/>
          <a:p>
            <a:r>
              <a:rPr lang="en-US" dirty="0"/>
              <a:t>After an attacker has discovered the resources available, the next step might be gaining access</a:t>
            </a:r>
          </a:p>
          <a:p>
            <a:pPr lvl="1"/>
            <a:r>
              <a:rPr lang="en-US" sz="2200" dirty="0"/>
              <a:t>Attackers will try to gain access via devices that have no password set</a:t>
            </a:r>
          </a:p>
          <a:p>
            <a:pPr lvl="1"/>
            <a:r>
              <a:rPr lang="en-US" sz="2200" b="1" i="1" dirty="0">
                <a:latin typeface="Courier New" panose="02070309020205020404" pitchFamily="49" charset="0"/>
                <a:cs typeface="Courier New" panose="02070309020205020404" pitchFamily="49" charset="0"/>
              </a:rPr>
              <a:t>finger</a:t>
            </a:r>
            <a:r>
              <a:rPr lang="en-US" sz="2200" dirty="0"/>
              <a:t> can be used to discover usernames</a:t>
            </a:r>
          </a:p>
          <a:p>
            <a:r>
              <a:rPr lang="en-US" dirty="0"/>
              <a:t>Linux and Windows servers have default administrator names that are often left unchanged </a:t>
            </a:r>
          </a:p>
          <a:p>
            <a:pPr lvl="1"/>
            <a:r>
              <a:rPr lang="en-US" sz="2200" dirty="0"/>
              <a:t>An attacker with a password-cracking tool can easily exploit</a:t>
            </a:r>
          </a:p>
          <a:p>
            <a:pPr lvl="1"/>
            <a:r>
              <a:rPr lang="en-US" sz="2200" dirty="0"/>
              <a:t>Using a password-cracking tool on your own system is recommended to see whether your passwords are complex enough</a:t>
            </a:r>
          </a:p>
          <a:p>
            <a:endParaRPr lang="en-US" dirty="0"/>
          </a:p>
        </p:txBody>
      </p:sp>
    </p:spTree>
    <p:extLst>
      <p:ext uri="{BB962C8B-B14F-4D97-AF65-F5344CB8AC3E}">
        <p14:creationId xmlns:p14="http://schemas.microsoft.com/office/powerpoint/2010/main" val="21090674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9BE12-1534-6699-4D7A-7B7B7E3E73D5}"/>
              </a:ext>
            </a:extLst>
          </p:cNvPr>
          <p:cNvSpPr>
            <a:spLocks noGrp="1"/>
          </p:cNvSpPr>
          <p:nvPr>
            <p:ph type="title"/>
          </p:nvPr>
        </p:nvSpPr>
        <p:spPr/>
        <p:txBody>
          <a:bodyPr/>
          <a:lstStyle/>
          <a:p>
            <a:r>
              <a:rPr lang="en-US" dirty="0"/>
              <a:t>Disabling Network Resources </a:t>
            </a:r>
            <a:r>
              <a:rPr lang="en-US" sz="2800" dirty="0"/>
              <a:t>(1 of 2)</a:t>
            </a:r>
          </a:p>
        </p:txBody>
      </p:sp>
      <p:sp>
        <p:nvSpPr>
          <p:cNvPr id="3" name="Content Placeholder 2">
            <a:extLst>
              <a:ext uri="{FF2B5EF4-FFF2-40B4-BE49-F238E27FC236}">
                <a16:creationId xmlns:a16="http://schemas.microsoft.com/office/drawing/2014/main" id="{EE4E79EC-2E1D-1865-1A9B-457058BB702C}"/>
              </a:ext>
            </a:extLst>
          </p:cNvPr>
          <p:cNvSpPr>
            <a:spLocks noGrp="1"/>
          </p:cNvSpPr>
          <p:nvPr>
            <p:ph idx="1"/>
          </p:nvPr>
        </p:nvSpPr>
        <p:spPr>
          <a:xfrm>
            <a:off x="473242" y="1414145"/>
            <a:ext cx="11241915" cy="4351338"/>
          </a:xfrm>
        </p:spPr>
        <p:txBody>
          <a:bodyPr/>
          <a:lstStyle/>
          <a:p>
            <a:r>
              <a:rPr lang="en-US" dirty="0"/>
              <a:t>A </a:t>
            </a:r>
            <a:r>
              <a:rPr lang="en-US" b="1" dirty="0"/>
              <a:t>denial-of-service</a:t>
            </a:r>
            <a:r>
              <a:rPr lang="en-US" dirty="0"/>
              <a:t> </a:t>
            </a:r>
            <a:r>
              <a:rPr lang="en-US" b="1" dirty="0"/>
              <a:t>(DoS) attack </a:t>
            </a:r>
            <a:r>
              <a:rPr lang="en-US" dirty="0"/>
              <a:t>is an attacker’s attempt to tie up network bandwidth or network services</a:t>
            </a:r>
          </a:p>
          <a:p>
            <a:r>
              <a:rPr lang="en-US" dirty="0"/>
              <a:t>Three common types of DoS attacks include the following</a:t>
            </a:r>
          </a:p>
          <a:p>
            <a:pPr lvl="1"/>
            <a:r>
              <a:rPr lang="en-US" sz="2200" b="1" dirty="0"/>
              <a:t>Packet storms </a:t>
            </a:r>
            <a:r>
              <a:rPr lang="en-US" sz="2200" dirty="0"/>
              <a:t>use the UDP protocol to send UDP packets that have a </a:t>
            </a:r>
            <a:r>
              <a:rPr lang="en-US" sz="2200" b="1" dirty="0"/>
              <a:t>spoofed address</a:t>
            </a:r>
            <a:r>
              <a:rPr lang="en-US" sz="2200" dirty="0"/>
              <a:t>, causing the host to be unavailable to respond to packets</a:t>
            </a:r>
          </a:p>
          <a:p>
            <a:pPr lvl="1"/>
            <a:r>
              <a:rPr lang="en-US" sz="2200" b="1" dirty="0"/>
              <a:t>Half-open SYN attacks </a:t>
            </a:r>
            <a:r>
              <a:rPr lang="en-US" sz="2200" dirty="0"/>
              <a:t>use the TCP three-way handshake to tie up a server with invalid TCP sessions</a:t>
            </a:r>
          </a:p>
          <a:p>
            <a:pPr lvl="1"/>
            <a:r>
              <a:rPr lang="en-US" sz="2200" dirty="0"/>
              <a:t>A </a:t>
            </a:r>
            <a:r>
              <a:rPr lang="en-US" sz="2200" b="1" dirty="0"/>
              <a:t>ping flood </a:t>
            </a:r>
            <a:r>
              <a:rPr lang="en-US" sz="2200" dirty="0"/>
              <a:t>sends a large number of ping packets to a host</a:t>
            </a:r>
          </a:p>
          <a:p>
            <a:pPr lvl="2"/>
            <a:r>
              <a:rPr lang="en-US" sz="2000" dirty="0"/>
              <a:t>They cause the host to reply, typing up CPU cycles and bandwidth</a:t>
            </a:r>
          </a:p>
        </p:txBody>
      </p:sp>
    </p:spTree>
    <p:extLst>
      <p:ext uri="{BB962C8B-B14F-4D97-AF65-F5344CB8AC3E}">
        <p14:creationId xmlns:p14="http://schemas.microsoft.com/office/powerpoint/2010/main" val="36816196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D0E3C-B77F-C78C-F43A-DD055B19C2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DFD7A-11EA-64E5-EEB4-3894A9A8FF1E}"/>
              </a:ext>
            </a:extLst>
          </p:cNvPr>
          <p:cNvSpPr>
            <a:spLocks noGrp="1"/>
          </p:cNvSpPr>
          <p:nvPr>
            <p:ph type="title"/>
          </p:nvPr>
        </p:nvSpPr>
        <p:spPr/>
        <p:txBody>
          <a:bodyPr/>
          <a:lstStyle/>
          <a:p>
            <a:r>
              <a:rPr lang="en-US" dirty="0"/>
              <a:t>Disabling Network Resources </a:t>
            </a:r>
            <a:r>
              <a:rPr lang="en-US" sz="2800" dirty="0"/>
              <a:t>(2 of 2)</a:t>
            </a:r>
          </a:p>
        </p:txBody>
      </p:sp>
      <p:sp>
        <p:nvSpPr>
          <p:cNvPr id="3" name="Content Placeholder 2">
            <a:extLst>
              <a:ext uri="{FF2B5EF4-FFF2-40B4-BE49-F238E27FC236}">
                <a16:creationId xmlns:a16="http://schemas.microsoft.com/office/drawing/2014/main" id="{1D4CB185-240B-A694-B6F0-B7B561E11BD2}"/>
              </a:ext>
            </a:extLst>
          </p:cNvPr>
          <p:cNvSpPr>
            <a:spLocks noGrp="1"/>
          </p:cNvSpPr>
          <p:nvPr>
            <p:ph idx="1"/>
          </p:nvPr>
        </p:nvSpPr>
        <p:spPr>
          <a:xfrm>
            <a:off x="476843" y="1437005"/>
            <a:ext cx="11241915" cy="4351338"/>
          </a:xfrm>
        </p:spPr>
        <p:txBody>
          <a:bodyPr/>
          <a:lstStyle/>
          <a:p>
            <a:r>
              <a:rPr lang="en-US" b="1" dirty="0"/>
              <a:t>Distributed denial-of-service (DDoS) attacks </a:t>
            </a:r>
            <a:r>
              <a:rPr lang="en-US" dirty="0"/>
              <a:t>use many systems to attack a single network or resource</a:t>
            </a:r>
          </a:p>
          <a:p>
            <a:r>
              <a:rPr lang="en-US" dirty="0"/>
              <a:t>Firewalls, access lists, virus scanners, and strong OS security are some ways to prevent attacks or reduce their effects</a:t>
            </a:r>
          </a:p>
          <a:p>
            <a:r>
              <a:rPr lang="en-US" dirty="0"/>
              <a:t>Regardless of your tools, always start by devising a sound security policy that maps out your overall network security plan</a:t>
            </a:r>
          </a:p>
        </p:txBody>
      </p:sp>
    </p:spTree>
    <p:extLst>
      <p:ext uri="{BB962C8B-B14F-4D97-AF65-F5344CB8AC3E}">
        <p14:creationId xmlns:p14="http://schemas.microsoft.com/office/powerpoint/2010/main" val="32964990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9-2</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482725"/>
            <a:ext cx="11241915" cy="4351338"/>
          </a:xfrm>
        </p:spPr>
        <p:txBody>
          <a:bodyPr/>
          <a:lstStyle/>
          <a:p>
            <a:pPr marL="0" indent="0">
              <a:buNone/>
            </a:pPr>
            <a:r>
              <a:rPr lang="en-US" dirty="0"/>
              <a:t>What tool should you use if you want to know what network services are running on a computer?</a:t>
            </a:r>
          </a:p>
          <a:p>
            <a:pPr marL="0" indent="0">
              <a:buNone/>
            </a:pPr>
            <a:r>
              <a:rPr lang="en-US" dirty="0"/>
              <a:t>a. Ping scanner</a:t>
            </a:r>
          </a:p>
          <a:p>
            <a:pPr marL="0" indent="0">
              <a:buNone/>
            </a:pPr>
            <a:r>
              <a:rPr lang="en-US" dirty="0"/>
              <a:t>b. Port scanner</a:t>
            </a:r>
          </a:p>
          <a:p>
            <a:pPr marL="0" indent="0">
              <a:buNone/>
            </a:pPr>
            <a:r>
              <a:rPr lang="en-US" dirty="0"/>
              <a:t>c. Trace route</a:t>
            </a:r>
          </a:p>
          <a:p>
            <a:pPr marL="0" indent="0">
              <a:buNone/>
            </a:pPr>
            <a:r>
              <a:rPr lang="en-US" dirty="0"/>
              <a:t>d. Finger</a:t>
            </a:r>
          </a:p>
        </p:txBody>
      </p:sp>
    </p:spTree>
    <p:extLst>
      <p:ext uri="{BB962C8B-B14F-4D97-AF65-F5344CB8AC3E}">
        <p14:creationId xmlns:p14="http://schemas.microsoft.com/office/powerpoint/2010/main" val="12251530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9-2: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430942"/>
            <a:ext cx="11241915" cy="2621900"/>
          </a:xfrm>
        </p:spPr>
        <p:txBody>
          <a:bodyPr/>
          <a:lstStyle/>
          <a:p>
            <a:pPr marL="0" indent="0">
              <a:buNone/>
            </a:pPr>
            <a:r>
              <a:rPr lang="en-US" dirty="0"/>
              <a:t>What tool should you use if you want to know what network services are running on a computer?</a:t>
            </a:r>
          </a:p>
          <a:p>
            <a:pPr marL="0" indent="0">
              <a:buNone/>
            </a:pPr>
            <a:r>
              <a:rPr lang="en-US" b="1" dirty="0"/>
              <a:t>Answer: b</a:t>
            </a:r>
            <a:r>
              <a:rPr lang="en-US" dirty="0"/>
              <a:t>. Port scanner</a:t>
            </a:r>
          </a:p>
          <a:p>
            <a:pPr marL="0" indent="0">
              <a:buNone/>
            </a:pPr>
            <a:r>
              <a:rPr lang="en-US" b="1" dirty="0"/>
              <a:t>Explanation:</a:t>
            </a:r>
            <a:r>
              <a:rPr lang="en-US" dirty="0"/>
              <a:t> A ping scanner is an automated method for pinging a range of IP addresses. A port scanner determines which TCP and UDP ports are open on a computer or device which can tell you what network services are enabled on a computer. Trace route is used to see the route packets take through an internetwork, and finger is used to discover the accounts that are signed into the network.</a:t>
            </a:r>
          </a:p>
        </p:txBody>
      </p:sp>
    </p:spTree>
    <p:extLst>
      <p:ext uri="{BB962C8B-B14F-4D97-AF65-F5344CB8AC3E}">
        <p14:creationId xmlns:p14="http://schemas.microsoft.com/office/powerpoint/2010/main" val="19977629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0525-58F2-4405-81C6-344F11016177}"/>
              </a:ext>
            </a:extLst>
          </p:cNvPr>
          <p:cNvSpPr>
            <a:spLocks noGrp="1"/>
          </p:cNvSpPr>
          <p:nvPr>
            <p:ph type="title"/>
          </p:nvPr>
        </p:nvSpPr>
        <p:spPr/>
        <p:txBody>
          <a:bodyPr/>
          <a:lstStyle/>
          <a:p>
            <a:r>
              <a:rPr lang="en-US" dirty="0"/>
              <a:t>Self Assessment</a:t>
            </a:r>
          </a:p>
        </p:txBody>
      </p:sp>
      <p:sp>
        <p:nvSpPr>
          <p:cNvPr id="3" name="Content Placeholder 2">
            <a:extLst>
              <a:ext uri="{FF2B5EF4-FFF2-40B4-BE49-F238E27FC236}">
                <a16:creationId xmlns:a16="http://schemas.microsoft.com/office/drawing/2014/main" id="{D90D28A5-F477-438F-8470-076D1B855E62}"/>
              </a:ext>
            </a:extLst>
          </p:cNvPr>
          <p:cNvSpPr>
            <a:spLocks noGrp="1"/>
          </p:cNvSpPr>
          <p:nvPr>
            <p:ph idx="1"/>
          </p:nvPr>
        </p:nvSpPr>
        <p:spPr>
          <a:xfrm>
            <a:off x="476843" y="1551305"/>
            <a:ext cx="11241915" cy="2917825"/>
          </a:xfrm>
        </p:spPr>
        <p:txBody>
          <a:bodyPr/>
          <a:lstStyle/>
          <a:p>
            <a:pPr marL="0" indent="0">
              <a:buNone/>
            </a:pPr>
            <a:r>
              <a:rPr lang="en-US" dirty="0"/>
              <a:t>Describe the type of organization who would benefit from each of the 3 levels of security.</a:t>
            </a:r>
          </a:p>
          <a:p>
            <a:pPr marL="0" indent="0">
              <a:buNone/>
            </a:pPr>
            <a:endParaRPr lang="en-US" dirty="0"/>
          </a:p>
          <a:p>
            <a:pPr marL="0" indent="0">
              <a:buNone/>
            </a:pPr>
            <a:r>
              <a:rPr lang="en-US" dirty="0"/>
              <a:t>If network administrators want to be informed when an attempt has been made to compromise the network, what should they use?</a:t>
            </a:r>
          </a:p>
        </p:txBody>
      </p:sp>
      <p:sp>
        <p:nvSpPr>
          <p:cNvPr id="5" name="TextBox 4">
            <a:extLst>
              <a:ext uri="{FF2B5EF4-FFF2-40B4-BE49-F238E27FC236}">
                <a16:creationId xmlns:a16="http://schemas.microsoft.com/office/drawing/2014/main" id="{E1943A0F-A589-2A64-5919-2A68F175300E}"/>
              </a:ext>
            </a:extLst>
          </p:cNvPr>
          <p:cNvSpPr txBox="1"/>
          <p:nvPr/>
        </p:nvSpPr>
        <p:spPr>
          <a:xfrm>
            <a:off x="2043113" y="4365248"/>
            <a:ext cx="6097904" cy="523220"/>
          </a:xfrm>
          <a:prstGeom prst="rect">
            <a:avLst/>
          </a:prstGeom>
          <a:noFill/>
        </p:spPr>
        <p:txBody>
          <a:bodyPr wrap="square">
            <a:spAutoFit/>
          </a:bodyPr>
          <a:lstStyle/>
          <a:p>
            <a:r>
              <a:rPr lang="en-US" sz="2800"/>
              <a:t>deltacollege.edu</a:t>
            </a:r>
          </a:p>
        </p:txBody>
      </p:sp>
      <p:sp>
        <p:nvSpPr>
          <p:cNvPr id="7" name="TextBox 6">
            <a:extLst>
              <a:ext uri="{FF2B5EF4-FFF2-40B4-BE49-F238E27FC236}">
                <a16:creationId xmlns:a16="http://schemas.microsoft.com/office/drawing/2014/main" id="{18119E01-C781-19DF-BA40-DAC54938E636}"/>
              </a:ext>
            </a:extLst>
          </p:cNvPr>
          <p:cNvSpPr txBox="1"/>
          <p:nvPr/>
        </p:nvSpPr>
        <p:spPr>
          <a:xfrm>
            <a:off x="3048953" y="5122029"/>
            <a:ext cx="6097904" cy="523220"/>
          </a:xfrm>
          <a:prstGeom prst="rect">
            <a:avLst/>
          </a:prstGeom>
          <a:noFill/>
        </p:spPr>
        <p:txBody>
          <a:bodyPr wrap="square">
            <a:spAutoFit/>
          </a:bodyPr>
          <a:lstStyle/>
          <a:p>
            <a:r>
              <a:rPr lang="en-US" sz="2800"/>
              <a:t>https://dnschecker.org/all-tools.php</a:t>
            </a:r>
          </a:p>
        </p:txBody>
      </p:sp>
    </p:spTree>
    <p:extLst>
      <p:ext uri="{BB962C8B-B14F-4D97-AF65-F5344CB8AC3E}">
        <p14:creationId xmlns:p14="http://schemas.microsoft.com/office/powerpoint/2010/main" val="6237428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9388-57EA-415D-BA4C-9D237D98148B}"/>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6C62FF5B-1A90-449C-9F51-BCC153EB61C0}"/>
              </a:ext>
            </a:extLst>
          </p:cNvPr>
          <p:cNvSpPr>
            <a:spLocks noGrp="1"/>
          </p:cNvSpPr>
          <p:nvPr>
            <p:ph idx="1"/>
          </p:nvPr>
        </p:nvSpPr>
        <p:spPr>
          <a:xfrm>
            <a:off x="473242" y="1690692"/>
            <a:ext cx="11241915" cy="4351338"/>
          </a:xfrm>
        </p:spPr>
        <p:txBody>
          <a:bodyPr/>
          <a:lstStyle/>
          <a:p>
            <a:pPr marL="0" indent="0">
              <a:buNone/>
            </a:pPr>
            <a:r>
              <a:rPr lang="en-US" dirty="0"/>
              <a:t>Now that the lesson has ended, you should be able to:</a:t>
            </a:r>
          </a:p>
          <a:p>
            <a:pPr marL="457200" indent="-457200">
              <a:buFont typeface="+mj-lt"/>
              <a:buAutoNum type="arabicPeriod"/>
            </a:pPr>
            <a:r>
              <a:rPr lang="en-US" altLang="zh-CN" dirty="0"/>
              <a:t>Develop a network security policy</a:t>
            </a:r>
          </a:p>
          <a:p>
            <a:pPr marL="457200" indent="-457200">
              <a:buFont typeface="+mj-lt"/>
              <a:buAutoNum type="arabicPeriod"/>
            </a:pPr>
            <a:r>
              <a:rPr lang="en-US" altLang="zh-CN" dirty="0"/>
              <a:t>Secure physical access to network equipment</a:t>
            </a:r>
          </a:p>
          <a:p>
            <a:pPr marL="457200" indent="-457200">
              <a:buFont typeface="+mj-lt"/>
              <a:buAutoNum type="arabicPeriod"/>
            </a:pPr>
            <a:r>
              <a:rPr lang="en-US" altLang="zh-CN" dirty="0"/>
              <a:t>Secure access to network data</a:t>
            </a:r>
          </a:p>
          <a:p>
            <a:pPr marL="457200" indent="-457200">
              <a:buFont typeface="+mj-lt"/>
              <a:buAutoNum type="arabicPeriod"/>
            </a:pPr>
            <a:r>
              <a:rPr lang="en-US" altLang="zh-CN" dirty="0"/>
              <a:t>Describe network security devices</a:t>
            </a:r>
          </a:p>
          <a:p>
            <a:pPr marL="457200" indent="-457200">
              <a:buFont typeface="+mj-lt"/>
              <a:buAutoNum type="arabicPeriod"/>
            </a:pPr>
            <a:r>
              <a:rPr lang="en-US" altLang="zh-CN" dirty="0"/>
              <a:t>Protect a network from malware</a:t>
            </a:r>
          </a:p>
          <a:p>
            <a:pPr marL="457200" indent="-457200">
              <a:buFont typeface="+mj-lt"/>
              <a:buAutoNum type="arabicPeriod"/>
            </a:pPr>
            <a:r>
              <a:rPr lang="en-US" altLang="zh-CN" dirty="0"/>
              <a:t>Discover network vulnerabilities</a:t>
            </a:r>
          </a:p>
        </p:txBody>
      </p:sp>
    </p:spTree>
    <p:extLst>
      <p:ext uri="{BB962C8B-B14F-4D97-AF65-F5344CB8AC3E}">
        <p14:creationId xmlns:p14="http://schemas.microsoft.com/office/powerpoint/2010/main" val="23223707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Admin xmlns="c8ecdccd-e3b0-4392-94c4-49d90f16d1d5">
      <UserInfo>
        <DisplayName/>
        <AccountId xsi:nil="true"/>
        <AccountType/>
      </UserInfo>
    </Admin>
    <PartnerProgram xmlns="c8ecdccd-e3b0-4392-94c4-49d90f16d1d5" xsi:nil="true"/>
    <Topic xmlns="c8ecdccd-e3b0-4392-94c4-49d90f16d1d5">
      <Value>Accessibility</Value>
    </Topic>
    <Copy xmlns="c8ecdccd-e3b0-4392-94c4-49d90f16d1d5">false</Copy>
    <MasterLocation_x0028_ifCopy_x003d_Yes_x0029_ xmlns="c8ecdccd-e3b0-4392-94c4-49d90f16d1d5">n/a</MasterLocation_x0028_ifCopy_x003d_Yes_x0029_>
    <Owner xmlns="c8ecdccd-e3b0-4392-94c4-49d90f16d1d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23" ma:contentTypeDescription="Create a new document." ma:contentTypeScope="" ma:versionID="bb91af784c98ffd54f07baef4de8c87a">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6483f901f2ec473eb96d4dadeaaace36" ns2:_="" ns3:_="">
    <xsd:import namespace="c8ecdccd-e3b0-4392-94c4-49d90f16d1d5"/>
    <xsd:import namespace="cc1e726a-7c3b-4654-9122-87de3e28a51c"/>
    <xsd:element name="properties">
      <xsd:complexType>
        <xsd:sequence>
          <xsd:element name="documentManagement">
            <xsd:complexType>
              <xsd:all>
                <xsd:element ref="ns2:Topic" minOccurs="0"/>
                <xsd:element ref="ns2:Owner" minOccurs="0"/>
                <xsd:element ref="ns2:Admin" minOccurs="0"/>
                <xsd:element ref="ns2:Copy" minOccurs="0"/>
                <xsd:element ref="ns2:MasterLocation_x0028_ifCopy_x003d_Yes_x0029_" minOccurs="0"/>
                <xsd:element ref="ns2:AdminNotes" minOccurs="0"/>
                <xsd:element ref="ns2:MediaServiceMetadata" minOccurs="0"/>
                <xsd:element ref="ns2:MediaServiceFastMetadata" minOccurs="0"/>
                <xsd:element ref="ns2:MediaServiceAutoTags"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OCR" minOccurs="0"/>
                <xsd:element ref="ns2:MediaServiceGenerationTime" minOccurs="0"/>
                <xsd:element ref="ns2:MediaServiceEventHashCode" minOccurs="0"/>
                <xsd:element ref="ns2:PartnerProgra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Topic" ma:index="2" nillable="true" ma:displayName="Topic" ma:default="Unassigned" ma:format="Dropdown" ma:internalName="Topic">
      <xsd:complexType>
        <xsd:complexContent>
          <xsd:extension base="dms:MultiChoice">
            <xsd:sequence>
              <xsd:element name="Value" maxOccurs="unbounded" minOccurs="0" nillable="true">
                <xsd:simpleType>
                  <xsd:restriction base="dms:Choice">
                    <xsd:enumeration value="Accessibility"/>
                    <xsd:enumeration value="Alt text"/>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enumeration value="Design"/>
                    <xsd:enumeration value="Inclusivity &amp; Diversity"/>
                    <xsd:enumeration value="Choice 16"/>
                  </xsd:restriction>
                </xsd:simpleType>
              </xsd:element>
            </xsd:sequence>
          </xsd:extension>
        </xsd:complexContent>
      </xsd:complexType>
    </xsd:element>
    <xsd:element name="Owner" ma:index="3"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earning"/>
          <xsd:enumeration value="Manufacturing"/>
          <xsd:enumeration value="NGL"/>
          <xsd:enumeration value="Strategic Sourcing"/>
        </xsd:restriction>
      </xsd:simpleType>
    </xsd:element>
    <xsd:element name="Admin" ma:index="4" nillable="true" ma:displayName="Admin" ma:list="UserInfo" ma:SharePointGroup="0" ma:internalName="Admin"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py" ma:index="5"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6"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earning"/>
          <xsd:enumeration value="Strategic Sourcing"/>
          <xsd:enumeration value="VIP Documents"/>
          <xsd:enumeration value="n/a"/>
          <xsd:enumeration value="Creative Studio"/>
          <xsd:enumeration value="NGL"/>
        </xsd:restriction>
      </xsd:simpleType>
    </xsd:element>
    <xsd:element name="AdminNotes" ma:index="7" nillable="true" ma:displayName="Admin Notes" ma:format="Dropdown" ma:internalName="AdminNotes">
      <xsd:complexType>
        <xsd:complexContent>
          <xsd:extension base="dms:MultiChoiceFillIn">
            <xsd:sequence>
              <xsd:element name="Value" maxOccurs="unbounded" minOccurs="0" nillable="true">
                <xsd:simpleType>
                  <xsd:union memberTypes="dms:Text">
                    <xsd:simpleType>
                      <xsd:restriction base="dms:Choice">
                        <xsd:enumeration value="See VIP Source Documents"/>
                        <xsd:enumeration value="E2E copy"/>
                        <xsd:enumeration value="Link to VIP copy"/>
                        <xsd:enumeration value="Same as internal version"/>
                        <xsd:enumeration value="Vendor-facing version"/>
                        <xsd:enumeration value="Source document w/owner"/>
                      </xsd:restriction>
                    </xsd:simpleType>
                  </xsd:union>
                </xsd:simpleType>
              </xsd:element>
            </xsd:sequence>
          </xsd:extension>
        </xsd:complexContent>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PartnerProgram" ma:index="25" nillable="true" ma:displayName="Partner Program" ma:format="Dropdown" ma:internalName="PartnerProgram">
      <xsd:complexType>
        <xsd:complexContent>
          <xsd:extension base="dms:MultiChoice">
            <xsd:sequence>
              <xsd:element name="Value" maxOccurs="unbounded" minOccurs="0" nillable="true">
                <xsd:simpleType>
                  <xsd:restriction base="dms:Choice">
                    <xsd:enumeration value="HE Production"/>
                    <xsd:enumeration value="Design"/>
                    <xsd:enumeration value="Authoring"/>
                    <xsd:enumeration value="Ancillary Production"/>
                    <xsd:enumeration value="Archiving"/>
                    <xsd:enumeration value="NGL"/>
                    <xsd:enumeration value="Media"/>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BA9BA192-EF86-48DF-982C-2C526A268392}">
  <ds:schemaRefs>
    <ds:schemaRef ds:uri="http://schemas.microsoft.com/office/2006/documentManagement/types"/>
    <ds:schemaRef ds:uri="http://purl.org/dc/dcmitype/"/>
    <ds:schemaRef ds:uri="http://schemas.microsoft.com/office/infopath/2007/PartnerControls"/>
    <ds:schemaRef ds:uri="cc1e726a-7c3b-4654-9122-87de3e28a51c"/>
    <ds:schemaRef ds:uri="http://purl.org/dc/terms/"/>
    <ds:schemaRef ds:uri="http://schemas.openxmlformats.org/package/2006/metadata/core-properties"/>
    <ds:schemaRef ds:uri="http://www.w3.org/XML/1998/namespace"/>
    <ds:schemaRef ds:uri="http://purl.org/dc/elements/1.1/"/>
    <ds:schemaRef ds:uri="c8ecdccd-e3b0-4392-94c4-49d90f16d1d5"/>
    <ds:schemaRef ds:uri="http://schemas.microsoft.com/office/2006/metadata/properties"/>
  </ds:schemaRefs>
</ds:datastoreItem>
</file>

<file path=customXml/itemProps3.xml><?xml version="1.0" encoding="utf-8"?>
<ds:datastoreItem xmlns:ds="http://schemas.openxmlformats.org/officeDocument/2006/customXml" ds:itemID="{99006C67-D151-4DD6-B0C5-0010ADB115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16797</TotalTime>
  <Words>4073</Words>
  <Application>Microsoft Office PowerPoint</Application>
  <PresentationFormat>Widescreen</PresentationFormat>
  <Paragraphs>334</Paragraphs>
  <Slides>57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Arial</vt:lpstr>
      <vt:lpstr>Calibri</vt:lpstr>
      <vt:lpstr>Courier New</vt:lpstr>
      <vt:lpstr>Wingdings</vt:lpstr>
      <vt:lpstr>Work Sans</vt:lpstr>
      <vt:lpstr>Work Sans </vt:lpstr>
      <vt:lpstr>Optimized Template Master</vt:lpstr>
      <vt:lpstr>Guide to Networking Essentials, 9e</vt:lpstr>
      <vt:lpstr>Chapter Objectives</vt:lpstr>
      <vt:lpstr>Network Security Overview and Policies</vt:lpstr>
      <vt:lpstr>Developing a Network Security Policy</vt:lpstr>
      <vt:lpstr>Determining Elements of a Network Security Policy (1 of 2)</vt:lpstr>
      <vt:lpstr>Determining Elements of a Network Security Policy (2 of 2)</vt:lpstr>
      <vt:lpstr>Understanding Levels of Security (1 of 4)</vt:lpstr>
      <vt:lpstr>Understanding Levels of Security (2 of 4)</vt:lpstr>
      <vt:lpstr>Understanding Levels of Security (3 of 4)</vt:lpstr>
      <vt:lpstr>Understanding Levels of Security (4 of 4)</vt:lpstr>
      <vt:lpstr>Physical Security Best Practices (1 of 3)</vt:lpstr>
      <vt:lpstr>Physical Security Best Practices (2 of 3)</vt:lpstr>
      <vt:lpstr>Physical Security Best Practices (3 of 3)</vt:lpstr>
      <vt:lpstr>Securing Access to Network Data</vt:lpstr>
      <vt:lpstr>Authentication and Authorization (1 of 8)</vt:lpstr>
      <vt:lpstr>Authentication and Authorization (2 of 8)</vt:lpstr>
      <vt:lpstr>Authentication and Authorization (3 of 8)</vt:lpstr>
      <vt:lpstr>Authentication and Authorization (4 of 8)</vt:lpstr>
      <vt:lpstr>Authentication and Authorization (5 of 8)</vt:lpstr>
      <vt:lpstr>Authentication and Authorization (6 of 8)</vt:lpstr>
      <vt:lpstr>Authentication and Authorization (7 of 8)</vt:lpstr>
      <vt:lpstr>Authentication and Authorization (8 of 8)</vt:lpstr>
      <vt:lpstr>Securing Data with Encryption (1 of 3)</vt:lpstr>
      <vt:lpstr>Securing Data with Encryption (2 of 3)</vt:lpstr>
      <vt:lpstr>Securing Data with Encryption (3 of 3)</vt:lpstr>
      <vt:lpstr>Securing Communication with Virtual Private Networks (1 of 4)</vt:lpstr>
      <vt:lpstr>Securing Communication with Virtual Private Networks (2 of 4)</vt:lpstr>
      <vt:lpstr>Securing Communication with Virtual Private Networks (3 of 4)</vt:lpstr>
      <vt:lpstr>Securing Communication with Virtual Private Networks (4 of 4)</vt:lpstr>
      <vt:lpstr>Securing Wireless Networks (1 of 2)</vt:lpstr>
      <vt:lpstr>Securing Wireless Networks (2 of 2)</vt:lpstr>
      <vt:lpstr>Knowledge Check Activity 9-1</vt:lpstr>
      <vt:lpstr>Knowledge Check Activity 9-1: Answer</vt:lpstr>
      <vt:lpstr>Network Security Devices</vt:lpstr>
      <vt:lpstr>Protecting Network with Firewalls (1 of 3)</vt:lpstr>
      <vt:lpstr>Protecting Network with Firewalls (2 of 3)</vt:lpstr>
      <vt:lpstr>Protecting Network with Firewalls (3 of 3)</vt:lpstr>
      <vt:lpstr>Using Intrusion Detection and Prevention Systems (1 of 3)</vt:lpstr>
      <vt:lpstr>Using Intrusion Detection and Prevention Systems (2 of 3)</vt:lpstr>
      <vt:lpstr>Using Intrusion Detection and Prevention Systems (3 of 3)</vt:lpstr>
      <vt:lpstr>Protecting a Network from Malware</vt:lpstr>
      <vt:lpstr>Viruses</vt:lpstr>
      <vt:lpstr>Worms</vt:lpstr>
      <vt:lpstr>Other Forms of Malware</vt:lpstr>
      <vt:lpstr>Spyware, Spam, and Phishing</vt:lpstr>
      <vt:lpstr>Malware Protection</vt:lpstr>
      <vt:lpstr>Tools to Discover Network Security Vulnerabilities</vt:lpstr>
      <vt:lpstr>Discovering Network Resources (1 of 3)</vt:lpstr>
      <vt:lpstr>Discovering Network Resources (2 of 3)</vt:lpstr>
      <vt:lpstr>Discovering Network Resources (3 of 3)</vt:lpstr>
      <vt:lpstr>Gaining Access to Network Resources</vt:lpstr>
      <vt:lpstr>Disabling Network Resources (1 of 2)</vt:lpstr>
      <vt:lpstr>Disabling Network Resources (2 of 2)</vt:lpstr>
      <vt:lpstr>Knowledge Check Activity 9-2</vt:lpstr>
      <vt:lpstr>Knowledge Check Activity 9-2: Answer</vt:lpstr>
      <vt:lpstr>Self 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 Williams</dc:creator>
  <cp:lastModifiedBy>ap247</cp:lastModifiedBy>
  <cp:revision>521</cp:revision>
  <cp:lastPrinted>2016-10-03T15:29:39Z</cp:lastPrinted>
  <dcterms:created xsi:type="dcterms:W3CDTF">2021-12-10T16:21:02Z</dcterms:created>
  <dcterms:modified xsi:type="dcterms:W3CDTF">2026-03-26T04:17:10Z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ies>
</file>