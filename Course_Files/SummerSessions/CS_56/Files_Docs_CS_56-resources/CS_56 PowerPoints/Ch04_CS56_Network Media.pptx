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4"/>
  </p:sldMasterIdLst>
  <p:notesMasterIdLst>
    <p:notesMasterId r:id="rId56"/>
  </p:notesMasterIdLst>
  <p:handoutMasterIdLst>
    <p:handoutMasterId r:id="rId57"/>
  </p:handoutMasterIdLst>
  <p:sldIdLst>
    <p:sldId id="257" r:id="rId5"/>
    <p:sldId id="259" r:id="rId6"/>
    <p:sldId id="384" r:id="rId7"/>
    <p:sldId id="385" r:id="rId8"/>
    <p:sldId id="386" r:id="rId9"/>
    <p:sldId id="387" r:id="rId10"/>
    <p:sldId id="388" r:id="rId11"/>
    <p:sldId id="389" r:id="rId12"/>
    <p:sldId id="390" r:id="rId13"/>
    <p:sldId id="268" r:id="rId14"/>
    <p:sldId id="391" r:id="rId15"/>
    <p:sldId id="392" r:id="rId16"/>
    <p:sldId id="393" r:id="rId17"/>
    <p:sldId id="394" r:id="rId18"/>
    <p:sldId id="395" r:id="rId19"/>
    <p:sldId id="283" r:id="rId20"/>
    <p:sldId id="396" r:id="rId21"/>
    <p:sldId id="397" r:id="rId22"/>
    <p:sldId id="398" r:id="rId23"/>
    <p:sldId id="344" r:id="rId24"/>
    <p:sldId id="399" r:id="rId25"/>
    <p:sldId id="400" r:id="rId26"/>
    <p:sldId id="375" r:id="rId27"/>
    <p:sldId id="401" r:id="rId28"/>
    <p:sldId id="378" r:id="rId29"/>
    <p:sldId id="402" r:id="rId30"/>
    <p:sldId id="380" r:id="rId31"/>
    <p:sldId id="403" r:id="rId32"/>
    <p:sldId id="404" r:id="rId33"/>
    <p:sldId id="262" r:id="rId34"/>
    <p:sldId id="263" r:id="rId35"/>
    <p:sldId id="405" r:id="rId36"/>
    <p:sldId id="406" r:id="rId37"/>
    <p:sldId id="295" r:id="rId38"/>
    <p:sldId id="407" r:id="rId39"/>
    <p:sldId id="408" r:id="rId40"/>
    <p:sldId id="409" r:id="rId41"/>
    <p:sldId id="410" r:id="rId42"/>
    <p:sldId id="411" r:id="rId43"/>
    <p:sldId id="336" r:id="rId44"/>
    <p:sldId id="412" r:id="rId45"/>
    <p:sldId id="413" r:id="rId46"/>
    <p:sldId id="414" r:id="rId47"/>
    <p:sldId id="415" r:id="rId48"/>
    <p:sldId id="416" r:id="rId49"/>
    <p:sldId id="417" r:id="rId50"/>
    <p:sldId id="418" r:id="rId51"/>
    <p:sldId id="313" r:id="rId52"/>
    <p:sldId id="314" r:id="rId53"/>
    <p:sldId id="269" r:id="rId54"/>
    <p:sldId id="270" r:id="rId55"/>
  </p:sldIdLst>
  <p:sldSz cx="12192000" cy="6858000"/>
  <p:notesSz cx="6858000" cy="9144000"/>
  <p:custDataLst>
    <p:tags r:id="rId58"/>
  </p:custDataLst>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N Williams" initials="NW" lastIdx="1" clrIdx="1">
    <p:extLst>
      <p:ext uri="{19B8F6BF-5375-455C-9EA6-DF929625EA0E}">
        <p15:presenceInfo xmlns:p15="http://schemas.microsoft.com/office/powerpoint/2012/main" userId="N William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2F7C"/>
    <a:srgbClr val="F2F2F2"/>
    <a:srgbClr val="0098D4"/>
    <a:srgbClr val="003865"/>
    <a:srgbClr val="000000"/>
    <a:srgbClr val="004A78"/>
    <a:srgbClr val="006298"/>
    <a:srgbClr val="FF6300"/>
    <a:srgbClr val="E9255F"/>
    <a:srgbClr val="00B8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A7186C-F15B-43DB-8F2B-3A9F0AA24A01}" v="1" dt="2026-02-12T05:36:36.7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55" autoAdjust="0"/>
    <p:restoredTop sz="91041" autoAdjust="0"/>
  </p:normalViewPr>
  <p:slideViewPr>
    <p:cSldViewPr snapToGrid="0" snapToObjects="1">
      <p:cViewPr varScale="1">
        <p:scale>
          <a:sx n="73" d="100"/>
          <a:sy n="73" d="100"/>
        </p:scale>
        <p:origin x="1186" y="319"/>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52" d="100"/>
          <a:sy n="52" d="100"/>
        </p:scale>
        <p:origin x="2082" y="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gs" Target="tags/tag1.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64"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handoutMaster" Target="handoutMasters/handout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hony Pacheco" userId="fdf46b62-f4f9-461f-bfbc-c3446c220a65" providerId="ADAL" clId="{C9A9D197-EF18-44F9-A3D3-BC572641717E}"/>
    <pc:docChg chg="modSld">
      <pc:chgData name="Anthony Pacheco" userId="fdf46b62-f4f9-461f-bfbc-c3446c220a65" providerId="ADAL" clId="{C9A9D197-EF18-44F9-A3D3-BC572641717E}" dt="2026-02-10T19:34:45.320" v="16" actId="113"/>
      <pc:docMkLst>
        <pc:docMk/>
      </pc:docMkLst>
      <pc:sldChg chg="modSp mod">
        <pc:chgData name="Anthony Pacheco" userId="fdf46b62-f4f9-461f-bfbc-c3446c220a65" providerId="ADAL" clId="{C9A9D197-EF18-44F9-A3D3-BC572641717E}" dt="2026-02-10T19:32:26.770" v="2" actId="113"/>
        <pc:sldMkLst>
          <pc:docMk/>
          <pc:sldMk cId="3469964957" sldId="405"/>
        </pc:sldMkLst>
        <pc:spChg chg="mod">
          <ac:chgData name="Anthony Pacheco" userId="fdf46b62-f4f9-461f-bfbc-c3446c220a65" providerId="ADAL" clId="{C9A9D197-EF18-44F9-A3D3-BC572641717E}" dt="2026-02-10T19:32:26.770" v="2" actId="113"/>
          <ac:spMkLst>
            <pc:docMk/>
            <pc:sldMk cId="3469964957" sldId="405"/>
            <ac:spMk id="3" creationId="{6EB9F9D7-65C0-8A87-8A97-43752E1FA01D}"/>
          </ac:spMkLst>
        </pc:spChg>
      </pc:sldChg>
      <pc:sldChg chg="modSp mod">
        <pc:chgData name="Anthony Pacheco" userId="fdf46b62-f4f9-461f-bfbc-c3446c220a65" providerId="ADAL" clId="{C9A9D197-EF18-44F9-A3D3-BC572641717E}" dt="2026-02-10T19:32:49.801" v="6" actId="113"/>
        <pc:sldMkLst>
          <pc:docMk/>
          <pc:sldMk cId="3133104316" sldId="406"/>
        </pc:sldMkLst>
        <pc:spChg chg="mod">
          <ac:chgData name="Anthony Pacheco" userId="fdf46b62-f4f9-461f-bfbc-c3446c220a65" providerId="ADAL" clId="{C9A9D197-EF18-44F9-A3D3-BC572641717E}" dt="2026-02-10T19:32:49.801" v="6" actId="113"/>
          <ac:spMkLst>
            <pc:docMk/>
            <pc:sldMk cId="3133104316" sldId="406"/>
            <ac:spMk id="3" creationId="{2614EA70-1535-EA7B-9284-1D4E52F46BDA}"/>
          </ac:spMkLst>
        </pc:spChg>
      </pc:sldChg>
      <pc:sldChg chg="modSp mod">
        <pc:chgData name="Anthony Pacheco" userId="fdf46b62-f4f9-461f-bfbc-c3446c220a65" providerId="ADAL" clId="{C9A9D197-EF18-44F9-A3D3-BC572641717E}" dt="2026-02-10T19:33:50.322" v="10" actId="113"/>
        <pc:sldMkLst>
          <pc:docMk/>
          <pc:sldMk cId="1384704266" sldId="407"/>
        </pc:sldMkLst>
        <pc:spChg chg="mod">
          <ac:chgData name="Anthony Pacheco" userId="fdf46b62-f4f9-461f-bfbc-c3446c220a65" providerId="ADAL" clId="{C9A9D197-EF18-44F9-A3D3-BC572641717E}" dt="2026-02-10T19:33:50.322" v="10" actId="113"/>
          <ac:spMkLst>
            <pc:docMk/>
            <pc:sldMk cId="1384704266" sldId="407"/>
            <ac:spMk id="3" creationId="{C99F22E3-2897-84EF-D067-65A563BCE45E}"/>
          </ac:spMkLst>
        </pc:spChg>
      </pc:sldChg>
      <pc:sldChg chg="modSp mod">
        <pc:chgData name="Anthony Pacheco" userId="fdf46b62-f4f9-461f-bfbc-c3446c220a65" providerId="ADAL" clId="{C9A9D197-EF18-44F9-A3D3-BC572641717E}" dt="2026-02-10T19:34:45.320" v="16" actId="113"/>
        <pc:sldMkLst>
          <pc:docMk/>
          <pc:sldMk cId="1150808212" sldId="408"/>
        </pc:sldMkLst>
        <pc:spChg chg="mod">
          <ac:chgData name="Anthony Pacheco" userId="fdf46b62-f4f9-461f-bfbc-c3446c220a65" providerId="ADAL" clId="{C9A9D197-EF18-44F9-A3D3-BC572641717E}" dt="2026-02-10T19:34:45.320" v="16" actId="113"/>
          <ac:spMkLst>
            <pc:docMk/>
            <pc:sldMk cId="1150808212" sldId="408"/>
            <ac:spMk id="3" creationId="{9682D20D-D38E-DF7A-01F7-67494FF90789}"/>
          </ac:spMkLst>
        </pc:spChg>
      </pc:sldChg>
    </pc:docChg>
  </pc:docChgLst>
  <pc:docChgLst>
    <pc:chgData name="Anthony Pacheco" userId="fdf46b62-f4f9-461f-bfbc-c3446c220a65" providerId="ADAL" clId="{46C61306-57F8-4F30-B63F-8877BEB9A9E1}"/>
    <pc:docChg chg="custSel modSld modMainMaster">
      <pc:chgData name="Anthony Pacheco" userId="fdf46b62-f4f9-461f-bfbc-c3446c220a65" providerId="ADAL" clId="{46C61306-57F8-4F30-B63F-8877BEB9A9E1}" dt="2026-02-12T05:37:34.231" v="245" actId="5793"/>
      <pc:docMkLst>
        <pc:docMk/>
      </pc:docMkLst>
      <pc:sldChg chg="modSp mod">
        <pc:chgData name="Anthony Pacheco" userId="fdf46b62-f4f9-461f-bfbc-c3446c220a65" providerId="ADAL" clId="{46C61306-57F8-4F30-B63F-8877BEB9A9E1}" dt="2026-02-10T05:22:41.831" v="1" actId="14100"/>
        <pc:sldMkLst>
          <pc:docMk/>
          <pc:sldMk cId="2293288057" sldId="257"/>
        </pc:sldMkLst>
        <pc:spChg chg="mod">
          <ac:chgData name="Anthony Pacheco" userId="fdf46b62-f4f9-461f-bfbc-c3446c220a65" providerId="ADAL" clId="{46C61306-57F8-4F30-B63F-8877BEB9A9E1}" dt="2026-02-10T05:22:41.831" v="1" actId="14100"/>
          <ac:spMkLst>
            <pc:docMk/>
            <pc:sldMk cId="2293288057" sldId="257"/>
            <ac:spMk id="6" creationId="{8CA6B67B-9490-477D-A112-06C22B6F8640}"/>
          </ac:spMkLst>
        </pc:spChg>
      </pc:sldChg>
      <pc:sldChg chg="modSp mod setBg">
        <pc:chgData name="Anthony Pacheco" userId="fdf46b62-f4f9-461f-bfbc-c3446c220a65" providerId="ADAL" clId="{46C61306-57F8-4F30-B63F-8877BEB9A9E1}" dt="2026-02-10T05:24:27.627" v="37" actId="113"/>
        <pc:sldMkLst>
          <pc:docMk/>
          <pc:sldMk cId="3724899739" sldId="259"/>
        </pc:sldMkLst>
        <pc:spChg chg="mod">
          <ac:chgData name="Anthony Pacheco" userId="fdf46b62-f4f9-461f-bfbc-c3446c220a65" providerId="ADAL" clId="{46C61306-57F8-4F30-B63F-8877BEB9A9E1}" dt="2026-02-10T05:24:27.627" v="37" actId="113"/>
          <ac:spMkLst>
            <pc:docMk/>
            <pc:sldMk cId="3724899739" sldId="259"/>
            <ac:spMk id="3" creationId="{5654B1CF-B9D3-4962-AD19-D9C1AB18881D}"/>
          </ac:spMkLst>
        </pc:spChg>
      </pc:sldChg>
      <pc:sldChg chg="addSp modSp mod">
        <pc:chgData name="Anthony Pacheco" userId="fdf46b62-f4f9-461f-bfbc-c3446c220a65" providerId="ADAL" clId="{46C61306-57F8-4F30-B63F-8877BEB9A9E1}" dt="2026-02-10T05:35:12.134" v="120" actId="255"/>
        <pc:sldMkLst>
          <pc:docMk/>
          <pc:sldMk cId="3683800090" sldId="262"/>
        </pc:sldMkLst>
        <pc:spChg chg="add mod">
          <ac:chgData name="Anthony Pacheco" userId="fdf46b62-f4f9-461f-bfbc-c3446c220a65" providerId="ADAL" clId="{46C61306-57F8-4F30-B63F-8877BEB9A9E1}" dt="2026-02-10T05:35:12.134" v="120" actId="255"/>
          <ac:spMkLst>
            <pc:docMk/>
            <pc:sldMk cId="3683800090" sldId="262"/>
            <ac:spMk id="3" creationId="{7633669F-E2F5-3888-FE76-AE790AF3489A}"/>
          </ac:spMkLst>
        </pc:spChg>
        <pc:spChg chg="mod">
          <ac:chgData name="Anthony Pacheco" userId="fdf46b62-f4f9-461f-bfbc-c3446c220a65" providerId="ADAL" clId="{46C61306-57F8-4F30-B63F-8877BEB9A9E1}" dt="2026-02-10T05:29:57.680" v="107" actId="14100"/>
          <ac:spMkLst>
            <pc:docMk/>
            <pc:sldMk cId="3683800090" sldId="262"/>
            <ac:spMk id="13" creationId="{7B54CD94-D75F-6FC7-3B3B-186438BE2AA8}"/>
          </ac:spMkLst>
        </pc:spChg>
      </pc:sldChg>
      <pc:sldChg chg="modSp mod">
        <pc:chgData name="Anthony Pacheco" userId="fdf46b62-f4f9-461f-bfbc-c3446c220a65" providerId="ADAL" clId="{46C61306-57F8-4F30-B63F-8877BEB9A9E1}" dt="2026-02-12T03:10:29.697" v="151" actId="255"/>
        <pc:sldMkLst>
          <pc:docMk/>
          <pc:sldMk cId="3889104735" sldId="263"/>
        </pc:sldMkLst>
        <pc:spChg chg="mod">
          <ac:chgData name="Anthony Pacheco" userId="fdf46b62-f4f9-461f-bfbc-c3446c220a65" providerId="ADAL" clId="{46C61306-57F8-4F30-B63F-8877BEB9A9E1}" dt="2026-02-12T03:10:29.697" v="151" actId="255"/>
          <ac:spMkLst>
            <pc:docMk/>
            <pc:sldMk cId="3889104735" sldId="263"/>
            <ac:spMk id="12" creationId="{945F9FD1-AEB1-00C2-F6D0-11C11AF9B426}"/>
          </ac:spMkLst>
        </pc:spChg>
      </pc:sldChg>
      <pc:sldChg chg="addSp modSp mod">
        <pc:chgData name="Anthony Pacheco" userId="fdf46b62-f4f9-461f-bfbc-c3446c220a65" providerId="ADAL" clId="{46C61306-57F8-4F30-B63F-8877BEB9A9E1}" dt="2026-02-12T05:37:34.231" v="245" actId="5793"/>
        <pc:sldMkLst>
          <pc:docMk/>
          <pc:sldMk cId="2322370733" sldId="270"/>
        </pc:sldMkLst>
        <pc:spChg chg="mod">
          <ac:chgData name="Anthony Pacheco" userId="fdf46b62-f4f9-461f-bfbc-c3446c220a65" providerId="ADAL" clId="{46C61306-57F8-4F30-B63F-8877BEB9A9E1}" dt="2026-02-12T05:34:01.853" v="203" actId="14100"/>
          <ac:spMkLst>
            <pc:docMk/>
            <pc:sldMk cId="2322370733" sldId="270"/>
            <ac:spMk id="3" creationId="{6C62FF5B-1A90-449C-9F51-BCC153EB61C0}"/>
          </ac:spMkLst>
        </pc:spChg>
        <pc:spChg chg="add mod">
          <ac:chgData name="Anthony Pacheco" userId="fdf46b62-f4f9-461f-bfbc-c3446c220a65" providerId="ADAL" clId="{46C61306-57F8-4F30-B63F-8877BEB9A9E1}" dt="2026-02-12T05:37:34.231" v="245" actId="5793"/>
          <ac:spMkLst>
            <pc:docMk/>
            <pc:sldMk cId="2322370733" sldId="270"/>
            <ac:spMk id="5" creationId="{ACDD5E7B-7E65-86A6-3B2A-0466CE4D0F6D}"/>
          </ac:spMkLst>
        </pc:spChg>
      </pc:sldChg>
      <pc:sldChg chg="modSp mod">
        <pc:chgData name="Anthony Pacheco" userId="fdf46b62-f4f9-461f-bfbc-c3446c220a65" providerId="ADAL" clId="{46C61306-57F8-4F30-B63F-8877BEB9A9E1}" dt="2026-02-12T05:27:14.192" v="201" actId="14100"/>
        <pc:sldMkLst>
          <pc:docMk/>
          <pc:sldMk cId="1225153072" sldId="313"/>
        </pc:sldMkLst>
        <pc:spChg chg="mod">
          <ac:chgData name="Anthony Pacheco" userId="fdf46b62-f4f9-461f-bfbc-c3446c220a65" providerId="ADAL" clId="{46C61306-57F8-4F30-B63F-8877BEB9A9E1}" dt="2026-02-12T05:27:14.192" v="201" actId="14100"/>
          <ac:spMkLst>
            <pc:docMk/>
            <pc:sldMk cId="1225153072" sldId="313"/>
            <ac:spMk id="15" creationId="{5464F008-21F9-FCFB-BF06-39C357DBA52E}"/>
          </ac:spMkLst>
        </pc:spChg>
      </pc:sldChg>
      <pc:sldChg chg="modSp mod">
        <pc:chgData name="Anthony Pacheco" userId="fdf46b62-f4f9-461f-bfbc-c3446c220a65" providerId="ADAL" clId="{46C61306-57F8-4F30-B63F-8877BEB9A9E1}" dt="2026-02-12T05:32:45.184" v="202" actId="255"/>
        <pc:sldMkLst>
          <pc:docMk/>
          <pc:sldMk cId="1997762903" sldId="314"/>
        </pc:sldMkLst>
        <pc:spChg chg="mod">
          <ac:chgData name="Anthony Pacheco" userId="fdf46b62-f4f9-461f-bfbc-c3446c220a65" providerId="ADAL" clId="{46C61306-57F8-4F30-B63F-8877BEB9A9E1}" dt="2026-02-12T05:32:45.184" v="202" actId="255"/>
          <ac:spMkLst>
            <pc:docMk/>
            <pc:sldMk cId="1997762903" sldId="314"/>
            <ac:spMk id="12" creationId="{945F9FD1-AEB1-00C2-F6D0-11C11AF9B426}"/>
          </ac:spMkLst>
        </pc:spChg>
      </pc:sldChg>
      <pc:sldChg chg="modSp mod">
        <pc:chgData name="Anthony Pacheco" userId="fdf46b62-f4f9-461f-bfbc-c3446c220a65" providerId="ADAL" clId="{46C61306-57F8-4F30-B63F-8877BEB9A9E1}" dt="2026-02-12T05:17:38.111" v="166" actId="14100"/>
        <pc:sldMkLst>
          <pc:docMk/>
          <pc:sldMk cId="1145398793" sldId="336"/>
        </pc:sldMkLst>
        <pc:picChg chg="mod">
          <ac:chgData name="Anthony Pacheco" userId="fdf46b62-f4f9-461f-bfbc-c3446c220a65" providerId="ADAL" clId="{46C61306-57F8-4F30-B63F-8877BEB9A9E1}" dt="2026-02-12T05:17:38.111" v="166" actId="14100"/>
          <ac:picMkLst>
            <pc:docMk/>
            <pc:sldMk cId="1145398793" sldId="336"/>
            <ac:picMk id="4" creationId="{702FF171-4576-78E0-BBE6-069B3C8DE29F}"/>
          </ac:picMkLst>
        </pc:picChg>
      </pc:sldChg>
      <pc:sldChg chg="modSp mod">
        <pc:chgData name="Anthony Pacheco" userId="fdf46b62-f4f9-461f-bfbc-c3446c220a65" providerId="ADAL" clId="{46C61306-57F8-4F30-B63F-8877BEB9A9E1}" dt="2026-02-10T05:28:36.057" v="94" actId="14100"/>
        <pc:sldMkLst>
          <pc:docMk/>
          <pc:sldMk cId="2214598424" sldId="378"/>
        </pc:sldMkLst>
        <pc:picChg chg="mod">
          <ac:chgData name="Anthony Pacheco" userId="fdf46b62-f4f9-461f-bfbc-c3446c220a65" providerId="ADAL" clId="{46C61306-57F8-4F30-B63F-8877BEB9A9E1}" dt="2026-02-10T05:28:36.057" v="94" actId="14100"/>
          <ac:picMkLst>
            <pc:docMk/>
            <pc:sldMk cId="2214598424" sldId="378"/>
            <ac:picMk id="4" creationId="{D0546589-0646-1CD1-854A-C265B4408CCC}"/>
          </ac:picMkLst>
        </pc:picChg>
      </pc:sldChg>
      <pc:sldChg chg="modSp mod">
        <pc:chgData name="Anthony Pacheco" userId="fdf46b62-f4f9-461f-bfbc-c3446c220a65" providerId="ADAL" clId="{46C61306-57F8-4F30-B63F-8877BEB9A9E1}" dt="2026-02-10T05:29:11.033" v="102" actId="14100"/>
        <pc:sldMkLst>
          <pc:docMk/>
          <pc:sldMk cId="4227610298" sldId="380"/>
        </pc:sldMkLst>
        <pc:picChg chg="mod">
          <ac:chgData name="Anthony Pacheco" userId="fdf46b62-f4f9-461f-bfbc-c3446c220a65" providerId="ADAL" clId="{46C61306-57F8-4F30-B63F-8877BEB9A9E1}" dt="2026-02-10T05:29:11.033" v="102" actId="14100"/>
          <ac:picMkLst>
            <pc:docMk/>
            <pc:sldMk cId="4227610298" sldId="380"/>
            <ac:picMk id="4" creationId="{72BAE20C-5D7C-E858-95C1-E47493758C45}"/>
          </ac:picMkLst>
        </pc:picChg>
      </pc:sldChg>
      <pc:sldChg chg="modSp mod">
        <pc:chgData name="Anthony Pacheco" userId="fdf46b62-f4f9-461f-bfbc-c3446c220a65" providerId="ADAL" clId="{46C61306-57F8-4F30-B63F-8877BEB9A9E1}" dt="2026-02-10T05:24:46.720" v="41" actId="113"/>
        <pc:sldMkLst>
          <pc:docMk/>
          <pc:sldMk cId="1999547747" sldId="384"/>
        </pc:sldMkLst>
        <pc:spChg chg="mod">
          <ac:chgData name="Anthony Pacheco" userId="fdf46b62-f4f9-461f-bfbc-c3446c220a65" providerId="ADAL" clId="{46C61306-57F8-4F30-B63F-8877BEB9A9E1}" dt="2026-02-10T05:24:34.921" v="38" actId="255"/>
          <ac:spMkLst>
            <pc:docMk/>
            <pc:sldMk cId="1999547747" sldId="384"/>
            <ac:spMk id="2" creationId="{C18AB6FC-A9D4-A2B1-0B98-549647D2FCEB}"/>
          </ac:spMkLst>
        </pc:spChg>
        <pc:spChg chg="mod">
          <ac:chgData name="Anthony Pacheco" userId="fdf46b62-f4f9-461f-bfbc-c3446c220a65" providerId="ADAL" clId="{46C61306-57F8-4F30-B63F-8877BEB9A9E1}" dt="2026-02-10T05:24:46.720" v="41" actId="113"/>
          <ac:spMkLst>
            <pc:docMk/>
            <pc:sldMk cId="1999547747" sldId="384"/>
            <ac:spMk id="3" creationId="{08BAFAD1-FC8D-41C6-9418-B8C1C890DA10}"/>
          </ac:spMkLst>
        </pc:spChg>
      </pc:sldChg>
      <pc:sldChg chg="modSp mod">
        <pc:chgData name="Anthony Pacheco" userId="fdf46b62-f4f9-461f-bfbc-c3446c220a65" providerId="ADAL" clId="{46C61306-57F8-4F30-B63F-8877BEB9A9E1}" dt="2026-02-10T05:25:00.081" v="42" actId="255"/>
        <pc:sldMkLst>
          <pc:docMk/>
          <pc:sldMk cId="2868190526" sldId="385"/>
        </pc:sldMkLst>
        <pc:spChg chg="mod">
          <ac:chgData name="Anthony Pacheco" userId="fdf46b62-f4f9-461f-bfbc-c3446c220a65" providerId="ADAL" clId="{46C61306-57F8-4F30-B63F-8877BEB9A9E1}" dt="2026-02-10T05:25:00.081" v="42" actId="255"/>
          <ac:spMkLst>
            <pc:docMk/>
            <pc:sldMk cId="2868190526" sldId="385"/>
            <ac:spMk id="2" creationId="{6E9C8AEB-3ABB-FC26-3E01-D322D47DB597}"/>
          </ac:spMkLst>
        </pc:spChg>
      </pc:sldChg>
      <pc:sldChg chg="modSp mod">
        <pc:chgData name="Anthony Pacheco" userId="fdf46b62-f4f9-461f-bfbc-c3446c220a65" providerId="ADAL" clId="{46C61306-57F8-4F30-B63F-8877BEB9A9E1}" dt="2026-02-10T05:25:13.153" v="43" actId="255"/>
        <pc:sldMkLst>
          <pc:docMk/>
          <pc:sldMk cId="1868171926" sldId="386"/>
        </pc:sldMkLst>
        <pc:spChg chg="mod">
          <ac:chgData name="Anthony Pacheco" userId="fdf46b62-f4f9-461f-bfbc-c3446c220a65" providerId="ADAL" clId="{46C61306-57F8-4F30-B63F-8877BEB9A9E1}" dt="2026-02-10T05:25:13.153" v="43" actId="255"/>
          <ac:spMkLst>
            <pc:docMk/>
            <pc:sldMk cId="1868171926" sldId="386"/>
            <ac:spMk id="2" creationId="{2352E364-A014-B00B-FC5E-3D6CD1D79C6B}"/>
          </ac:spMkLst>
        </pc:spChg>
      </pc:sldChg>
      <pc:sldChg chg="modSp mod">
        <pc:chgData name="Anthony Pacheco" userId="fdf46b62-f4f9-461f-bfbc-c3446c220a65" providerId="ADAL" clId="{46C61306-57F8-4F30-B63F-8877BEB9A9E1}" dt="2026-02-10T05:25:27.453" v="45" actId="1076"/>
        <pc:sldMkLst>
          <pc:docMk/>
          <pc:sldMk cId="2863490771" sldId="387"/>
        </pc:sldMkLst>
        <pc:spChg chg="mod">
          <ac:chgData name="Anthony Pacheco" userId="fdf46b62-f4f9-461f-bfbc-c3446c220a65" providerId="ADAL" clId="{46C61306-57F8-4F30-B63F-8877BEB9A9E1}" dt="2026-02-10T05:25:23.265" v="44" actId="255"/>
          <ac:spMkLst>
            <pc:docMk/>
            <pc:sldMk cId="2863490771" sldId="387"/>
            <ac:spMk id="2" creationId="{74C4FD80-DE0D-AB64-1791-718395F4DF19}"/>
          </ac:spMkLst>
        </pc:spChg>
        <pc:spChg chg="mod">
          <ac:chgData name="Anthony Pacheco" userId="fdf46b62-f4f9-461f-bfbc-c3446c220a65" providerId="ADAL" clId="{46C61306-57F8-4F30-B63F-8877BEB9A9E1}" dt="2026-02-10T05:25:27.453" v="45" actId="1076"/>
          <ac:spMkLst>
            <pc:docMk/>
            <pc:sldMk cId="2863490771" sldId="387"/>
            <ac:spMk id="3" creationId="{39C37743-C844-5763-E058-C1C92600B7FD}"/>
          </ac:spMkLst>
        </pc:spChg>
      </pc:sldChg>
      <pc:sldChg chg="modSp mod">
        <pc:chgData name="Anthony Pacheco" userId="fdf46b62-f4f9-461f-bfbc-c3446c220a65" providerId="ADAL" clId="{46C61306-57F8-4F30-B63F-8877BEB9A9E1}" dt="2026-02-10T05:25:42.657" v="48" actId="1076"/>
        <pc:sldMkLst>
          <pc:docMk/>
          <pc:sldMk cId="1436316937" sldId="388"/>
        </pc:sldMkLst>
        <pc:spChg chg="mod">
          <ac:chgData name="Anthony Pacheco" userId="fdf46b62-f4f9-461f-bfbc-c3446c220a65" providerId="ADAL" clId="{46C61306-57F8-4F30-B63F-8877BEB9A9E1}" dt="2026-02-10T05:25:37.491" v="46" actId="255"/>
          <ac:spMkLst>
            <pc:docMk/>
            <pc:sldMk cId="1436316937" sldId="388"/>
            <ac:spMk id="2" creationId="{BB147653-800F-F2FD-7AC8-897F6387072D}"/>
          </ac:spMkLst>
        </pc:spChg>
        <pc:spChg chg="mod">
          <ac:chgData name="Anthony Pacheco" userId="fdf46b62-f4f9-461f-bfbc-c3446c220a65" providerId="ADAL" clId="{46C61306-57F8-4F30-B63F-8877BEB9A9E1}" dt="2026-02-10T05:25:42.657" v="48" actId="1076"/>
          <ac:spMkLst>
            <pc:docMk/>
            <pc:sldMk cId="1436316937" sldId="388"/>
            <ac:spMk id="3" creationId="{4CDE6CB2-2312-AEDC-461E-9E90235599BB}"/>
          </ac:spMkLst>
        </pc:spChg>
      </pc:sldChg>
      <pc:sldChg chg="modSp mod">
        <pc:chgData name="Anthony Pacheco" userId="fdf46b62-f4f9-461f-bfbc-c3446c220a65" providerId="ADAL" clId="{46C61306-57F8-4F30-B63F-8877BEB9A9E1}" dt="2026-02-10T05:25:59.563" v="51" actId="113"/>
        <pc:sldMkLst>
          <pc:docMk/>
          <pc:sldMk cId="2572017410" sldId="389"/>
        </pc:sldMkLst>
        <pc:spChg chg="mod">
          <ac:chgData name="Anthony Pacheco" userId="fdf46b62-f4f9-461f-bfbc-c3446c220a65" providerId="ADAL" clId="{46C61306-57F8-4F30-B63F-8877BEB9A9E1}" dt="2026-02-10T05:25:59.563" v="51" actId="113"/>
          <ac:spMkLst>
            <pc:docMk/>
            <pc:sldMk cId="2572017410" sldId="389"/>
            <ac:spMk id="3" creationId="{29B25C9E-6FA2-91D3-0327-37EF6AF995EC}"/>
          </ac:spMkLst>
        </pc:spChg>
      </pc:sldChg>
      <pc:sldChg chg="modSp mod">
        <pc:chgData name="Anthony Pacheco" userId="fdf46b62-f4f9-461f-bfbc-c3446c220a65" providerId="ADAL" clId="{46C61306-57F8-4F30-B63F-8877BEB9A9E1}" dt="2026-02-10T05:26:06.089" v="52" actId="1076"/>
        <pc:sldMkLst>
          <pc:docMk/>
          <pc:sldMk cId="1695144678" sldId="390"/>
        </pc:sldMkLst>
        <pc:spChg chg="mod">
          <ac:chgData name="Anthony Pacheco" userId="fdf46b62-f4f9-461f-bfbc-c3446c220a65" providerId="ADAL" clId="{46C61306-57F8-4F30-B63F-8877BEB9A9E1}" dt="2026-02-10T05:26:06.089" v="52" actId="1076"/>
          <ac:spMkLst>
            <pc:docMk/>
            <pc:sldMk cId="1695144678" sldId="390"/>
            <ac:spMk id="3" creationId="{A8E9BF56-1785-3435-3C89-C2C6340574C1}"/>
          </ac:spMkLst>
        </pc:spChg>
      </pc:sldChg>
      <pc:sldChg chg="modSp mod">
        <pc:chgData name="Anthony Pacheco" userId="fdf46b62-f4f9-461f-bfbc-c3446c220a65" providerId="ADAL" clId="{46C61306-57F8-4F30-B63F-8877BEB9A9E1}" dt="2026-02-10T05:26:15.357" v="53" actId="1076"/>
        <pc:sldMkLst>
          <pc:docMk/>
          <pc:sldMk cId="783165405" sldId="391"/>
        </pc:sldMkLst>
        <pc:spChg chg="mod">
          <ac:chgData name="Anthony Pacheco" userId="fdf46b62-f4f9-461f-bfbc-c3446c220a65" providerId="ADAL" clId="{46C61306-57F8-4F30-B63F-8877BEB9A9E1}" dt="2026-02-10T05:26:15.357" v="53" actId="1076"/>
          <ac:spMkLst>
            <pc:docMk/>
            <pc:sldMk cId="783165405" sldId="391"/>
            <ac:spMk id="3" creationId="{216E15F4-0229-FC6D-085E-E0EBCD91EDD5}"/>
          </ac:spMkLst>
        </pc:spChg>
      </pc:sldChg>
      <pc:sldChg chg="modSp mod">
        <pc:chgData name="Anthony Pacheco" userId="fdf46b62-f4f9-461f-bfbc-c3446c220a65" providerId="ADAL" clId="{46C61306-57F8-4F30-B63F-8877BEB9A9E1}" dt="2026-02-10T05:26:40.321" v="80" actId="255"/>
        <pc:sldMkLst>
          <pc:docMk/>
          <pc:sldMk cId="1694103132" sldId="392"/>
        </pc:sldMkLst>
        <pc:spChg chg="mod">
          <ac:chgData name="Anthony Pacheco" userId="fdf46b62-f4f9-461f-bfbc-c3446c220a65" providerId="ADAL" clId="{46C61306-57F8-4F30-B63F-8877BEB9A9E1}" dt="2026-02-10T05:26:26.569" v="79" actId="1036"/>
          <ac:spMkLst>
            <pc:docMk/>
            <pc:sldMk cId="1694103132" sldId="392"/>
            <ac:spMk id="5" creationId="{C1B60EA8-1206-1218-A789-34BD81FAB248}"/>
          </ac:spMkLst>
        </pc:spChg>
        <pc:graphicFrameChg chg="mod modGraphic">
          <ac:chgData name="Anthony Pacheco" userId="fdf46b62-f4f9-461f-bfbc-c3446c220a65" providerId="ADAL" clId="{46C61306-57F8-4F30-B63F-8877BEB9A9E1}" dt="2026-02-10T05:26:40.321" v="80" actId="255"/>
          <ac:graphicFrameMkLst>
            <pc:docMk/>
            <pc:sldMk cId="1694103132" sldId="392"/>
            <ac:graphicFrameMk id="4" creationId="{C6B24B22-2026-A4E6-D8E3-7E49C53060C3}"/>
          </ac:graphicFrameMkLst>
        </pc:graphicFrameChg>
      </pc:sldChg>
      <pc:sldChg chg="modSp mod">
        <pc:chgData name="Anthony Pacheco" userId="fdf46b62-f4f9-461f-bfbc-c3446c220a65" providerId="ADAL" clId="{46C61306-57F8-4F30-B63F-8877BEB9A9E1}" dt="2026-02-10T05:27:01.088" v="84" actId="113"/>
        <pc:sldMkLst>
          <pc:docMk/>
          <pc:sldMk cId="331094117" sldId="393"/>
        </pc:sldMkLst>
        <pc:spChg chg="mod">
          <ac:chgData name="Anthony Pacheco" userId="fdf46b62-f4f9-461f-bfbc-c3446c220a65" providerId="ADAL" clId="{46C61306-57F8-4F30-B63F-8877BEB9A9E1}" dt="2026-02-10T05:27:01.088" v="84" actId="113"/>
          <ac:spMkLst>
            <pc:docMk/>
            <pc:sldMk cId="331094117" sldId="393"/>
            <ac:spMk id="3" creationId="{BB88BFC8-D23F-9C27-4CB1-83A945F85E95}"/>
          </ac:spMkLst>
        </pc:spChg>
      </pc:sldChg>
      <pc:sldChg chg="modSp mod">
        <pc:chgData name="Anthony Pacheco" userId="fdf46b62-f4f9-461f-bfbc-c3446c220a65" providerId="ADAL" clId="{46C61306-57F8-4F30-B63F-8877BEB9A9E1}" dt="2026-02-10T05:27:05.736" v="85" actId="1076"/>
        <pc:sldMkLst>
          <pc:docMk/>
          <pc:sldMk cId="901510193" sldId="394"/>
        </pc:sldMkLst>
        <pc:spChg chg="mod">
          <ac:chgData name="Anthony Pacheco" userId="fdf46b62-f4f9-461f-bfbc-c3446c220a65" providerId="ADAL" clId="{46C61306-57F8-4F30-B63F-8877BEB9A9E1}" dt="2026-02-10T05:27:05.736" v="85" actId="1076"/>
          <ac:spMkLst>
            <pc:docMk/>
            <pc:sldMk cId="901510193" sldId="394"/>
            <ac:spMk id="3" creationId="{CD5B57CC-08E3-AD70-C66C-914C5CC1B52B}"/>
          </ac:spMkLst>
        </pc:spChg>
      </pc:sldChg>
      <pc:sldChg chg="modSp mod">
        <pc:chgData name="Anthony Pacheco" userId="fdf46b62-f4f9-461f-bfbc-c3446c220a65" providerId="ADAL" clId="{46C61306-57F8-4F30-B63F-8877BEB9A9E1}" dt="2026-02-10T05:27:20.540" v="88" actId="113"/>
        <pc:sldMkLst>
          <pc:docMk/>
          <pc:sldMk cId="3088885703" sldId="395"/>
        </pc:sldMkLst>
        <pc:spChg chg="mod">
          <ac:chgData name="Anthony Pacheco" userId="fdf46b62-f4f9-461f-bfbc-c3446c220a65" providerId="ADAL" clId="{46C61306-57F8-4F30-B63F-8877BEB9A9E1}" dt="2026-02-10T05:27:20.540" v="88" actId="113"/>
          <ac:spMkLst>
            <pc:docMk/>
            <pc:sldMk cId="3088885703" sldId="395"/>
            <ac:spMk id="3" creationId="{668C8E48-E9F3-6F67-D1B0-3BA9430ACA0A}"/>
          </ac:spMkLst>
        </pc:spChg>
      </pc:sldChg>
      <pc:sldChg chg="modSp mod">
        <pc:chgData name="Anthony Pacheco" userId="fdf46b62-f4f9-461f-bfbc-c3446c220a65" providerId="ADAL" clId="{46C61306-57F8-4F30-B63F-8877BEB9A9E1}" dt="2026-02-10T05:27:37.504" v="91" actId="113"/>
        <pc:sldMkLst>
          <pc:docMk/>
          <pc:sldMk cId="3636125533" sldId="397"/>
        </pc:sldMkLst>
        <pc:spChg chg="mod">
          <ac:chgData name="Anthony Pacheco" userId="fdf46b62-f4f9-461f-bfbc-c3446c220a65" providerId="ADAL" clId="{46C61306-57F8-4F30-B63F-8877BEB9A9E1}" dt="2026-02-10T05:27:31.085" v="89" actId="1076"/>
          <ac:spMkLst>
            <pc:docMk/>
            <pc:sldMk cId="3636125533" sldId="397"/>
            <ac:spMk id="2" creationId="{2E9F63CC-179A-B4B6-5AAB-1DCB393ABF00}"/>
          </ac:spMkLst>
        </pc:spChg>
        <pc:spChg chg="mod">
          <ac:chgData name="Anthony Pacheco" userId="fdf46b62-f4f9-461f-bfbc-c3446c220a65" providerId="ADAL" clId="{46C61306-57F8-4F30-B63F-8877BEB9A9E1}" dt="2026-02-10T05:27:37.504" v="91" actId="113"/>
          <ac:spMkLst>
            <pc:docMk/>
            <pc:sldMk cId="3636125533" sldId="397"/>
            <ac:spMk id="3" creationId="{457BD1B0-FB88-0164-9F57-F6B133EF4AF3}"/>
          </ac:spMkLst>
        </pc:spChg>
      </pc:sldChg>
      <pc:sldChg chg="modSp mod">
        <pc:chgData name="Anthony Pacheco" userId="fdf46b62-f4f9-461f-bfbc-c3446c220a65" providerId="ADAL" clId="{46C61306-57F8-4F30-B63F-8877BEB9A9E1}" dt="2026-02-10T05:28:28.264" v="93" actId="113"/>
        <pc:sldMkLst>
          <pc:docMk/>
          <pc:sldMk cId="1981043295" sldId="401"/>
        </pc:sldMkLst>
        <pc:spChg chg="mod">
          <ac:chgData name="Anthony Pacheco" userId="fdf46b62-f4f9-461f-bfbc-c3446c220a65" providerId="ADAL" clId="{46C61306-57F8-4F30-B63F-8877BEB9A9E1}" dt="2026-02-10T05:28:28.264" v="93" actId="113"/>
          <ac:spMkLst>
            <pc:docMk/>
            <pc:sldMk cId="1981043295" sldId="401"/>
            <ac:spMk id="3" creationId="{166F9BC7-C281-DC54-78DA-898EE8F45125}"/>
          </ac:spMkLst>
        </pc:spChg>
      </pc:sldChg>
      <pc:sldChg chg="modSp mod">
        <pc:chgData name="Anthony Pacheco" userId="fdf46b62-f4f9-461f-bfbc-c3446c220a65" providerId="ADAL" clId="{46C61306-57F8-4F30-B63F-8877BEB9A9E1}" dt="2026-02-10T05:28:56.996" v="99" actId="1076"/>
        <pc:sldMkLst>
          <pc:docMk/>
          <pc:sldMk cId="1651826455" sldId="402"/>
        </pc:sldMkLst>
        <pc:spChg chg="mod">
          <ac:chgData name="Anthony Pacheco" userId="fdf46b62-f4f9-461f-bfbc-c3446c220a65" providerId="ADAL" clId="{46C61306-57F8-4F30-B63F-8877BEB9A9E1}" dt="2026-02-10T05:28:54.464" v="98" actId="1076"/>
          <ac:spMkLst>
            <pc:docMk/>
            <pc:sldMk cId="1651826455" sldId="402"/>
            <ac:spMk id="2" creationId="{339082BD-88E7-EFBB-8B5E-B7DB55331E3F}"/>
          </ac:spMkLst>
        </pc:spChg>
        <pc:spChg chg="mod">
          <ac:chgData name="Anthony Pacheco" userId="fdf46b62-f4f9-461f-bfbc-c3446c220a65" providerId="ADAL" clId="{46C61306-57F8-4F30-B63F-8877BEB9A9E1}" dt="2026-02-10T05:28:56.996" v="99" actId="1076"/>
          <ac:spMkLst>
            <pc:docMk/>
            <pc:sldMk cId="1651826455" sldId="402"/>
            <ac:spMk id="3" creationId="{B1DAFD0A-5920-BF17-C8FE-38363E0E6F5E}"/>
          </ac:spMkLst>
        </pc:spChg>
      </pc:sldChg>
      <pc:sldChg chg="modSp mod">
        <pc:chgData name="Anthony Pacheco" userId="fdf46b62-f4f9-461f-bfbc-c3446c220a65" providerId="ADAL" clId="{46C61306-57F8-4F30-B63F-8877BEB9A9E1}" dt="2026-02-10T05:29:30.410" v="105" actId="113"/>
        <pc:sldMkLst>
          <pc:docMk/>
          <pc:sldMk cId="1864822083" sldId="403"/>
        </pc:sldMkLst>
        <pc:spChg chg="mod">
          <ac:chgData name="Anthony Pacheco" userId="fdf46b62-f4f9-461f-bfbc-c3446c220a65" providerId="ADAL" clId="{46C61306-57F8-4F30-B63F-8877BEB9A9E1}" dt="2026-02-10T05:29:16.969" v="103" actId="1076"/>
          <ac:spMkLst>
            <pc:docMk/>
            <pc:sldMk cId="1864822083" sldId="403"/>
            <ac:spMk id="2" creationId="{674ECD28-30A1-AE48-B0F2-C14A1A88830F}"/>
          </ac:spMkLst>
        </pc:spChg>
        <pc:spChg chg="mod">
          <ac:chgData name="Anthony Pacheco" userId="fdf46b62-f4f9-461f-bfbc-c3446c220a65" providerId="ADAL" clId="{46C61306-57F8-4F30-B63F-8877BEB9A9E1}" dt="2026-02-10T05:29:30.410" v="105" actId="113"/>
          <ac:spMkLst>
            <pc:docMk/>
            <pc:sldMk cId="1864822083" sldId="403"/>
            <ac:spMk id="3" creationId="{FF7E7423-E85B-6239-00D6-7B27F92B1040}"/>
          </ac:spMkLst>
        </pc:spChg>
      </pc:sldChg>
      <pc:sldChg chg="addSp modSp mod">
        <pc:chgData name="Anthony Pacheco" userId="fdf46b62-f4f9-461f-bfbc-c3446c220a65" providerId="ADAL" clId="{46C61306-57F8-4F30-B63F-8877BEB9A9E1}" dt="2026-02-10T05:48:53.793" v="150" actId="20577"/>
        <pc:sldMkLst>
          <pc:docMk/>
          <pc:sldMk cId="1851251522" sldId="404"/>
        </pc:sldMkLst>
        <pc:spChg chg="mod">
          <ac:chgData name="Anthony Pacheco" userId="fdf46b62-f4f9-461f-bfbc-c3446c220a65" providerId="ADAL" clId="{46C61306-57F8-4F30-B63F-8877BEB9A9E1}" dt="2026-02-10T05:48:53.793" v="150" actId="20577"/>
          <ac:spMkLst>
            <pc:docMk/>
            <pc:sldMk cId="1851251522" sldId="404"/>
            <ac:spMk id="3" creationId="{022A2F08-0993-1370-ABC2-97074754A92B}"/>
          </ac:spMkLst>
        </pc:spChg>
        <pc:picChg chg="add mod">
          <ac:chgData name="Anthony Pacheco" userId="fdf46b62-f4f9-461f-bfbc-c3446c220a65" providerId="ADAL" clId="{46C61306-57F8-4F30-B63F-8877BEB9A9E1}" dt="2026-02-10T05:36:20.771" v="130" actId="1076"/>
          <ac:picMkLst>
            <pc:docMk/>
            <pc:sldMk cId="1851251522" sldId="404"/>
            <ac:picMk id="1028" creationId="{93CD6531-608A-E2E6-2973-B7AB7BC59431}"/>
          </ac:picMkLst>
        </pc:picChg>
      </pc:sldChg>
      <pc:sldChg chg="modSp mod">
        <pc:chgData name="Anthony Pacheco" userId="fdf46b62-f4f9-461f-bfbc-c3446c220a65" providerId="ADAL" clId="{46C61306-57F8-4F30-B63F-8877BEB9A9E1}" dt="2026-02-12T03:10:56.511" v="154" actId="113"/>
        <pc:sldMkLst>
          <pc:docMk/>
          <pc:sldMk cId="3469964957" sldId="405"/>
        </pc:sldMkLst>
        <pc:spChg chg="mod">
          <ac:chgData name="Anthony Pacheco" userId="fdf46b62-f4f9-461f-bfbc-c3446c220a65" providerId="ADAL" clId="{46C61306-57F8-4F30-B63F-8877BEB9A9E1}" dt="2026-02-12T03:10:56.511" v="154" actId="113"/>
          <ac:spMkLst>
            <pc:docMk/>
            <pc:sldMk cId="3469964957" sldId="405"/>
            <ac:spMk id="3" creationId="{6EB9F9D7-65C0-8A87-8A97-43752E1FA01D}"/>
          </ac:spMkLst>
        </pc:spChg>
      </pc:sldChg>
      <pc:sldChg chg="modSp mod">
        <pc:chgData name="Anthony Pacheco" userId="fdf46b62-f4f9-461f-bfbc-c3446c220a65" providerId="ADAL" clId="{46C61306-57F8-4F30-B63F-8877BEB9A9E1}" dt="2026-02-12T03:12:02.701" v="156" actId="113"/>
        <pc:sldMkLst>
          <pc:docMk/>
          <pc:sldMk cId="1218709416" sldId="409"/>
        </pc:sldMkLst>
        <pc:spChg chg="mod">
          <ac:chgData name="Anthony Pacheco" userId="fdf46b62-f4f9-461f-bfbc-c3446c220a65" providerId="ADAL" clId="{46C61306-57F8-4F30-B63F-8877BEB9A9E1}" dt="2026-02-12T03:12:02.701" v="156" actId="113"/>
          <ac:spMkLst>
            <pc:docMk/>
            <pc:sldMk cId="1218709416" sldId="409"/>
            <ac:spMk id="3" creationId="{BBB61029-7116-E895-4E61-753F421CA03C}"/>
          </ac:spMkLst>
        </pc:spChg>
      </pc:sldChg>
      <pc:sldChg chg="modSp mod">
        <pc:chgData name="Anthony Pacheco" userId="fdf46b62-f4f9-461f-bfbc-c3446c220a65" providerId="ADAL" clId="{46C61306-57F8-4F30-B63F-8877BEB9A9E1}" dt="2026-02-12T03:12:20.650" v="158" actId="113"/>
        <pc:sldMkLst>
          <pc:docMk/>
          <pc:sldMk cId="1256424136" sldId="410"/>
        </pc:sldMkLst>
        <pc:spChg chg="mod">
          <ac:chgData name="Anthony Pacheco" userId="fdf46b62-f4f9-461f-bfbc-c3446c220a65" providerId="ADAL" clId="{46C61306-57F8-4F30-B63F-8877BEB9A9E1}" dt="2026-02-12T03:12:20.650" v="158" actId="113"/>
          <ac:spMkLst>
            <pc:docMk/>
            <pc:sldMk cId="1256424136" sldId="410"/>
            <ac:spMk id="3" creationId="{922DF4BB-8A30-CF20-F195-9C1DB2D6312E}"/>
          </ac:spMkLst>
        </pc:spChg>
      </pc:sldChg>
      <pc:sldChg chg="modSp mod">
        <pc:chgData name="Anthony Pacheco" userId="fdf46b62-f4f9-461f-bfbc-c3446c220a65" providerId="ADAL" clId="{46C61306-57F8-4F30-B63F-8877BEB9A9E1}" dt="2026-02-12T05:17:29.415" v="165" actId="113"/>
        <pc:sldMkLst>
          <pc:docMk/>
          <pc:sldMk cId="901572362" sldId="411"/>
        </pc:sldMkLst>
        <pc:spChg chg="mod">
          <ac:chgData name="Anthony Pacheco" userId="fdf46b62-f4f9-461f-bfbc-c3446c220a65" providerId="ADAL" clId="{46C61306-57F8-4F30-B63F-8877BEB9A9E1}" dt="2026-02-12T05:17:29.415" v="165" actId="113"/>
          <ac:spMkLst>
            <pc:docMk/>
            <pc:sldMk cId="901572362" sldId="411"/>
            <ac:spMk id="3" creationId="{C2638EFC-2EE2-2212-5321-1EE2C99770BE}"/>
          </ac:spMkLst>
        </pc:spChg>
      </pc:sldChg>
      <pc:sldChg chg="modSp mod">
        <pc:chgData name="Anthony Pacheco" userId="fdf46b62-f4f9-461f-bfbc-c3446c220a65" providerId="ADAL" clId="{46C61306-57F8-4F30-B63F-8877BEB9A9E1}" dt="2026-02-12T05:19:17.231" v="172" actId="113"/>
        <pc:sldMkLst>
          <pc:docMk/>
          <pc:sldMk cId="327750894" sldId="412"/>
        </pc:sldMkLst>
        <pc:spChg chg="mod">
          <ac:chgData name="Anthony Pacheco" userId="fdf46b62-f4f9-461f-bfbc-c3446c220a65" providerId="ADAL" clId="{46C61306-57F8-4F30-B63F-8877BEB9A9E1}" dt="2026-02-12T05:19:17.231" v="172" actId="113"/>
          <ac:spMkLst>
            <pc:docMk/>
            <pc:sldMk cId="327750894" sldId="412"/>
            <ac:spMk id="3" creationId="{C3151339-3A6D-EB48-B979-4ADBC10F3D16}"/>
          </ac:spMkLst>
        </pc:spChg>
      </pc:sldChg>
      <pc:sldChg chg="modSp mod">
        <pc:chgData name="Anthony Pacheco" userId="fdf46b62-f4f9-461f-bfbc-c3446c220a65" providerId="ADAL" clId="{46C61306-57F8-4F30-B63F-8877BEB9A9E1}" dt="2026-02-12T05:21:42.406" v="176" actId="113"/>
        <pc:sldMkLst>
          <pc:docMk/>
          <pc:sldMk cId="3548480108" sldId="413"/>
        </pc:sldMkLst>
        <pc:spChg chg="mod">
          <ac:chgData name="Anthony Pacheco" userId="fdf46b62-f4f9-461f-bfbc-c3446c220a65" providerId="ADAL" clId="{46C61306-57F8-4F30-B63F-8877BEB9A9E1}" dt="2026-02-12T05:21:42.406" v="176" actId="113"/>
          <ac:spMkLst>
            <pc:docMk/>
            <pc:sldMk cId="3548480108" sldId="413"/>
            <ac:spMk id="3" creationId="{62FC86E7-3EAB-E3F9-1EBF-2C83F9B246DC}"/>
          </ac:spMkLst>
        </pc:spChg>
      </pc:sldChg>
      <pc:sldChg chg="modSp mod">
        <pc:chgData name="Anthony Pacheco" userId="fdf46b62-f4f9-461f-bfbc-c3446c220a65" providerId="ADAL" clId="{46C61306-57F8-4F30-B63F-8877BEB9A9E1}" dt="2026-02-12T05:25:19.708" v="184" actId="113"/>
        <pc:sldMkLst>
          <pc:docMk/>
          <pc:sldMk cId="729906639" sldId="414"/>
        </pc:sldMkLst>
        <pc:spChg chg="mod">
          <ac:chgData name="Anthony Pacheco" userId="fdf46b62-f4f9-461f-bfbc-c3446c220a65" providerId="ADAL" clId="{46C61306-57F8-4F30-B63F-8877BEB9A9E1}" dt="2026-02-12T05:25:19.708" v="184" actId="113"/>
          <ac:spMkLst>
            <pc:docMk/>
            <pc:sldMk cId="729906639" sldId="414"/>
            <ac:spMk id="3" creationId="{049D6CF4-F04B-D0A6-0E6B-02C256C41011}"/>
          </ac:spMkLst>
        </pc:spChg>
      </pc:sldChg>
      <pc:sldChg chg="modSp mod">
        <pc:chgData name="Anthony Pacheco" userId="fdf46b62-f4f9-461f-bfbc-c3446c220a65" providerId="ADAL" clId="{46C61306-57F8-4F30-B63F-8877BEB9A9E1}" dt="2026-02-12T05:25:43.424" v="188" actId="113"/>
        <pc:sldMkLst>
          <pc:docMk/>
          <pc:sldMk cId="2562264356" sldId="415"/>
        </pc:sldMkLst>
        <pc:spChg chg="mod">
          <ac:chgData name="Anthony Pacheco" userId="fdf46b62-f4f9-461f-bfbc-c3446c220a65" providerId="ADAL" clId="{46C61306-57F8-4F30-B63F-8877BEB9A9E1}" dt="2026-02-12T05:25:43.424" v="188" actId="113"/>
          <ac:spMkLst>
            <pc:docMk/>
            <pc:sldMk cId="2562264356" sldId="415"/>
            <ac:spMk id="3" creationId="{9E6ED41F-1C92-AF16-C2AA-DA3A49EFEEED}"/>
          </ac:spMkLst>
        </pc:spChg>
      </pc:sldChg>
      <pc:sldChg chg="modSp mod">
        <pc:chgData name="Anthony Pacheco" userId="fdf46b62-f4f9-461f-bfbc-c3446c220a65" providerId="ADAL" clId="{46C61306-57F8-4F30-B63F-8877BEB9A9E1}" dt="2026-02-12T05:26:09.343" v="193" actId="113"/>
        <pc:sldMkLst>
          <pc:docMk/>
          <pc:sldMk cId="4189902025" sldId="416"/>
        </pc:sldMkLst>
        <pc:spChg chg="mod">
          <ac:chgData name="Anthony Pacheco" userId="fdf46b62-f4f9-461f-bfbc-c3446c220a65" providerId="ADAL" clId="{46C61306-57F8-4F30-B63F-8877BEB9A9E1}" dt="2026-02-12T05:26:09.343" v="193" actId="113"/>
          <ac:spMkLst>
            <pc:docMk/>
            <pc:sldMk cId="4189902025" sldId="416"/>
            <ac:spMk id="3" creationId="{0F967CDD-0EC5-8E10-A74C-7517B75B0767}"/>
          </ac:spMkLst>
        </pc:spChg>
      </pc:sldChg>
      <pc:sldChg chg="modSp mod">
        <pc:chgData name="Anthony Pacheco" userId="fdf46b62-f4f9-461f-bfbc-c3446c220a65" providerId="ADAL" clId="{46C61306-57F8-4F30-B63F-8877BEB9A9E1}" dt="2026-02-12T05:26:44.867" v="197" actId="113"/>
        <pc:sldMkLst>
          <pc:docMk/>
          <pc:sldMk cId="4263113031" sldId="417"/>
        </pc:sldMkLst>
        <pc:spChg chg="mod">
          <ac:chgData name="Anthony Pacheco" userId="fdf46b62-f4f9-461f-bfbc-c3446c220a65" providerId="ADAL" clId="{46C61306-57F8-4F30-B63F-8877BEB9A9E1}" dt="2026-02-12T05:26:44.867" v="197" actId="113"/>
          <ac:spMkLst>
            <pc:docMk/>
            <pc:sldMk cId="4263113031" sldId="417"/>
            <ac:spMk id="3" creationId="{8BE696E9-53EA-3982-5FA3-1AC8F2B7E36C}"/>
          </ac:spMkLst>
        </pc:spChg>
      </pc:sldChg>
      <pc:sldChg chg="modSp mod">
        <pc:chgData name="Anthony Pacheco" userId="fdf46b62-f4f9-461f-bfbc-c3446c220a65" providerId="ADAL" clId="{46C61306-57F8-4F30-B63F-8877BEB9A9E1}" dt="2026-02-12T05:27:05.050" v="200" actId="255"/>
        <pc:sldMkLst>
          <pc:docMk/>
          <pc:sldMk cId="732300001" sldId="418"/>
        </pc:sldMkLst>
        <pc:spChg chg="mod">
          <ac:chgData name="Anthony Pacheco" userId="fdf46b62-f4f9-461f-bfbc-c3446c220a65" providerId="ADAL" clId="{46C61306-57F8-4F30-B63F-8877BEB9A9E1}" dt="2026-02-12T05:26:55.712" v="198" actId="1076"/>
          <ac:spMkLst>
            <pc:docMk/>
            <pc:sldMk cId="732300001" sldId="418"/>
            <ac:spMk id="5" creationId="{1E09ADD9-60D0-74CB-B3D2-ADF7DDD57F06}"/>
          </ac:spMkLst>
        </pc:spChg>
        <pc:graphicFrameChg chg="mod modGraphic">
          <ac:chgData name="Anthony Pacheco" userId="fdf46b62-f4f9-461f-bfbc-c3446c220a65" providerId="ADAL" clId="{46C61306-57F8-4F30-B63F-8877BEB9A9E1}" dt="2026-02-12T05:27:05.050" v="200" actId="255"/>
          <ac:graphicFrameMkLst>
            <pc:docMk/>
            <pc:sldMk cId="732300001" sldId="418"/>
            <ac:graphicFrameMk id="4" creationId="{14051CE8-A094-B12E-BA31-9581DD36D457}"/>
          </ac:graphicFrameMkLst>
        </pc:graphicFrameChg>
      </pc:sldChg>
      <pc:sldMasterChg chg="delSp modSp mod setBg modSldLayout">
        <pc:chgData name="Anthony Pacheco" userId="fdf46b62-f4f9-461f-bfbc-c3446c220a65" providerId="ADAL" clId="{46C61306-57F8-4F30-B63F-8877BEB9A9E1}" dt="2026-02-10T05:23:55.094" v="32"/>
        <pc:sldMasterMkLst>
          <pc:docMk/>
          <pc:sldMasterMk cId="682046013" sldId="2147483725"/>
        </pc:sldMasterMkLst>
        <pc:spChg chg="mod">
          <ac:chgData name="Anthony Pacheco" userId="fdf46b62-f4f9-461f-bfbc-c3446c220a65" providerId="ADAL" clId="{46C61306-57F8-4F30-B63F-8877BEB9A9E1}" dt="2026-02-10T05:23:03.107" v="4" actId="14100"/>
          <ac:spMkLst>
            <pc:docMk/>
            <pc:sldMasterMk cId="682046013" sldId="2147483725"/>
            <ac:spMk id="8" creationId="{0E6636BF-D3CC-4DFC-A057-41CF18719446}"/>
          </ac:spMkLst>
        </pc:spChg>
        <pc:sldLayoutChg chg="setBg">
          <pc:chgData name="Anthony Pacheco" userId="fdf46b62-f4f9-461f-bfbc-c3446c220a65" providerId="ADAL" clId="{46C61306-57F8-4F30-B63F-8877BEB9A9E1}" dt="2026-02-10T05:23:55.094" v="32"/>
          <pc:sldLayoutMkLst>
            <pc:docMk/>
            <pc:sldMasterMk cId="682046013" sldId="2147483725"/>
            <pc:sldLayoutMk cId="834274898" sldId="2147483728"/>
          </pc:sldLayoutMkLst>
        </pc:sldLayoutChg>
        <pc:sldLayoutChg chg="setBg">
          <pc:chgData name="Anthony Pacheco" userId="fdf46b62-f4f9-461f-bfbc-c3446c220a65" providerId="ADAL" clId="{46C61306-57F8-4F30-B63F-8877BEB9A9E1}" dt="2026-02-10T05:23:55.094" v="32"/>
          <pc:sldLayoutMkLst>
            <pc:docMk/>
            <pc:sldMasterMk cId="682046013" sldId="2147483725"/>
            <pc:sldLayoutMk cId="2380733821" sldId="2147483729"/>
          </pc:sldLayoutMkLst>
        </pc:sldLayoutChg>
        <pc:sldLayoutChg chg="setBg">
          <pc:chgData name="Anthony Pacheco" userId="fdf46b62-f4f9-461f-bfbc-c3446c220a65" providerId="ADAL" clId="{46C61306-57F8-4F30-B63F-8877BEB9A9E1}" dt="2026-02-10T05:23:55.094" v="32"/>
          <pc:sldLayoutMkLst>
            <pc:docMk/>
            <pc:sldMasterMk cId="682046013" sldId="2147483725"/>
            <pc:sldLayoutMk cId="295870789" sldId="2147483730"/>
          </pc:sldLayoutMkLst>
        </pc:sldLayoutChg>
        <pc:sldLayoutChg chg="setBg">
          <pc:chgData name="Anthony Pacheco" userId="fdf46b62-f4f9-461f-bfbc-c3446c220a65" providerId="ADAL" clId="{46C61306-57F8-4F30-B63F-8877BEB9A9E1}" dt="2026-02-10T05:23:55.094" v="32"/>
          <pc:sldLayoutMkLst>
            <pc:docMk/>
            <pc:sldMasterMk cId="682046013" sldId="2147483725"/>
            <pc:sldLayoutMk cId="2288072297" sldId="2147483732"/>
          </pc:sldLayoutMkLst>
        </pc:sldLayoutChg>
        <pc:sldLayoutChg chg="setBg">
          <pc:chgData name="Anthony Pacheco" userId="fdf46b62-f4f9-461f-bfbc-c3446c220a65" providerId="ADAL" clId="{46C61306-57F8-4F30-B63F-8877BEB9A9E1}" dt="2026-02-10T05:23:55.094" v="32"/>
          <pc:sldLayoutMkLst>
            <pc:docMk/>
            <pc:sldMasterMk cId="682046013" sldId="2147483725"/>
            <pc:sldLayoutMk cId="1489189432" sldId="2147483736"/>
          </pc:sldLayoutMkLst>
        </pc:sldLayoutChg>
        <pc:sldLayoutChg chg="setBg">
          <pc:chgData name="Anthony Pacheco" userId="fdf46b62-f4f9-461f-bfbc-c3446c220a65" providerId="ADAL" clId="{46C61306-57F8-4F30-B63F-8877BEB9A9E1}" dt="2026-02-10T05:23:55.094" v="32"/>
          <pc:sldLayoutMkLst>
            <pc:docMk/>
            <pc:sldMasterMk cId="682046013" sldId="2147483725"/>
            <pc:sldLayoutMk cId="950828873" sldId="2147483737"/>
          </pc:sldLayoutMkLst>
        </pc:sldLayoutChg>
        <pc:sldLayoutChg chg="setBg">
          <pc:chgData name="Anthony Pacheco" userId="fdf46b62-f4f9-461f-bfbc-c3446c220a65" providerId="ADAL" clId="{46C61306-57F8-4F30-B63F-8877BEB9A9E1}" dt="2026-02-10T05:23:55.094" v="32"/>
          <pc:sldLayoutMkLst>
            <pc:docMk/>
            <pc:sldMasterMk cId="682046013" sldId="2147483725"/>
            <pc:sldLayoutMk cId="3066196162" sldId="2147483753"/>
          </pc:sldLayoutMkLst>
        </pc:sldLayoutChg>
        <pc:sldLayoutChg chg="setBg">
          <pc:chgData name="Anthony Pacheco" userId="fdf46b62-f4f9-461f-bfbc-c3446c220a65" providerId="ADAL" clId="{46C61306-57F8-4F30-B63F-8877BEB9A9E1}" dt="2026-02-10T05:23:55.094" v="32"/>
          <pc:sldLayoutMkLst>
            <pc:docMk/>
            <pc:sldMasterMk cId="682046013" sldId="2147483725"/>
            <pc:sldLayoutMk cId="3888260984" sldId="2147483760"/>
          </pc:sldLayoutMkLst>
        </pc:sldLayoutChg>
        <pc:sldLayoutChg chg="setBg">
          <pc:chgData name="Anthony Pacheco" userId="fdf46b62-f4f9-461f-bfbc-c3446c220a65" providerId="ADAL" clId="{46C61306-57F8-4F30-B63F-8877BEB9A9E1}" dt="2026-02-10T05:23:55.094" v="32"/>
          <pc:sldLayoutMkLst>
            <pc:docMk/>
            <pc:sldMasterMk cId="682046013" sldId="2147483725"/>
            <pc:sldLayoutMk cId="2728650325" sldId="2147483761"/>
          </pc:sldLayoutMkLst>
        </pc:sldLayoutChg>
        <pc:sldLayoutChg chg="setBg">
          <pc:chgData name="Anthony Pacheco" userId="fdf46b62-f4f9-461f-bfbc-c3446c220a65" providerId="ADAL" clId="{46C61306-57F8-4F30-B63F-8877BEB9A9E1}" dt="2026-02-10T05:23:55.094" v="32"/>
          <pc:sldLayoutMkLst>
            <pc:docMk/>
            <pc:sldMasterMk cId="682046013" sldId="2147483725"/>
            <pc:sldLayoutMk cId="2645674165" sldId="2147483762"/>
          </pc:sldLayoutMkLst>
        </pc:sldLayoutChg>
        <pc:sldLayoutChg chg="delSp modSp mod setBg">
          <pc:chgData name="Anthony Pacheco" userId="fdf46b62-f4f9-461f-bfbc-c3446c220a65" providerId="ADAL" clId="{46C61306-57F8-4F30-B63F-8877BEB9A9E1}" dt="2026-02-10T05:23:55.094" v="32"/>
          <pc:sldLayoutMkLst>
            <pc:docMk/>
            <pc:sldMasterMk cId="682046013" sldId="2147483725"/>
            <pc:sldLayoutMk cId="803553635" sldId="2147483763"/>
          </pc:sldLayoutMkLst>
          <pc:spChg chg="mod">
            <ac:chgData name="Anthony Pacheco" userId="fdf46b62-f4f9-461f-bfbc-c3446c220a65" providerId="ADAL" clId="{46C61306-57F8-4F30-B63F-8877BEB9A9E1}" dt="2026-02-10T05:23:17.985" v="28" actId="1037"/>
            <ac:spMkLst>
              <pc:docMk/>
              <pc:sldMasterMk cId="682046013" sldId="2147483725"/>
              <pc:sldLayoutMk cId="803553635" sldId="2147483763"/>
              <ac:spMk id="11" creationId="{09216FC3-84E9-4B73-9DA8-CF771043770B}"/>
            </ac:spMkLst>
          </pc:spChg>
        </pc:sldLayoutChg>
        <pc:sldLayoutChg chg="delSp mod setBg">
          <pc:chgData name="Anthony Pacheco" userId="fdf46b62-f4f9-461f-bfbc-c3446c220a65" providerId="ADAL" clId="{46C61306-57F8-4F30-B63F-8877BEB9A9E1}" dt="2026-02-10T05:23:55.094" v="32"/>
          <pc:sldLayoutMkLst>
            <pc:docMk/>
            <pc:sldMasterMk cId="682046013" sldId="2147483725"/>
            <pc:sldLayoutMk cId="2170826813" sldId="2147483765"/>
          </pc:sldLayoutMkLst>
        </pc:sldLayoutChg>
      </pc:sldMaster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ags" Target="../tags/tag15.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6075504" y="8685213"/>
            <a:ext cx="646682" cy="458787"/>
          </a:xfrm>
          <a:prstGeom prst="rect">
            <a:avLst/>
          </a:prstGeom>
        </p:spPr>
        <p:txBody>
          <a:bodyPr vert="horz" lIns="91440" tIns="45720" rIns="91440" bIns="45720" rtlCol="0" anchor="b"/>
          <a:lstStyle>
            <a:lvl1pPr algn="r">
              <a:defRPr sz="1200"/>
            </a:lvl1pPr>
          </a:lstStyle>
          <a:p>
            <a:fld id="{6767803E-66EE-42CE-8DFB-98553954E472}" type="slidenum">
              <a:rPr lang="en-US" sz="1000" smtClean="0">
                <a:solidFill>
                  <a:schemeClr val="bg1">
                    <a:lumMod val="50000"/>
                  </a:schemeClr>
                </a:solidFill>
                <a:latin typeface="Arial" panose="020B0604020202020204" pitchFamily="34" charset="0"/>
                <a:cs typeface="Arial" panose="020B0604020202020204" pitchFamily="34" charset="0"/>
              </a:rPr>
              <a:t>‹#›</a:t>
            </a:fld>
            <a:endParaRPr lang="en-US" sz="1000" dirty="0">
              <a:solidFill>
                <a:schemeClr val="bg1">
                  <a:lumMod val="50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55392BA-16D5-4BCB-8BB3-D7B53B67DB8D}"/>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D947FD3A-2300-48D5-81E3-9406328116EE}"/>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custDataLst>
      <p:tags r:id="rId2"/>
    </p:custDataLst>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630237"/>
            <a:ext cx="3778647" cy="2125489"/>
          </a:xfrm>
          <a:prstGeom prst="rect">
            <a:avLst/>
          </a:prstGeom>
          <a:noFill/>
          <a:ln w="12700">
            <a:solidFill>
              <a:schemeClr val="bg1">
                <a:lumMod val="65000"/>
              </a:schemeClr>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2993721"/>
            <a:ext cx="5486400" cy="5520042"/>
          </a:xfrm>
          <a:prstGeom prst="rect">
            <a:avLst/>
          </a:prstGeom>
        </p:spPr>
        <p:txBody>
          <a:bodyPr vert="horz" lIns="91440" tIns="45720" rIns="91440" bIns="45720"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5"/>
          </p:nvPr>
        </p:nvSpPr>
        <p:spPr>
          <a:xfrm>
            <a:off x="6063017" y="8685213"/>
            <a:ext cx="684212" cy="458787"/>
          </a:xfrm>
          <a:prstGeom prst="rect">
            <a:avLst/>
          </a:prstGeom>
        </p:spPr>
        <p:txBody>
          <a:bodyPr vert="horz" lIns="91440" tIns="45720" rIns="91440" bIns="45720" rtlCol="0" anchor="b"/>
          <a:lstStyle>
            <a:lvl1pPr algn="r" eaLnBrk="1" fontAlgn="auto" hangingPunct="1">
              <a:spcBef>
                <a:spcPts val="0"/>
              </a:spcBef>
              <a:spcAft>
                <a:spcPts val="0"/>
              </a:spcAft>
              <a:defRPr sz="1000">
                <a:solidFill>
                  <a:schemeClr val="bg1">
                    <a:lumMod val="50000"/>
                  </a:schemeClr>
                </a:solidFill>
                <a:latin typeface="Arial" panose="020B0604020202020204" pitchFamily="34" charset="0"/>
                <a:cs typeface="Arial" panose="020B0604020202020204" pitchFamily="34" charset="0"/>
              </a:defRPr>
            </a:lvl1pPr>
          </a:lstStyle>
          <a:p>
            <a:pPr>
              <a:defRPr/>
            </a:pPr>
            <a:fld id="{91CAE60C-72A0-D14D-8733-C13212F694AD}" type="slidenum">
              <a:rPr lang="en-US" smtClean="0"/>
              <a:pPr>
                <a:defRPr/>
              </a:pPr>
              <a:t>‹#›</a:t>
            </a:fld>
            <a:endParaRPr lang="en-US" dirty="0"/>
          </a:p>
        </p:txBody>
      </p:sp>
      <p:pic>
        <p:nvPicPr>
          <p:cNvPr id="8" name="Picture 7">
            <a:extLst>
              <a:ext uri="{FF2B5EF4-FFF2-40B4-BE49-F238E27FC236}">
                <a16:creationId xmlns:a16="http://schemas.microsoft.com/office/drawing/2014/main" id="{A75DDB2F-32A5-4136-BC2E-0D7E0518B46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037E5B37-4A58-4B32-B9B0-D824A69A3D97}"/>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22542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68897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3pPr>
    <a:lvl4pPr marL="1139825" indent="-225425" algn="l" rtl="0" eaLnBrk="0" fontAlgn="base" hangingPunct="0">
      <a:spcBef>
        <a:spcPct val="30000"/>
      </a:spcBef>
      <a:spcAft>
        <a:spcPct val="0"/>
      </a:spcAft>
      <a:buFont typeface="Wingdings" panose="05000000000000000000" pitchFamily="2" charset="2"/>
      <a:buChar char="§"/>
      <a:defRPr sz="1200" kern="1200">
        <a:solidFill>
          <a:schemeClr val="tx1"/>
        </a:solidFill>
        <a:latin typeface="Arial" panose="020B0604020202020204" pitchFamily="34" charset="0"/>
        <a:ea typeface="+mn-ea"/>
        <a:cs typeface="Arial" panose="020B0604020202020204" pitchFamily="34" charset="0"/>
      </a:defRPr>
    </a:lvl4pPr>
    <a:lvl5pPr marL="1603375" indent="-225425" algn="l" rtl="0" eaLnBrk="0" fontAlgn="base" hangingPunct="0">
      <a:spcBef>
        <a:spcPct val="30000"/>
      </a:spcBef>
      <a:spcAft>
        <a:spcPct val="0"/>
      </a:spcAft>
      <a:buFont typeface="Courier New" panose="02070309020205020404" pitchFamily="49" charset="0"/>
      <a:buChar char="o"/>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11</a:t>
            </a:fld>
            <a:endParaRPr lang="en-US" dirty="0"/>
          </a:p>
        </p:txBody>
      </p:sp>
    </p:spTree>
    <p:extLst>
      <p:ext uri="{BB962C8B-B14F-4D97-AF65-F5344CB8AC3E}">
        <p14:creationId xmlns:p14="http://schemas.microsoft.com/office/powerpoint/2010/main" val="11255328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14068"/>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Title, #e</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 Chapter Title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2170826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344969-1137-4EAF-AB8A-FDA4F62A617A}"/>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ctrTitle" hasCustomPrompt="1"/>
          </p:nvPr>
        </p:nvSpPr>
        <p:spPr>
          <a:xfrm>
            <a:off x="914400" y="1153123"/>
            <a:ext cx="10424160" cy="2387600"/>
          </a:xfrm>
        </p:spPr>
        <p:txBody>
          <a:bodyPr anchor="b"/>
          <a:lstStyle>
            <a:lvl1pPr algn="ctr">
              <a:defRPr sz="5400" baseline="0">
                <a:solidFill>
                  <a:schemeClr val="bg1"/>
                </a:solidFill>
              </a:defRPr>
            </a:lvl1pPr>
          </a:lstStyle>
          <a:p>
            <a:r>
              <a:rPr lang="en-US" dirty="0"/>
              <a:t>Unit XX</a:t>
            </a:r>
          </a:p>
        </p:txBody>
      </p:sp>
      <p:sp>
        <p:nvSpPr>
          <p:cNvPr id="3" name="Subtitle 2"/>
          <p:cNvSpPr>
            <a:spLocks noGrp="1"/>
          </p:cNvSpPr>
          <p:nvPr>
            <p:ph type="subTitle" idx="1" hasCustomPrompt="1"/>
          </p:nvPr>
        </p:nvSpPr>
        <p:spPr>
          <a:xfrm>
            <a:off x="914400" y="3809720"/>
            <a:ext cx="10424160" cy="1424930"/>
          </a:xfrm>
          <a:noFill/>
        </p:spPr>
        <p:txBody>
          <a:bodyPr anchor="t"/>
          <a:lstStyle>
            <a:lvl1pPr marL="0" indent="0" algn="ctr">
              <a:lnSpc>
                <a:spcPct val="100000"/>
              </a:lnSpc>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Unit’s Title Here</a:t>
            </a:r>
          </a:p>
        </p:txBody>
      </p:sp>
      <p:sp>
        <p:nvSpPr>
          <p:cNvPr id="15" name="Slide Number Placeholder 5">
            <a:extLst>
              <a:ext uri="{FF2B5EF4-FFF2-40B4-BE49-F238E27FC236}">
                <a16:creationId xmlns:a16="http://schemas.microsoft.com/office/drawing/2014/main" id="{8D6FEA2F-362B-4EAB-BFA4-233A863C0DE7}"/>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
        <p:nvSpPr>
          <p:cNvPr id="11" name="Copyright">
            <a:extLst>
              <a:ext uri="{FF2B5EF4-FFF2-40B4-BE49-F238E27FC236}">
                <a16:creationId xmlns:a16="http://schemas.microsoft.com/office/drawing/2014/main" id="{09216FC3-84E9-4B73-9DA8-CF771043770B}"/>
              </a:ext>
              <a:ext uri="{C183D7F6-B498-43B3-948B-1728B52AA6E4}">
                <adec:decorative xmlns:adec="http://schemas.microsoft.com/office/drawing/2017/decorative" val="0"/>
              </a:ext>
            </a:extLst>
          </p:cNvPr>
          <p:cNvSpPr txBox="1"/>
          <p:nvPr userDrawn="1"/>
        </p:nvSpPr>
        <p:spPr>
          <a:xfrm>
            <a:off x="1327867" y="6314136"/>
            <a:ext cx="8961120" cy="261610"/>
          </a:xfrm>
          <a:prstGeom prst="rect">
            <a:avLst/>
          </a:prstGeom>
          <a:noFill/>
        </p:spPr>
        <p:txBody>
          <a:bodyPr wrap="square" rtlCol="0">
            <a:spAutoFit/>
          </a:bodyPr>
          <a:lstStyle/>
          <a:p>
            <a:r>
              <a:rPr lang="en-US" sz="1100">
                <a:solidFill>
                  <a:schemeClr val="bg1"/>
                </a:solidFill>
                <a:latin typeface="+mn-lt"/>
              </a:rPr>
              <a:t>.</a:t>
            </a:r>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803553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p:cNvSpPr>
            <a:spLocks noGrp="1"/>
          </p:cNvSpPr>
          <p:nvPr>
            <p:ph idx="1" hasCustomPrompt="1"/>
          </p:nvPr>
        </p:nvSpPr>
        <p:spPr/>
        <p:txBody>
          <a:bodyPr/>
          <a:lstStyle>
            <a:lvl1pPr>
              <a:spcAft>
                <a:spcPts val="800"/>
              </a:spcAft>
              <a:defRPr sz="240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3066196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3" y="1825625"/>
            <a:ext cx="5542957"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a:extLst>
              <a:ext uri="{C183D7F6-B498-43B3-948B-1728B52AA6E4}">
                <adec:decorative xmlns:adec="http://schemas.microsoft.com/office/drawing/2017/decorative" val="1"/>
              </a:ext>
            </a:extLst>
          </p:cNvPr>
          <p:cNvSpPr>
            <a:spLocks noGrp="1"/>
          </p:cNvSpPr>
          <p:nvPr>
            <p:ph sz="half" idx="2" hasCustomPrompt="1"/>
          </p:nvPr>
        </p:nvSpPr>
        <p:spPr>
          <a:xfrm>
            <a:off x="6172200" y="1825625"/>
            <a:ext cx="5542956"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834274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4"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5" name="Content Placeholder Middle">
            <a:extLst>
              <a:ext uri="{FF2B5EF4-FFF2-40B4-BE49-F238E27FC236}">
                <a16:creationId xmlns:a16="http://schemas.microsoft.com/office/drawing/2014/main" id="{1D13BCCE-AB68-426C-9401-BABA201385F3}"/>
              </a:ext>
            </a:extLst>
          </p:cNvPr>
          <p:cNvSpPr>
            <a:spLocks noGrp="1"/>
          </p:cNvSpPr>
          <p:nvPr>
            <p:ph sz="half" idx="10" hasCustomPrompt="1"/>
          </p:nvPr>
        </p:nvSpPr>
        <p:spPr>
          <a:xfrm>
            <a:off x="4423735" y="1829037"/>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p:cNvSpPr>
            <a:spLocks noGrp="1"/>
          </p:cNvSpPr>
          <p:nvPr>
            <p:ph sz="half" idx="2" hasCustomPrompt="1"/>
          </p:nvPr>
        </p:nvSpPr>
        <p:spPr>
          <a:xfrm>
            <a:off x="8370626"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a:p>
            <a:pPr lvl="2"/>
            <a:endParaRPr lang="en-US" dirty="0"/>
          </a:p>
        </p:txBody>
      </p:sp>
    </p:spTree>
    <p:custDataLst>
      <p:tags r:id="rId1"/>
    </p:custDataLst>
    <p:extLst>
      <p:ext uri="{BB962C8B-B14F-4D97-AF65-F5344CB8AC3E}">
        <p14:creationId xmlns:p14="http://schemas.microsoft.com/office/powerpoint/2010/main" val="1489189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8" name="Title"/>
          <p:cNvSpPr>
            <a:spLocks noGrp="1"/>
          </p:cNvSpPr>
          <p:nvPr>
            <p:ph type="title" hasCustomPrompt="1"/>
          </p:nvPr>
        </p:nvSpPr>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8767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2621900"/>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10" name="Content Placeholder Bottom"/>
          <p:cNvSpPr>
            <a:spLocks noGrp="1"/>
          </p:cNvSpPr>
          <p:nvPr>
            <p:ph type="body" sz="quarter" idx="13" hasCustomPrompt="1"/>
          </p:nvPr>
        </p:nvSpPr>
        <p:spPr>
          <a:xfrm>
            <a:off x="476844" y="5395327"/>
            <a:ext cx="11241914" cy="951787"/>
          </a:xfrm>
        </p:spPr>
        <p:txBody>
          <a:bodyPr/>
          <a:lstStyle>
            <a:lvl1pPr marL="112713" indent="-112713">
              <a:defRPr sz="900" b="0"/>
            </a:lvl1pPr>
            <a:lvl2pPr marL="336550" indent="-112713">
              <a:defRPr sz="900" b="0"/>
            </a:lvl2pPr>
            <a:lvl3pPr marL="685800" indent="-168275">
              <a:defRPr sz="900" b="0"/>
            </a:lvl3pPr>
            <a:lvl4pPr>
              <a:defRPr sz="900" b="0"/>
            </a:lvl4pPr>
            <a:lvl5pPr>
              <a:defRPr sz="900" b="0"/>
            </a:lvl5pPr>
          </a:lstStyle>
          <a:p>
            <a:pPr lvl="0"/>
            <a:r>
              <a:rPr lang="en-US" dirty="0"/>
              <a:t>Click to edit Master text styles</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2380733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Subtitle/Images">
    <p:spTree>
      <p:nvGrpSpPr>
        <p:cNvPr id="1" name=""/>
        <p:cNvGrpSpPr/>
        <p:nvPr/>
      </p:nvGrpSpPr>
      <p:grpSpPr>
        <a:xfrm>
          <a:off x="0" y="0"/>
          <a:ext cx="0" cy="0"/>
          <a:chOff x="0" y="0"/>
          <a:chExt cx="0" cy="0"/>
        </a:xfrm>
      </p:grpSpPr>
      <p:sp>
        <p:nvSpPr>
          <p:cNvPr id="8" name="Title"/>
          <p:cNvSpPr>
            <a:spLocks noGrp="1"/>
          </p:cNvSpPr>
          <p:nvPr>
            <p:ph type="title" hasCustomPrompt="1"/>
          </p:nvPr>
        </p:nvSpPr>
        <p:spPr>
          <a:xfrm>
            <a:off x="476843" y="475488"/>
            <a:ext cx="11241915" cy="1071533"/>
          </a:xfrm>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5769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1505492"/>
          </a:xfrm>
        </p:spPr>
        <p:txBody>
          <a:bodyPr/>
          <a:lstStyle>
            <a:lvl1pPr>
              <a:spcAft>
                <a:spcPts val="800"/>
              </a:spcAft>
              <a:defRPr sz="2400" b="0"/>
            </a:lvl1pPr>
            <a:lvl2pPr>
              <a:spcAft>
                <a:spcPts val="800"/>
              </a:spcAft>
              <a:defRPr sz="2400" b="0"/>
            </a:lvl2pPr>
            <a:lvl3pPr>
              <a:spcAft>
                <a:spcPts val="800"/>
              </a:spcAft>
              <a:defRPr sz="2400" b="0"/>
            </a:lvl3pPr>
          </a:lstStyle>
          <a:p>
            <a:pPr lvl="0"/>
            <a:r>
              <a:rPr lang="en-US" dirty="0"/>
              <a:t>First Level</a:t>
            </a:r>
          </a:p>
          <a:p>
            <a:pPr lvl="1"/>
            <a:r>
              <a:rPr lang="en-US" dirty="0"/>
              <a:t>Second level</a:t>
            </a:r>
          </a:p>
          <a:p>
            <a:pPr lvl="2"/>
            <a:r>
              <a:rPr lang="en-US" dirty="0"/>
              <a:t>Third level</a:t>
            </a:r>
          </a:p>
        </p:txBody>
      </p:sp>
      <p:sp>
        <p:nvSpPr>
          <p:cNvPr id="6" name="Content Placeholder 1">
            <a:extLst>
              <a:ext uri="{FF2B5EF4-FFF2-40B4-BE49-F238E27FC236}">
                <a16:creationId xmlns:a16="http://schemas.microsoft.com/office/drawing/2014/main" id="{B7E0CC24-A3CA-45F3-BF2B-B8EB09000563}"/>
              </a:ext>
            </a:extLst>
          </p:cNvPr>
          <p:cNvSpPr>
            <a:spLocks noGrp="1"/>
          </p:cNvSpPr>
          <p:nvPr>
            <p:ph idx="10" hasCustomPrompt="1"/>
          </p:nvPr>
        </p:nvSpPr>
        <p:spPr>
          <a:xfrm>
            <a:off x="476844" y="4310385"/>
            <a:ext cx="2563240" cy="2024480"/>
          </a:xfrm>
        </p:spPr>
        <p:txBody>
          <a:bodyPr/>
          <a:lstStyle>
            <a:lvl1pPr marL="0" indent="0" algn="ctr">
              <a:buNone/>
              <a:defRPr/>
            </a:lvl1pPr>
          </a:lstStyle>
          <a:p>
            <a:pPr lvl="0"/>
            <a:r>
              <a:rPr lang="en-US" dirty="0"/>
              <a:t>Insert here 1</a:t>
            </a:r>
          </a:p>
        </p:txBody>
      </p:sp>
      <p:sp>
        <p:nvSpPr>
          <p:cNvPr id="7" name="Content Placeholder 2">
            <a:extLst>
              <a:ext uri="{FF2B5EF4-FFF2-40B4-BE49-F238E27FC236}">
                <a16:creationId xmlns:a16="http://schemas.microsoft.com/office/drawing/2014/main" id="{0065DFA3-2F0A-45C7-8124-3D672EB9205A}"/>
              </a:ext>
            </a:extLst>
          </p:cNvPr>
          <p:cNvSpPr>
            <a:spLocks noGrp="1"/>
          </p:cNvSpPr>
          <p:nvPr>
            <p:ph idx="11" hasCustomPrompt="1"/>
          </p:nvPr>
        </p:nvSpPr>
        <p:spPr>
          <a:xfrm>
            <a:off x="3382488" y="4310385"/>
            <a:ext cx="2563240" cy="2024480"/>
          </a:xfrm>
        </p:spPr>
        <p:txBody>
          <a:bodyPr/>
          <a:lstStyle>
            <a:lvl1pPr marL="0" indent="0" algn="ctr">
              <a:buNone/>
              <a:defRPr/>
            </a:lvl1pPr>
          </a:lstStyle>
          <a:p>
            <a:pPr lvl="0"/>
            <a:r>
              <a:rPr lang="en-US" dirty="0"/>
              <a:t>Insert here 2</a:t>
            </a:r>
          </a:p>
        </p:txBody>
      </p:sp>
      <p:sp>
        <p:nvSpPr>
          <p:cNvPr id="9" name="Content Placeholder 3">
            <a:extLst>
              <a:ext uri="{FF2B5EF4-FFF2-40B4-BE49-F238E27FC236}">
                <a16:creationId xmlns:a16="http://schemas.microsoft.com/office/drawing/2014/main" id="{5EAAA4B2-2F70-4899-9014-89954C200D50}"/>
              </a:ext>
            </a:extLst>
          </p:cNvPr>
          <p:cNvSpPr>
            <a:spLocks noGrp="1"/>
          </p:cNvSpPr>
          <p:nvPr>
            <p:ph idx="13" hasCustomPrompt="1"/>
          </p:nvPr>
        </p:nvSpPr>
        <p:spPr>
          <a:xfrm>
            <a:off x="6281896" y="4319291"/>
            <a:ext cx="2563240" cy="2024480"/>
          </a:xfrm>
        </p:spPr>
        <p:txBody>
          <a:bodyPr/>
          <a:lstStyle>
            <a:lvl1pPr marL="0" indent="0" algn="ctr">
              <a:buNone/>
              <a:defRPr/>
            </a:lvl1pPr>
          </a:lstStyle>
          <a:p>
            <a:pPr lvl="0"/>
            <a:r>
              <a:rPr lang="en-US" dirty="0"/>
              <a:t>Insert here 3</a:t>
            </a:r>
          </a:p>
        </p:txBody>
      </p:sp>
      <p:sp>
        <p:nvSpPr>
          <p:cNvPr id="11" name="Content Placeholder 4">
            <a:extLst>
              <a:ext uri="{FF2B5EF4-FFF2-40B4-BE49-F238E27FC236}">
                <a16:creationId xmlns:a16="http://schemas.microsoft.com/office/drawing/2014/main" id="{138B1A98-C967-4B94-B1F7-E158393317F4}"/>
              </a:ext>
            </a:extLst>
          </p:cNvPr>
          <p:cNvSpPr>
            <a:spLocks noGrp="1"/>
          </p:cNvSpPr>
          <p:nvPr>
            <p:ph idx="15" hasCustomPrompt="1"/>
          </p:nvPr>
        </p:nvSpPr>
        <p:spPr>
          <a:xfrm>
            <a:off x="9151916" y="4319291"/>
            <a:ext cx="2563240" cy="2024480"/>
          </a:xfrm>
        </p:spPr>
        <p:txBody>
          <a:bodyPr/>
          <a:lstStyle>
            <a:lvl1pPr marL="0" indent="0" algn="ctr">
              <a:buNone/>
              <a:defRPr/>
            </a:lvl1pPr>
          </a:lstStyle>
          <a:p>
            <a:pPr lvl="0"/>
            <a:r>
              <a:rPr lang="en-US" dirty="0"/>
              <a:t>Insert here 4</a:t>
            </a:r>
          </a:p>
        </p:txBody>
      </p:sp>
    </p:spTree>
    <p:custDataLst>
      <p:tags r:id="rId1"/>
    </p:custDataLst>
    <p:extLst>
      <p:ext uri="{BB962C8B-B14F-4D97-AF65-F5344CB8AC3E}">
        <p14:creationId xmlns:p14="http://schemas.microsoft.com/office/powerpoint/2010/main" val="3888260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ulti Image/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1"/>
          <p:cNvSpPr>
            <a:spLocks noGrp="1"/>
          </p:cNvSpPr>
          <p:nvPr>
            <p:ph idx="1" hasCustomPrompt="1"/>
          </p:nvPr>
        </p:nvSpPr>
        <p:spPr>
          <a:xfrm>
            <a:off x="476844" y="1944375"/>
            <a:ext cx="2563240" cy="2024480"/>
          </a:xfrm>
        </p:spPr>
        <p:txBody>
          <a:bodyPr/>
          <a:lstStyle>
            <a:lvl1pPr marL="0" indent="0" algn="ctr">
              <a:buNone/>
              <a:defRPr/>
            </a:lvl1pPr>
          </a:lstStyle>
          <a:p>
            <a:pPr lvl="0"/>
            <a:r>
              <a:rPr lang="en-US" dirty="0"/>
              <a:t>Insert here 1</a:t>
            </a:r>
          </a:p>
        </p:txBody>
      </p:sp>
      <p:sp>
        <p:nvSpPr>
          <p:cNvPr id="15" name="Content Placeholder 2">
            <a:extLst>
              <a:ext uri="{FF2B5EF4-FFF2-40B4-BE49-F238E27FC236}">
                <a16:creationId xmlns:a16="http://schemas.microsoft.com/office/drawing/2014/main" id="{A951D41C-52EA-4F3C-BC8E-A9309F4EB627}"/>
              </a:ext>
            </a:extLst>
          </p:cNvPr>
          <p:cNvSpPr>
            <a:spLocks noGrp="1"/>
          </p:cNvSpPr>
          <p:nvPr>
            <p:ph idx="11" hasCustomPrompt="1"/>
          </p:nvPr>
        </p:nvSpPr>
        <p:spPr>
          <a:xfrm>
            <a:off x="3382488" y="1944375"/>
            <a:ext cx="2563240" cy="2024480"/>
          </a:xfrm>
        </p:spPr>
        <p:txBody>
          <a:bodyPr/>
          <a:lstStyle>
            <a:lvl1pPr marL="0" indent="0" algn="ctr">
              <a:buNone/>
              <a:defRPr/>
            </a:lvl1pPr>
          </a:lstStyle>
          <a:p>
            <a:pPr lvl="0"/>
            <a:r>
              <a:rPr lang="en-US" dirty="0"/>
              <a:t>Insert here 2</a:t>
            </a:r>
          </a:p>
        </p:txBody>
      </p:sp>
      <p:sp>
        <p:nvSpPr>
          <p:cNvPr id="17" name="Content Placeholder 3">
            <a:extLst>
              <a:ext uri="{FF2B5EF4-FFF2-40B4-BE49-F238E27FC236}">
                <a16:creationId xmlns:a16="http://schemas.microsoft.com/office/drawing/2014/main" id="{1CD2ACDE-E8DF-4B19-9DBB-017510EECF31}"/>
              </a:ext>
            </a:extLst>
          </p:cNvPr>
          <p:cNvSpPr>
            <a:spLocks noGrp="1"/>
          </p:cNvSpPr>
          <p:nvPr>
            <p:ph idx="13" hasCustomPrompt="1"/>
          </p:nvPr>
        </p:nvSpPr>
        <p:spPr>
          <a:xfrm>
            <a:off x="6281896" y="1953281"/>
            <a:ext cx="2563240" cy="2024480"/>
          </a:xfrm>
        </p:spPr>
        <p:txBody>
          <a:bodyPr/>
          <a:lstStyle>
            <a:lvl1pPr marL="0" indent="0" algn="ctr">
              <a:buNone/>
              <a:defRPr/>
            </a:lvl1pPr>
          </a:lstStyle>
          <a:p>
            <a:pPr lvl="0"/>
            <a:r>
              <a:rPr lang="en-US" dirty="0"/>
              <a:t>Insert here 3</a:t>
            </a:r>
          </a:p>
        </p:txBody>
      </p:sp>
      <p:sp>
        <p:nvSpPr>
          <p:cNvPr id="19" name="Content Placeholder 4">
            <a:extLst>
              <a:ext uri="{FF2B5EF4-FFF2-40B4-BE49-F238E27FC236}">
                <a16:creationId xmlns:a16="http://schemas.microsoft.com/office/drawing/2014/main" id="{F18F8C24-8F67-4A0C-8E2F-54E8026EAD00}"/>
              </a:ext>
            </a:extLst>
          </p:cNvPr>
          <p:cNvSpPr>
            <a:spLocks noGrp="1"/>
          </p:cNvSpPr>
          <p:nvPr>
            <p:ph idx="15" hasCustomPrompt="1"/>
          </p:nvPr>
        </p:nvSpPr>
        <p:spPr>
          <a:xfrm>
            <a:off x="9151916" y="1953281"/>
            <a:ext cx="2563240" cy="2024480"/>
          </a:xfrm>
        </p:spPr>
        <p:txBody>
          <a:bodyPr/>
          <a:lstStyle>
            <a:lvl1pPr marL="0" indent="0" algn="ctr">
              <a:buNone/>
              <a:defRPr/>
            </a:lvl1pPr>
          </a:lstStyle>
          <a:p>
            <a:pPr lvl="0"/>
            <a:r>
              <a:rPr lang="en-US" dirty="0"/>
              <a:t>Insert here 4</a:t>
            </a:r>
          </a:p>
        </p:txBody>
      </p:sp>
      <p:sp>
        <p:nvSpPr>
          <p:cNvPr id="9" name="Content Placeholder 5">
            <a:extLst>
              <a:ext uri="{FF2B5EF4-FFF2-40B4-BE49-F238E27FC236}">
                <a16:creationId xmlns:a16="http://schemas.microsoft.com/office/drawing/2014/main" id="{1950DDEC-E898-4F6D-A7F2-930A23B3C11F}"/>
              </a:ext>
            </a:extLst>
          </p:cNvPr>
          <p:cNvSpPr>
            <a:spLocks noGrp="1"/>
          </p:cNvSpPr>
          <p:nvPr>
            <p:ph idx="10" hasCustomPrompt="1"/>
          </p:nvPr>
        </p:nvSpPr>
        <p:spPr>
          <a:xfrm>
            <a:off x="476843" y="4128059"/>
            <a:ext cx="2563241" cy="2024480"/>
          </a:xfrm>
        </p:spPr>
        <p:txBody>
          <a:bodyPr/>
          <a:lstStyle>
            <a:lvl1pPr marL="0" indent="0" algn="ctr">
              <a:buNone/>
              <a:defRPr/>
            </a:lvl1pPr>
          </a:lstStyle>
          <a:p>
            <a:pPr lvl="0"/>
            <a:r>
              <a:rPr lang="en-US" dirty="0"/>
              <a:t>Insert here 5</a:t>
            </a:r>
          </a:p>
        </p:txBody>
      </p:sp>
      <p:sp>
        <p:nvSpPr>
          <p:cNvPr id="16" name="Content Placeholder 6">
            <a:extLst>
              <a:ext uri="{FF2B5EF4-FFF2-40B4-BE49-F238E27FC236}">
                <a16:creationId xmlns:a16="http://schemas.microsoft.com/office/drawing/2014/main" id="{B7548D5A-3DFF-4FF5-A587-74246B76C1A7}"/>
              </a:ext>
            </a:extLst>
          </p:cNvPr>
          <p:cNvSpPr>
            <a:spLocks noGrp="1"/>
          </p:cNvSpPr>
          <p:nvPr>
            <p:ph idx="12" hasCustomPrompt="1"/>
          </p:nvPr>
        </p:nvSpPr>
        <p:spPr>
          <a:xfrm>
            <a:off x="3382487" y="4128059"/>
            <a:ext cx="2563241" cy="2024480"/>
          </a:xfrm>
        </p:spPr>
        <p:txBody>
          <a:bodyPr/>
          <a:lstStyle>
            <a:lvl1pPr marL="0" indent="0" algn="ctr">
              <a:buNone/>
              <a:defRPr/>
            </a:lvl1pPr>
          </a:lstStyle>
          <a:p>
            <a:pPr lvl="0"/>
            <a:r>
              <a:rPr lang="en-US" dirty="0"/>
              <a:t>Insert here 6</a:t>
            </a:r>
          </a:p>
        </p:txBody>
      </p:sp>
      <p:sp>
        <p:nvSpPr>
          <p:cNvPr id="18" name="Content Placeholder 7">
            <a:extLst>
              <a:ext uri="{FF2B5EF4-FFF2-40B4-BE49-F238E27FC236}">
                <a16:creationId xmlns:a16="http://schemas.microsoft.com/office/drawing/2014/main" id="{A24E382A-7ED1-49CB-8053-85276CAEB9B2}"/>
              </a:ext>
            </a:extLst>
          </p:cNvPr>
          <p:cNvSpPr>
            <a:spLocks noGrp="1"/>
          </p:cNvSpPr>
          <p:nvPr>
            <p:ph idx="14" hasCustomPrompt="1"/>
          </p:nvPr>
        </p:nvSpPr>
        <p:spPr>
          <a:xfrm>
            <a:off x="6281895" y="4136965"/>
            <a:ext cx="2563241" cy="2024480"/>
          </a:xfrm>
        </p:spPr>
        <p:txBody>
          <a:bodyPr/>
          <a:lstStyle>
            <a:lvl1pPr marL="0" indent="0" algn="ctr">
              <a:buNone/>
              <a:defRPr/>
            </a:lvl1pPr>
          </a:lstStyle>
          <a:p>
            <a:pPr lvl="0"/>
            <a:r>
              <a:rPr lang="en-US" dirty="0"/>
              <a:t>Insert here 7</a:t>
            </a:r>
          </a:p>
        </p:txBody>
      </p:sp>
      <p:sp>
        <p:nvSpPr>
          <p:cNvPr id="20" name="Content Placeholder 8">
            <a:extLst>
              <a:ext uri="{FF2B5EF4-FFF2-40B4-BE49-F238E27FC236}">
                <a16:creationId xmlns:a16="http://schemas.microsoft.com/office/drawing/2014/main" id="{AC6187B3-59CD-4356-83E5-962B5ACC4AEB}"/>
              </a:ext>
            </a:extLst>
          </p:cNvPr>
          <p:cNvSpPr>
            <a:spLocks noGrp="1"/>
          </p:cNvSpPr>
          <p:nvPr>
            <p:ph idx="16" hasCustomPrompt="1"/>
          </p:nvPr>
        </p:nvSpPr>
        <p:spPr>
          <a:xfrm>
            <a:off x="9151915" y="4136965"/>
            <a:ext cx="2563241" cy="2024480"/>
          </a:xfrm>
        </p:spPr>
        <p:txBody>
          <a:bodyPr/>
          <a:lstStyle>
            <a:lvl1pPr marL="0" indent="0" algn="ctr">
              <a:buNone/>
              <a:defRPr/>
            </a:lvl1pPr>
          </a:lstStyle>
          <a:p>
            <a:pPr lvl="0"/>
            <a:r>
              <a:rPr lang="en-US" dirty="0"/>
              <a:t>Insert here 8</a:t>
            </a:r>
          </a:p>
        </p:txBody>
      </p:sp>
    </p:spTree>
    <p:custDataLst>
      <p:tags r:id="rId1"/>
    </p:custDataLst>
    <p:extLst>
      <p:ext uri="{BB962C8B-B14F-4D97-AF65-F5344CB8AC3E}">
        <p14:creationId xmlns:p14="http://schemas.microsoft.com/office/powerpoint/2010/main" val="295870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Image/On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9" name="Content Placeholder"/>
          <p:cNvSpPr>
            <a:spLocks noGrp="1"/>
          </p:cNvSpPr>
          <p:nvPr>
            <p:ph sz="half" idx="2" hasCustomPrompt="1"/>
          </p:nvPr>
        </p:nvSpPr>
        <p:spPr>
          <a:xfrm>
            <a:off x="3624200" y="1825625"/>
            <a:ext cx="8090957" cy="435133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288072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Imag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6" name="Content Placeholder Bottom">
            <a:extLst>
              <a:ext uri="{FF2B5EF4-FFF2-40B4-BE49-F238E27FC236}">
                <a16:creationId xmlns:a16="http://schemas.microsoft.com/office/drawing/2014/main" id="{4003AB72-C071-4875-8D31-00FB47092143}"/>
              </a:ext>
            </a:extLst>
          </p:cNvPr>
          <p:cNvSpPr>
            <a:spLocks noGrp="1"/>
          </p:cNvSpPr>
          <p:nvPr>
            <p:ph sz="half" idx="15" hasCustomPrompt="1"/>
          </p:nvPr>
        </p:nvSpPr>
        <p:spPr>
          <a:xfrm>
            <a:off x="3624199" y="4136860"/>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728650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Imag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1217447"/>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4" name="Image Placeholder 2">
            <a:extLst>
              <a:ext uri="{FF2B5EF4-FFF2-40B4-BE49-F238E27FC236}">
                <a16:creationId xmlns:a16="http://schemas.microsoft.com/office/drawing/2014/main" id="{329BB347-70F5-49B3-A1D7-9C05C8ED5028}"/>
              </a:ext>
            </a:extLst>
          </p:cNvPr>
          <p:cNvSpPr>
            <a:spLocks noGrp="1"/>
          </p:cNvSpPr>
          <p:nvPr>
            <p:ph sz="half" idx="14" hasCustomPrompt="1"/>
          </p:nvPr>
        </p:nvSpPr>
        <p:spPr>
          <a:xfrm>
            <a:off x="479343" y="3207219"/>
            <a:ext cx="2875957" cy="121744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5" name="Content Placeholder Middle">
            <a:extLst>
              <a:ext uri="{FF2B5EF4-FFF2-40B4-BE49-F238E27FC236}">
                <a16:creationId xmlns:a16="http://schemas.microsoft.com/office/drawing/2014/main" id="{E344C337-1A6E-4BE6-8E9E-7076FBBEEFAC}"/>
              </a:ext>
            </a:extLst>
          </p:cNvPr>
          <p:cNvSpPr>
            <a:spLocks noGrp="1"/>
          </p:cNvSpPr>
          <p:nvPr>
            <p:ph sz="half" idx="15" hasCustomPrompt="1"/>
          </p:nvPr>
        </p:nvSpPr>
        <p:spPr>
          <a:xfrm>
            <a:off x="3626700" y="3207216"/>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6" name="Image Placeholder 3">
            <a:extLst>
              <a:ext uri="{FF2B5EF4-FFF2-40B4-BE49-F238E27FC236}">
                <a16:creationId xmlns:a16="http://schemas.microsoft.com/office/drawing/2014/main" id="{A70ED764-0931-4273-A125-CE2D6E0F8A8D}"/>
              </a:ext>
            </a:extLst>
          </p:cNvPr>
          <p:cNvSpPr>
            <a:spLocks noGrp="1"/>
          </p:cNvSpPr>
          <p:nvPr>
            <p:ph sz="half" idx="16" hasCustomPrompt="1"/>
          </p:nvPr>
        </p:nvSpPr>
        <p:spPr>
          <a:xfrm>
            <a:off x="479343" y="4631282"/>
            <a:ext cx="2875957" cy="1217447"/>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7" name="Content Placeholder Bottom">
            <a:extLst>
              <a:ext uri="{FF2B5EF4-FFF2-40B4-BE49-F238E27FC236}">
                <a16:creationId xmlns:a16="http://schemas.microsoft.com/office/drawing/2014/main" id="{1A924411-097F-4689-AC4D-9173B40A69F2}"/>
              </a:ext>
            </a:extLst>
          </p:cNvPr>
          <p:cNvSpPr>
            <a:spLocks noGrp="1"/>
          </p:cNvSpPr>
          <p:nvPr>
            <p:ph sz="half" idx="17" hasCustomPrompt="1"/>
          </p:nvPr>
        </p:nvSpPr>
        <p:spPr>
          <a:xfrm>
            <a:off x="3626700" y="4631279"/>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950828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ur Image/Four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899814"/>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1"/>
          <p:cNvSpPr>
            <a:spLocks noGrp="1"/>
          </p:cNvSpPr>
          <p:nvPr>
            <p:ph sz="half" idx="2" hasCustomPrompt="1"/>
          </p:nvPr>
        </p:nvSpPr>
        <p:spPr>
          <a:xfrm>
            <a:off x="3624200" y="182562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0" name="Image Placeholder 2">
            <a:extLst>
              <a:ext uri="{FF2B5EF4-FFF2-40B4-BE49-F238E27FC236}">
                <a16:creationId xmlns:a16="http://schemas.microsoft.com/office/drawing/2014/main" id="{02C25FD2-E251-4DC4-8F30-3EDA9A61D7DC}"/>
              </a:ext>
            </a:extLst>
          </p:cNvPr>
          <p:cNvSpPr>
            <a:spLocks noGrp="1"/>
          </p:cNvSpPr>
          <p:nvPr>
            <p:ph sz="half" idx="14" hasCustomPrompt="1"/>
          </p:nvPr>
        </p:nvSpPr>
        <p:spPr>
          <a:xfrm>
            <a:off x="476843" y="2941438"/>
            <a:ext cx="2875957" cy="899814"/>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1" name="Content Placeholder 2">
            <a:extLst>
              <a:ext uri="{FF2B5EF4-FFF2-40B4-BE49-F238E27FC236}">
                <a16:creationId xmlns:a16="http://schemas.microsoft.com/office/drawing/2014/main" id="{6FFE322F-E595-4582-997C-0A06F238C8D3}"/>
              </a:ext>
            </a:extLst>
          </p:cNvPr>
          <p:cNvSpPr>
            <a:spLocks noGrp="1"/>
          </p:cNvSpPr>
          <p:nvPr>
            <p:ph sz="half" idx="15" hasCustomPrompt="1"/>
          </p:nvPr>
        </p:nvSpPr>
        <p:spPr>
          <a:xfrm>
            <a:off x="3624200" y="294143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2" name="Image Placeholder 3">
            <a:extLst>
              <a:ext uri="{FF2B5EF4-FFF2-40B4-BE49-F238E27FC236}">
                <a16:creationId xmlns:a16="http://schemas.microsoft.com/office/drawing/2014/main" id="{647E63CA-E745-4DE2-B25A-D398F113EFA6}"/>
              </a:ext>
            </a:extLst>
          </p:cNvPr>
          <p:cNvSpPr>
            <a:spLocks noGrp="1"/>
          </p:cNvSpPr>
          <p:nvPr>
            <p:ph sz="half" idx="16" hasCustomPrompt="1"/>
          </p:nvPr>
        </p:nvSpPr>
        <p:spPr>
          <a:xfrm>
            <a:off x="480444" y="4065961"/>
            <a:ext cx="2875957" cy="899814"/>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3" name="Content Placeholder 3">
            <a:extLst>
              <a:ext uri="{FF2B5EF4-FFF2-40B4-BE49-F238E27FC236}">
                <a16:creationId xmlns:a16="http://schemas.microsoft.com/office/drawing/2014/main" id="{EFE66096-5B65-4DD6-9AD6-9E55675E34CD}"/>
              </a:ext>
            </a:extLst>
          </p:cNvPr>
          <p:cNvSpPr>
            <a:spLocks noGrp="1"/>
          </p:cNvSpPr>
          <p:nvPr>
            <p:ph sz="half" idx="17" hasCustomPrompt="1"/>
          </p:nvPr>
        </p:nvSpPr>
        <p:spPr>
          <a:xfrm>
            <a:off x="3627801" y="406595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4" name="Image Placeholder 4">
            <a:extLst>
              <a:ext uri="{FF2B5EF4-FFF2-40B4-BE49-F238E27FC236}">
                <a16:creationId xmlns:a16="http://schemas.microsoft.com/office/drawing/2014/main" id="{765390A9-B975-43C8-86E6-45E636A649C5}"/>
              </a:ext>
            </a:extLst>
          </p:cNvPr>
          <p:cNvSpPr>
            <a:spLocks noGrp="1"/>
          </p:cNvSpPr>
          <p:nvPr>
            <p:ph sz="half" idx="18" hasCustomPrompt="1"/>
          </p:nvPr>
        </p:nvSpPr>
        <p:spPr>
          <a:xfrm>
            <a:off x="480444" y="5181771"/>
            <a:ext cx="2875957" cy="899814"/>
          </a:xfrm>
        </p:spPr>
        <p:txBody>
          <a:bodyPr/>
          <a:lstStyle>
            <a:lvl1pPr marL="0" indent="0" algn="l">
              <a:buNone/>
              <a:defRPr/>
            </a:lvl1pPr>
            <a:lvl2pPr marL="457200" indent="0">
              <a:buNone/>
              <a:defRPr/>
            </a:lvl2pPr>
            <a:lvl3pPr marL="914400" indent="0">
              <a:buNone/>
              <a:defRPr/>
            </a:lvl3pPr>
          </a:lstStyle>
          <a:p>
            <a:pPr lvl="0"/>
            <a:r>
              <a:rPr lang="en-US" dirty="0"/>
              <a:t>Image 4</a:t>
            </a:r>
          </a:p>
        </p:txBody>
      </p:sp>
      <p:sp>
        <p:nvSpPr>
          <p:cNvPr id="15" name="Content Placeholder 4">
            <a:extLst>
              <a:ext uri="{FF2B5EF4-FFF2-40B4-BE49-F238E27FC236}">
                <a16:creationId xmlns:a16="http://schemas.microsoft.com/office/drawing/2014/main" id="{04B6F74B-2775-4949-A70C-BCBBFE20C3A2}"/>
              </a:ext>
            </a:extLst>
          </p:cNvPr>
          <p:cNvSpPr>
            <a:spLocks noGrp="1"/>
          </p:cNvSpPr>
          <p:nvPr>
            <p:ph sz="half" idx="19" hasCustomPrompt="1"/>
          </p:nvPr>
        </p:nvSpPr>
        <p:spPr>
          <a:xfrm>
            <a:off x="3627801" y="518176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Tree>
    <p:custDataLst>
      <p:tags r:id="rId1"/>
    </p:custDataLst>
    <p:extLst>
      <p:ext uri="{BB962C8B-B14F-4D97-AF65-F5344CB8AC3E}">
        <p14:creationId xmlns:p14="http://schemas.microsoft.com/office/powerpoint/2010/main" val="2645674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alpha val="83000"/>
          </a:schemeClr>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34EF16C-F8E9-4C74-8268-011BE18366AF}"/>
              </a:ext>
              <a:ext uri="{C183D7F6-B498-43B3-948B-1728B52AA6E4}">
                <adec:decorative xmlns:adec="http://schemas.microsoft.com/office/drawing/2017/decorative" val="1"/>
              </a:ext>
            </a:extLst>
          </p:cNvPr>
          <p:cNvSpPr/>
          <p:nvPr userDrawn="1"/>
        </p:nvSpPr>
        <p:spPr>
          <a:xfrm>
            <a:off x="0" y="6176963"/>
            <a:ext cx="12192000" cy="68103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p:cNvSpPr>
            <a:spLocks noGrp="1"/>
          </p:cNvSpPr>
          <p:nvPr>
            <p:ph type="title"/>
          </p:nvPr>
        </p:nvSpPr>
        <p:spPr>
          <a:xfrm>
            <a:off x="476843" y="473245"/>
            <a:ext cx="11241915" cy="1217447"/>
          </a:xfrm>
          <a:prstGeom prst="rect">
            <a:avLst/>
          </a:prstGeom>
        </p:spPr>
        <p:txBody>
          <a:bodyPr vert="horz" lIns="91440" tIns="45720" rIns="91440" bIns="45720" rtlCol="0" anchor="t">
            <a:noAutofit/>
          </a:bodyPr>
          <a:lstStyle/>
          <a:p>
            <a:r>
              <a:rPr lang="en-US" dirty="0"/>
              <a:t>Slide Title</a:t>
            </a:r>
            <a:br>
              <a:rPr lang="en-US" dirty="0"/>
            </a:br>
            <a:endParaRPr lang="en-US" dirty="0"/>
          </a:p>
        </p:txBody>
      </p:sp>
      <p:sp>
        <p:nvSpPr>
          <p:cNvPr id="3" name="Text Placeholder 2"/>
          <p:cNvSpPr>
            <a:spLocks noGrp="1"/>
          </p:cNvSpPr>
          <p:nvPr>
            <p:ph type="body" idx="1"/>
          </p:nvPr>
        </p:nvSpPr>
        <p:spPr>
          <a:xfrm>
            <a:off x="476843" y="1825625"/>
            <a:ext cx="11241915" cy="4351338"/>
          </a:xfrm>
          <a:prstGeom prst="rect">
            <a:avLst/>
          </a:prstGeom>
        </p:spPr>
        <p:txBody>
          <a:bodyPr vert="horz" lIns="91440" tIns="45720" rIns="91440" bIns="45720" rtlCol="0">
            <a:noAutofit/>
          </a:bodyPr>
          <a:lstStyle/>
          <a:p>
            <a:pPr lvl="0"/>
            <a:r>
              <a:rPr lang="en-US" dirty="0"/>
              <a:t>First Level</a:t>
            </a:r>
          </a:p>
          <a:p>
            <a:pPr lvl="1"/>
            <a:r>
              <a:rPr lang="en-US" dirty="0"/>
              <a:t>Second level</a:t>
            </a:r>
          </a:p>
          <a:p>
            <a:pPr lvl="2"/>
            <a:r>
              <a:rPr lang="en-US" dirty="0"/>
              <a:t>Third level</a:t>
            </a:r>
          </a:p>
          <a:p>
            <a:pPr lvl="3"/>
            <a:r>
              <a:rPr lang="en-US" dirty="0"/>
              <a:t>Fourth Level</a:t>
            </a:r>
          </a:p>
        </p:txBody>
      </p:sp>
      <p:sp>
        <p:nvSpPr>
          <p:cNvPr id="8" name="Copyright">
            <a:extLst>
              <a:ext uri="{FF2B5EF4-FFF2-40B4-BE49-F238E27FC236}">
                <a16:creationId xmlns:a16="http://schemas.microsoft.com/office/drawing/2014/main" id="{0E6636BF-D3CC-4DFC-A057-41CF18719446}"/>
              </a:ext>
              <a:ext uri="{C183D7F6-B498-43B3-948B-1728B52AA6E4}">
                <adec:decorative xmlns:adec="http://schemas.microsoft.com/office/drawing/2017/decorative" val="1"/>
              </a:ext>
            </a:extLst>
          </p:cNvPr>
          <p:cNvSpPr txBox="1"/>
          <p:nvPr userDrawn="1"/>
        </p:nvSpPr>
        <p:spPr>
          <a:xfrm>
            <a:off x="2103120" y="6314136"/>
            <a:ext cx="7617350" cy="261610"/>
          </a:xfrm>
          <a:prstGeom prst="rect">
            <a:avLst/>
          </a:prstGeom>
          <a:noFill/>
        </p:spPr>
        <p:txBody>
          <a:bodyPr wrap="square" rtlCol="0">
            <a:spAutoFit/>
          </a:bodyPr>
          <a:lstStyle/>
          <a:p>
            <a:r>
              <a:rPr lang="en-US" sz="1100">
                <a:solidFill>
                  <a:schemeClr val="bg1"/>
                </a:solidFill>
                <a:latin typeface="+mn-lt"/>
              </a:rPr>
              <a:t>.</a:t>
            </a:r>
            <a:endParaRPr lang="en-US" sz="1100" dirty="0">
              <a:solidFill>
                <a:schemeClr val="bg1"/>
              </a:solidFill>
              <a:latin typeface="+mn-lt"/>
            </a:endParaRPr>
          </a:p>
        </p:txBody>
      </p:sp>
      <p:sp>
        <p:nvSpPr>
          <p:cNvPr id="7" name="Slide Number Placeholder 5">
            <a:extLst>
              <a:ext uri="{FF2B5EF4-FFF2-40B4-BE49-F238E27FC236}">
                <a16:creationId xmlns:a16="http://schemas.microsoft.com/office/drawing/2014/main" id="{DF3CEB08-7511-4ACD-A0D7-6D08EF1B42A9}"/>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4"/>
    </p:custDataLst>
    <p:extLst>
      <p:ext uri="{BB962C8B-B14F-4D97-AF65-F5344CB8AC3E}">
        <p14:creationId xmlns:p14="http://schemas.microsoft.com/office/powerpoint/2010/main" val="682046013"/>
      </p:ext>
    </p:extLst>
  </p:cSld>
  <p:clrMap bg1="lt1" tx1="dk1" bg2="lt2" tx2="dk2" accent1="accent1" accent2="accent2" accent3="accent3" accent4="accent4" accent5="accent5" accent6="accent6" hlink="hlink" folHlink="folHlink"/>
  <p:sldLayoutIdLst>
    <p:sldLayoutId id="2147483765" r:id="rId1"/>
    <p:sldLayoutId id="2147483763" r:id="rId2"/>
    <p:sldLayoutId id="2147483753" r:id="rId3"/>
    <p:sldLayoutId id="2147483728" r:id="rId4"/>
    <p:sldLayoutId id="2147483736" r:id="rId5"/>
    <p:sldLayoutId id="2147483729" r:id="rId6"/>
    <p:sldLayoutId id="2147483760" r:id="rId7"/>
    <p:sldLayoutId id="2147483730" r:id="rId8"/>
    <p:sldLayoutId id="2147483732" r:id="rId9"/>
    <p:sldLayoutId id="2147483761" r:id="rId10"/>
    <p:sldLayoutId id="2147483737" r:id="rId11"/>
    <p:sldLayoutId id="2147483762" r:id="rId12"/>
  </p:sldLayoutIdLst>
  <p:hf hdr="0" ftr="0" dt="0"/>
  <p:txStyles>
    <p:titleStyle>
      <a:lvl1pPr algn="ctr"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800"/>
        </a:spcAft>
        <a:buClr>
          <a:schemeClr val="tx1"/>
        </a:buClr>
        <a:buSzPct val="80000"/>
        <a:buFont typeface="Wingdings" panose="05000000000000000000" pitchFamily="2" charset="2"/>
        <a:buChar char="§"/>
        <a:defRPr sz="2400" b="0" kern="1200">
          <a:solidFill>
            <a:schemeClr val="tx1"/>
          </a:solidFill>
          <a:latin typeface="+mn-lt"/>
          <a:ea typeface="+mn-ea"/>
          <a:cs typeface="+mn-cs"/>
        </a:defRPr>
      </a:lvl3pPr>
      <a:lvl4pPr marL="1714500" indent="-342900" algn="l" defTabSz="914400" rtl="0" eaLnBrk="1" latinLnBrk="0" hangingPunct="1">
        <a:lnSpc>
          <a:spcPct val="90000"/>
        </a:lnSpc>
        <a:spcBef>
          <a:spcPts val="500"/>
        </a:spcBef>
        <a:buClr>
          <a:schemeClr val="tx1"/>
        </a:buClr>
        <a:buSzPct val="100000"/>
        <a:buFont typeface="Arial" panose="020B0604020202020204" pitchFamily="34" charset="0"/>
        <a:buChar char="•"/>
        <a:defRPr sz="24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6.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hyperlink" Target="https://www.yout-ube.com/watch?v=gzVe_GnbifI" TargetMode="Externa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hyperlink" Target="https://www.yout-ube.com/watch?v=P_188oMgfuQ"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1966DE8-7575-4696-B84F-B4DD0C822D6A}"/>
              </a:ext>
            </a:extLst>
          </p:cNvPr>
          <p:cNvSpPr>
            <a:spLocks noGrp="1"/>
          </p:cNvSpPr>
          <p:nvPr>
            <p:ph type="ctrTitle"/>
          </p:nvPr>
        </p:nvSpPr>
        <p:spPr/>
        <p:txBody>
          <a:bodyPr/>
          <a:lstStyle/>
          <a:p>
            <a:r>
              <a:rPr lang="en-US" dirty="0"/>
              <a:t>Guide to Networking Essentials, 9e</a:t>
            </a:r>
          </a:p>
        </p:txBody>
      </p:sp>
      <p:sp>
        <p:nvSpPr>
          <p:cNvPr id="4" name="Subtitle 3">
            <a:extLst>
              <a:ext uri="{FF2B5EF4-FFF2-40B4-BE49-F238E27FC236}">
                <a16:creationId xmlns:a16="http://schemas.microsoft.com/office/drawing/2014/main" id="{81DDBEBE-99BA-45B9-B4E5-D18D90F7A983}"/>
              </a:ext>
            </a:extLst>
          </p:cNvPr>
          <p:cNvSpPr>
            <a:spLocks noGrp="1"/>
          </p:cNvSpPr>
          <p:nvPr>
            <p:ph type="subTitle" idx="1"/>
          </p:nvPr>
        </p:nvSpPr>
        <p:spPr/>
        <p:txBody>
          <a:bodyPr/>
          <a:lstStyle/>
          <a:p>
            <a:r>
              <a:rPr lang="en-US" dirty="0"/>
              <a:t>Chapter 4: Network Media</a:t>
            </a:r>
          </a:p>
        </p:txBody>
      </p:sp>
      <p:sp>
        <p:nvSpPr>
          <p:cNvPr id="6" name="Copyright">
            <a:extLst>
              <a:ext uri="{FF2B5EF4-FFF2-40B4-BE49-F238E27FC236}">
                <a16:creationId xmlns:a16="http://schemas.microsoft.com/office/drawing/2014/main" id="{8CA6B67B-9490-477D-A112-06C22B6F8640}"/>
              </a:ext>
              <a:ext uri="{C183D7F6-B498-43B3-948B-1728B52AA6E4}">
                <adec:decorative xmlns:adec="http://schemas.microsoft.com/office/drawing/2017/decorative" val="1"/>
              </a:ext>
            </a:extLst>
          </p:cNvPr>
          <p:cNvSpPr txBox="1"/>
          <p:nvPr/>
        </p:nvSpPr>
        <p:spPr>
          <a:xfrm>
            <a:off x="2103120" y="6410588"/>
            <a:ext cx="7003302" cy="261610"/>
          </a:xfrm>
          <a:prstGeom prst="rect">
            <a:avLst/>
          </a:prstGeom>
          <a:noFill/>
        </p:spPr>
        <p:txBody>
          <a:bodyPr wrap="square" rtlCol="0">
            <a:spAutoFit/>
          </a:bodyPr>
          <a:lstStyle/>
          <a:p>
            <a:r>
              <a:rPr lang="en-US" sz="1100">
                <a:solidFill>
                  <a:schemeClr val="bg1"/>
                </a:solidFill>
                <a:latin typeface="+mn-lt"/>
              </a:rPr>
              <a:t>.</a:t>
            </a:r>
            <a:endParaRPr lang="en-US" sz="1100" dirty="0">
              <a:solidFill>
                <a:schemeClr val="bg1"/>
              </a:solidFill>
              <a:latin typeface="+mn-lt"/>
            </a:endParaRPr>
          </a:p>
        </p:txBody>
      </p:sp>
      <p:sp>
        <p:nvSpPr>
          <p:cNvPr id="16"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3739356" y="808037"/>
            <a:ext cx="4713288" cy="5241925"/>
          </a:xfrm>
          <a:prstGeom prst="rect">
            <a:avLst/>
          </a:prstGeom>
        </p:spPr>
        <p:txBody>
          <a:bodyPr vert="horz" lIns="91440" tIns="45720" rIns="91440" bIns="45720" rtlCol="0">
            <a:noAutofit/>
          </a:bodyPr>
          <a:lstStyle/>
          <a:p>
            <a:endParaRPr lang="en-US" dirty="0"/>
          </a:p>
        </p:txBody>
      </p:sp>
      <p:sp>
        <p:nvSpPr>
          <p:cNvPr id="17"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441278" y="551591"/>
            <a:ext cx="4713288" cy="5241925"/>
          </a:xfrm>
          <a:prstGeom prst="rect">
            <a:avLst/>
          </a:prstGeom>
        </p:spPr>
        <p:txBody>
          <a:bodyPr vert="horz" lIns="91440" tIns="45720" rIns="91440" bIns="45720" rtlCol="0">
            <a:noAutofit/>
          </a:bodyPr>
          <a:lstStyle/>
          <a:p>
            <a:endParaRPr lang="en-US" dirty="0"/>
          </a:p>
        </p:txBody>
      </p:sp>
      <p:sp>
        <p:nvSpPr>
          <p:cNvPr id="19"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562929" y="815765"/>
            <a:ext cx="4713288" cy="5241925"/>
          </a:xfrm>
          <a:prstGeom prst="rect">
            <a:avLst/>
          </a:prstGeom>
        </p:spPr>
        <p:txBody>
          <a:bodyPr vert="horz" lIns="91440" tIns="45720" rIns="91440" bIns="45720" rtlCol="0">
            <a:noAutofit/>
          </a:bodyPr>
          <a:lstStyle/>
          <a:p>
            <a:endParaRPr lang="en-US" dirty="0"/>
          </a:p>
        </p:txBody>
      </p:sp>
      <p:pic>
        <p:nvPicPr>
          <p:cNvPr id="5" name="Picture 4" descr="A cover of Guide to Networking Essentials, 9e">
            <a:extLst>
              <a:ext uri="{FF2B5EF4-FFF2-40B4-BE49-F238E27FC236}">
                <a16:creationId xmlns:a16="http://schemas.microsoft.com/office/drawing/2014/main" id="{4016AA1D-9ECB-153D-5B6A-9663DB52416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97487" y="673491"/>
            <a:ext cx="4004079" cy="5127753"/>
          </a:xfrm>
          <a:prstGeom prst="rect">
            <a:avLst/>
          </a:prstGeom>
        </p:spPr>
      </p:pic>
    </p:spTree>
    <p:custDataLst>
      <p:tags r:id="rId1"/>
    </p:custDataLst>
    <p:extLst>
      <p:ext uri="{BB962C8B-B14F-4D97-AF65-F5344CB8AC3E}">
        <p14:creationId xmlns:p14="http://schemas.microsoft.com/office/powerpoint/2010/main" val="2293288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2ADF6-643B-423B-BFFA-CEBACE66A152}"/>
              </a:ext>
            </a:extLst>
          </p:cNvPr>
          <p:cNvSpPr>
            <a:spLocks noGrp="1"/>
          </p:cNvSpPr>
          <p:nvPr>
            <p:ph type="title"/>
          </p:nvPr>
        </p:nvSpPr>
        <p:spPr/>
        <p:txBody>
          <a:bodyPr/>
          <a:lstStyle/>
          <a:p>
            <a:r>
              <a:rPr lang="en-US" dirty="0"/>
              <a:t>Chapter Objectives</a:t>
            </a:r>
          </a:p>
        </p:txBody>
      </p:sp>
      <p:sp>
        <p:nvSpPr>
          <p:cNvPr id="3" name="Content Placeholder 2">
            <a:extLst>
              <a:ext uri="{FF2B5EF4-FFF2-40B4-BE49-F238E27FC236}">
                <a16:creationId xmlns:a16="http://schemas.microsoft.com/office/drawing/2014/main" id="{5654B1CF-B9D3-4962-AD19-D9C1AB18881D}"/>
              </a:ext>
            </a:extLst>
          </p:cNvPr>
          <p:cNvSpPr>
            <a:spLocks noGrp="1"/>
          </p:cNvSpPr>
          <p:nvPr>
            <p:ph idx="1"/>
          </p:nvPr>
        </p:nvSpPr>
        <p:spPr>
          <a:xfrm>
            <a:off x="852616" y="1507524"/>
            <a:ext cx="10866142" cy="4669439"/>
          </a:xfrm>
        </p:spPr>
        <p:txBody>
          <a:bodyPr/>
          <a:lstStyle/>
          <a:p>
            <a:pPr marL="0" indent="0">
              <a:buNone/>
            </a:pPr>
            <a:r>
              <a:rPr lang="en-US" dirty="0"/>
              <a:t>By the end of this chapter, you should be able to:</a:t>
            </a:r>
          </a:p>
          <a:p>
            <a:pPr marL="457200" indent="-457200">
              <a:buFont typeface="+mj-lt"/>
              <a:buAutoNum type="arabicPeriod"/>
            </a:pPr>
            <a:r>
              <a:rPr lang="en-US" altLang="zh-CN" dirty="0"/>
              <a:t>Define the </a:t>
            </a:r>
            <a:r>
              <a:rPr lang="en-US" altLang="zh-CN" b="1" dirty="0"/>
              <a:t>primary cable types </a:t>
            </a:r>
            <a:r>
              <a:rPr lang="en-US" altLang="zh-CN" dirty="0"/>
              <a:t>used in copper network cabling</a:t>
            </a:r>
          </a:p>
          <a:p>
            <a:pPr marL="457200" indent="-457200">
              <a:buFont typeface="+mj-lt"/>
              <a:buAutoNum type="arabicPeriod"/>
            </a:pPr>
            <a:r>
              <a:rPr lang="en-US" altLang="zh-CN" dirty="0"/>
              <a:t>Describe the characteristics of the </a:t>
            </a:r>
            <a:r>
              <a:rPr lang="en-US" altLang="zh-CN" b="1" dirty="0"/>
              <a:t>major types of fiber-optic network cabling</a:t>
            </a:r>
          </a:p>
          <a:p>
            <a:pPr marL="457200" indent="-457200">
              <a:buFont typeface="+mj-lt"/>
              <a:buAutoNum type="arabicPeriod"/>
            </a:pPr>
            <a:r>
              <a:rPr lang="en-US" altLang="zh-CN" dirty="0"/>
              <a:t>Explain the technologies used for </a:t>
            </a:r>
            <a:r>
              <a:rPr lang="en-US" altLang="zh-CN" b="1" dirty="0"/>
              <a:t>wireless networking</a:t>
            </a:r>
          </a:p>
          <a:p>
            <a:pPr marL="457200" indent="-457200">
              <a:buFont typeface="+mj-lt"/>
              <a:buAutoNum type="arabicPeriod"/>
            </a:pPr>
            <a:r>
              <a:rPr lang="en-US" altLang="zh-CN" dirty="0"/>
              <a:t>Select the </a:t>
            </a:r>
            <a:r>
              <a:rPr lang="en-US" altLang="zh-CN" b="1" dirty="0"/>
              <a:t>proper media </a:t>
            </a:r>
            <a:r>
              <a:rPr lang="en-US" altLang="zh-CN" dirty="0"/>
              <a:t>for a given application</a:t>
            </a:r>
          </a:p>
        </p:txBody>
      </p:sp>
    </p:spTree>
    <p:extLst>
      <p:ext uri="{BB962C8B-B14F-4D97-AF65-F5344CB8AC3E}">
        <p14:creationId xmlns:p14="http://schemas.microsoft.com/office/powerpoint/2010/main" val="3724899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AB6FC-A9D4-A2B1-0B98-549647D2FCEB}"/>
              </a:ext>
            </a:extLst>
          </p:cNvPr>
          <p:cNvSpPr>
            <a:spLocks noGrp="1"/>
          </p:cNvSpPr>
          <p:nvPr>
            <p:ph type="title"/>
          </p:nvPr>
        </p:nvSpPr>
        <p:spPr/>
        <p:txBody>
          <a:bodyPr/>
          <a:lstStyle/>
          <a:p>
            <a:r>
              <a:rPr lang="en-US" dirty="0"/>
              <a:t>Criteria for Choosing Network Media </a:t>
            </a:r>
            <a:r>
              <a:rPr lang="en-US" sz="2800" dirty="0"/>
              <a:t>(1 of 5)</a:t>
            </a:r>
          </a:p>
        </p:txBody>
      </p:sp>
      <p:sp>
        <p:nvSpPr>
          <p:cNvPr id="3" name="Content Placeholder 2">
            <a:extLst>
              <a:ext uri="{FF2B5EF4-FFF2-40B4-BE49-F238E27FC236}">
                <a16:creationId xmlns:a16="http://schemas.microsoft.com/office/drawing/2014/main" id="{08BAFAD1-FC8D-41C6-9418-B8C1C890DA10}"/>
              </a:ext>
            </a:extLst>
          </p:cNvPr>
          <p:cNvSpPr>
            <a:spLocks noGrp="1"/>
          </p:cNvSpPr>
          <p:nvPr>
            <p:ph idx="1"/>
          </p:nvPr>
        </p:nvSpPr>
        <p:spPr>
          <a:xfrm>
            <a:off x="476843" y="1253331"/>
            <a:ext cx="11241915" cy="4351338"/>
          </a:xfrm>
        </p:spPr>
        <p:txBody>
          <a:bodyPr/>
          <a:lstStyle/>
          <a:p>
            <a:r>
              <a:rPr lang="en-US" b="1" dirty="0"/>
              <a:t>Bandwidth Rating</a:t>
            </a:r>
          </a:p>
          <a:p>
            <a:pPr lvl="1"/>
            <a:r>
              <a:rPr lang="en-US" sz="2200" dirty="0"/>
              <a:t>Bandwidth is the </a:t>
            </a:r>
            <a:r>
              <a:rPr lang="en-US" sz="2200" b="1" dirty="0"/>
              <a:t>number of bits per second </a:t>
            </a:r>
            <a:r>
              <a:rPr lang="en-US" sz="2200" dirty="0"/>
              <a:t>that can be transmitted across a medium</a:t>
            </a:r>
          </a:p>
          <a:p>
            <a:pPr lvl="1"/>
            <a:r>
              <a:rPr lang="en-US" sz="2200" dirty="0"/>
              <a:t>A factor determining bandwidth is how bit signals are represented on the medium (called </a:t>
            </a:r>
            <a:r>
              <a:rPr lang="en-US" sz="2200" b="1" dirty="0"/>
              <a:t>encoding</a:t>
            </a:r>
            <a:r>
              <a:rPr lang="en-US" sz="2200" dirty="0"/>
              <a:t>)</a:t>
            </a:r>
          </a:p>
          <a:p>
            <a:pPr lvl="1"/>
            <a:r>
              <a:rPr lang="en-US" sz="2200" dirty="0"/>
              <a:t>When possible, choose a cabling category that’s compatible with the standard you want to implement now but will support growth and faster speeds</a:t>
            </a:r>
          </a:p>
          <a:p>
            <a:endParaRPr lang="en-US" dirty="0"/>
          </a:p>
        </p:txBody>
      </p:sp>
    </p:spTree>
    <p:extLst>
      <p:ext uri="{BB962C8B-B14F-4D97-AF65-F5344CB8AC3E}">
        <p14:creationId xmlns:p14="http://schemas.microsoft.com/office/powerpoint/2010/main" val="19995477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DFFE7-4509-428B-7B39-ECE32CAAA6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9C8AEB-3ABB-FC26-3E01-D322D47DB597}"/>
              </a:ext>
            </a:extLst>
          </p:cNvPr>
          <p:cNvSpPr>
            <a:spLocks noGrp="1"/>
          </p:cNvSpPr>
          <p:nvPr>
            <p:ph type="title"/>
          </p:nvPr>
        </p:nvSpPr>
        <p:spPr/>
        <p:txBody>
          <a:bodyPr/>
          <a:lstStyle/>
          <a:p>
            <a:r>
              <a:rPr lang="en-US" dirty="0"/>
              <a:t>Criteria for Choosing Network Media </a:t>
            </a:r>
            <a:r>
              <a:rPr lang="en-US" sz="2800" dirty="0"/>
              <a:t>(2 of 5)</a:t>
            </a:r>
          </a:p>
        </p:txBody>
      </p:sp>
      <p:sp>
        <p:nvSpPr>
          <p:cNvPr id="3" name="Content Placeholder 2">
            <a:extLst>
              <a:ext uri="{FF2B5EF4-FFF2-40B4-BE49-F238E27FC236}">
                <a16:creationId xmlns:a16="http://schemas.microsoft.com/office/drawing/2014/main" id="{63454D3F-E49C-E627-B3EE-92058F7113EE}"/>
              </a:ext>
            </a:extLst>
          </p:cNvPr>
          <p:cNvSpPr>
            <a:spLocks noGrp="1"/>
          </p:cNvSpPr>
          <p:nvPr>
            <p:ph idx="1"/>
          </p:nvPr>
        </p:nvSpPr>
        <p:spPr/>
        <p:txBody>
          <a:bodyPr/>
          <a:lstStyle/>
          <a:p>
            <a:r>
              <a:rPr lang="en-US" dirty="0"/>
              <a:t>Maximum Segment Length </a:t>
            </a:r>
          </a:p>
          <a:p>
            <a:pPr lvl="1"/>
            <a:r>
              <a:rPr lang="en-US" sz="2200" dirty="0"/>
              <a:t>A </a:t>
            </a:r>
            <a:r>
              <a:rPr lang="en-US" sz="2200" b="1" dirty="0"/>
              <a:t>cable segment </a:t>
            </a:r>
            <a:r>
              <a:rPr lang="en-US" sz="2200" dirty="0"/>
              <a:t>is a length of cable between two network devices</a:t>
            </a:r>
          </a:p>
          <a:p>
            <a:pPr lvl="1"/>
            <a:r>
              <a:rPr lang="en-US" sz="2200" dirty="0"/>
              <a:t>Intermediate passive devices, such as wall jacks, are considered part of the total segment length</a:t>
            </a:r>
          </a:p>
          <a:p>
            <a:pPr lvl="1"/>
            <a:r>
              <a:rPr lang="en-US" sz="2200" dirty="0"/>
              <a:t>Each cable type can transport data only so far before its signals begin to weaken beyond what can be read by a receiving device (called attenuation)</a:t>
            </a:r>
          </a:p>
          <a:p>
            <a:endParaRPr lang="en-US" dirty="0"/>
          </a:p>
        </p:txBody>
      </p:sp>
    </p:spTree>
    <p:extLst>
      <p:ext uri="{BB962C8B-B14F-4D97-AF65-F5344CB8AC3E}">
        <p14:creationId xmlns:p14="http://schemas.microsoft.com/office/powerpoint/2010/main" val="2868190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E805F-96F7-FAC8-086E-2B0015738B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52E364-A014-B00B-FC5E-3D6CD1D79C6B}"/>
              </a:ext>
            </a:extLst>
          </p:cNvPr>
          <p:cNvSpPr>
            <a:spLocks noGrp="1"/>
          </p:cNvSpPr>
          <p:nvPr>
            <p:ph type="title"/>
          </p:nvPr>
        </p:nvSpPr>
        <p:spPr/>
        <p:txBody>
          <a:bodyPr/>
          <a:lstStyle/>
          <a:p>
            <a:r>
              <a:rPr lang="en-US" dirty="0"/>
              <a:t>Criteria for Choosing Network Media </a:t>
            </a:r>
            <a:r>
              <a:rPr lang="en-US" sz="2800" dirty="0"/>
              <a:t>(3 of 5)</a:t>
            </a:r>
          </a:p>
        </p:txBody>
      </p:sp>
      <p:sp>
        <p:nvSpPr>
          <p:cNvPr id="3" name="Content Placeholder 2">
            <a:extLst>
              <a:ext uri="{FF2B5EF4-FFF2-40B4-BE49-F238E27FC236}">
                <a16:creationId xmlns:a16="http://schemas.microsoft.com/office/drawing/2014/main" id="{43A6CCB7-1238-BD01-227D-E6FD0766B633}"/>
              </a:ext>
            </a:extLst>
          </p:cNvPr>
          <p:cNvSpPr>
            <a:spLocks noGrp="1"/>
          </p:cNvSpPr>
          <p:nvPr>
            <p:ph idx="1"/>
          </p:nvPr>
        </p:nvSpPr>
        <p:spPr>
          <a:xfrm>
            <a:off x="476843" y="1708065"/>
            <a:ext cx="11241915" cy="4351338"/>
          </a:xfrm>
        </p:spPr>
        <p:txBody>
          <a:bodyPr/>
          <a:lstStyle/>
          <a:p>
            <a:r>
              <a:rPr lang="en-US" dirty="0"/>
              <a:t>Interference to electrical signals on copper media comes in the form of </a:t>
            </a:r>
            <a:r>
              <a:rPr lang="en-US" b="1" dirty="0"/>
              <a:t>electromagnetic interference </a:t>
            </a:r>
            <a:r>
              <a:rPr lang="en-US" dirty="0"/>
              <a:t>(</a:t>
            </a:r>
            <a:r>
              <a:rPr lang="en-US" b="1" dirty="0"/>
              <a:t>EMI</a:t>
            </a:r>
            <a:r>
              <a:rPr lang="en-US" dirty="0"/>
              <a:t>) and </a:t>
            </a:r>
            <a:r>
              <a:rPr lang="en-US" b="1" dirty="0"/>
              <a:t>radio frequency interference </a:t>
            </a:r>
            <a:r>
              <a:rPr lang="en-US" dirty="0"/>
              <a:t>(</a:t>
            </a:r>
            <a:r>
              <a:rPr lang="en-US" b="1" dirty="0"/>
              <a:t>RFI</a:t>
            </a:r>
            <a:r>
              <a:rPr lang="en-US" dirty="0"/>
              <a:t>)</a:t>
            </a:r>
          </a:p>
          <a:p>
            <a:pPr lvl="1"/>
            <a:r>
              <a:rPr lang="en-US" sz="2200" dirty="0"/>
              <a:t>Motors, transformers, fluorescent lights and other sources of intense electrical activity can emit both EMI and RFI.</a:t>
            </a:r>
          </a:p>
          <a:p>
            <a:pPr lvl="1"/>
            <a:r>
              <a:rPr lang="en-US" sz="2200" dirty="0"/>
              <a:t>RFI can also affect wireless networks</a:t>
            </a:r>
          </a:p>
          <a:p>
            <a:pPr lvl="1"/>
            <a:r>
              <a:rPr lang="en-US" sz="2200" b="1" dirty="0"/>
              <a:t>Crosstalk</a:t>
            </a:r>
            <a:r>
              <a:rPr lang="en-US" sz="2200" dirty="0"/>
              <a:t> is interference one wire generates on another wire when both wires are in a bundle</a:t>
            </a:r>
          </a:p>
          <a:p>
            <a:pPr lvl="1"/>
            <a:r>
              <a:rPr lang="en-US" sz="2200" dirty="0"/>
              <a:t>Copper wire is susceptible to electronic eavesdropping</a:t>
            </a:r>
          </a:p>
          <a:p>
            <a:pPr lvl="1"/>
            <a:r>
              <a:rPr lang="en-US" sz="2200" dirty="0"/>
              <a:t>Fiber-optic media carries light signals and is not susceptible to EMI</a:t>
            </a:r>
            <a:endParaRPr lang="en-US" dirty="0"/>
          </a:p>
        </p:txBody>
      </p:sp>
    </p:spTree>
    <p:extLst>
      <p:ext uri="{BB962C8B-B14F-4D97-AF65-F5344CB8AC3E}">
        <p14:creationId xmlns:p14="http://schemas.microsoft.com/office/powerpoint/2010/main" val="1868171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2F704-7730-7C73-556C-F8DCEE49B5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C4FD80-DE0D-AB64-1791-718395F4DF19}"/>
              </a:ext>
            </a:extLst>
          </p:cNvPr>
          <p:cNvSpPr>
            <a:spLocks noGrp="1"/>
          </p:cNvSpPr>
          <p:nvPr>
            <p:ph type="title"/>
          </p:nvPr>
        </p:nvSpPr>
        <p:spPr/>
        <p:txBody>
          <a:bodyPr/>
          <a:lstStyle/>
          <a:p>
            <a:r>
              <a:rPr lang="en-US" dirty="0"/>
              <a:t>Criteria for Choosing Network Media </a:t>
            </a:r>
            <a:r>
              <a:rPr lang="en-US" sz="2800" dirty="0"/>
              <a:t>(4 of 5)</a:t>
            </a:r>
          </a:p>
        </p:txBody>
      </p:sp>
      <p:sp>
        <p:nvSpPr>
          <p:cNvPr id="3" name="Content Placeholder 2">
            <a:extLst>
              <a:ext uri="{FF2B5EF4-FFF2-40B4-BE49-F238E27FC236}">
                <a16:creationId xmlns:a16="http://schemas.microsoft.com/office/drawing/2014/main" id="{39C37743-C844-5763-E058-C1C92600B7FD}"/>
              </a:ext>
            </a:extLst>
          </p:cNvPr>
          <p:cNvSpPr>
            <a:spLocks noGrp="1"/>
          </p:cNvSpPr>
          <p:nvPr>
            <p:ph idx="1"/>
          </p:nvPr>
        </p:nvSpPr>
        <p:spPr>
          <a:xfrm>
            <a:off x="476843" y="1485644"/>
            <a:ext cx="11241915" cy="4351338"/>
          </a:xfrm>
        </p:spPr>
        <p:txBody>
          <a:bodyPr/>
          <a:lstStyle/>
          <a:p>
            <a:r>
              <a:rPr lang="en-US" dirty="0"/>
              <a:t>Cable Grade</a:t>
            </a:r>
          </a:p>
          <a:p>
            <a:pPr lvl="1"/>
            <a:r>
              <a:rPr lang="en-US" sz="2200" dirty="0"/>
              <a:t>Cables ran between a false ceiling and the true ceiling (plenum) must be </a:t>
            </a:r>
            <a:r>
              <a:rPr lang="en-US" sz="2200" b="1" dirty="0"/>
              <a:t>plenum-rated</a:t>
            </a:r>
          </a:p>
          <a:p>
            <a:pPr lvl="1"/>
            <a:r>
              <a:rPr lang="en-US" sz="2200" dirty="0"/>
              <a:t>UTP cabling is marked as communications riser (CMR) or communications plenum (CMP)</a:t>
            </a:r>
          </a:p>
          <a:p>
            <a:pPr lvl="1"/>
            <a:r>
              <a:rPr lang="en-US" sz="2200" dirty="0"/>
              <a:t>CMR can only be used for building risers or in cable trays and CMP is suitable for use in plenum spaces</a:t>
            </a:r>
          </a:p>
          <a:p>
            <a:r>
              <a:rPr lang="en-US" dirty="0"/>
              <a:t>Connection Hardware</a:t>
            </a:r>
          </a:p>
          <a:p>
            <a:pPr lvl="1"/>
            <a:r>
              <a:rPr lang="en-US" sz="2200" dirty="0"/>
              <a:t>Every type of cable has connectors that influence the kinds of hardware the cable can connect to</a:t>
            </a:r>
          </a:p>
        </p:txBody>
      </p:sp>
    </p:spTree>
    <p:extLst>
      <p:ext uri="{BB962C8B-B14F-4D97-AF65-F5344CB8AC3E}">
        <p14:creationId xmlns:p14="http://schemas.microsoft.com/office/powerpoint/2010/main" val="2863490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546F1-1C2B-72C3-5736-30BA5924F8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147653-800F-F2FD-7AC8-897F6387072D}"/>
              </a:ext>
            </a:extLst>
          </p:cNvPr>
          <p:cNvSpPr>
            <a:spLocks noGrp="1"/>
          </p:cNvSpPr>
          <p:nvPr>
            <p:ph type="title"/>
          </p:nvPr>
        </p:nvSpPr>
        <p:spPr/>
        <p:txBody>
          <a:bodyPr/>
          <a:lstStyle/>
          <a:p>
            <a:r>
              <a:rPr lang="en-US" dirty="0"/>
              <a:t>Criteria for Choosing Network Media </a:t>
            </a:r>
            <a:r>
              <a:rPr lang="en-US" sz="2800" dirty="0"/>
              <a:t>(5 of 5)</a:t>
            </a:r>
          </a:p>
        </p:txBody>
      </p:sp>
      <p:sp>
        <p:nvSpPr>
          <p:cNvPr id="3" name="Content Placeholder 2">
            <a:extLst>
              <a:ext uri="{FF2B5EF4-FFF2-40B4-BE49-F238E27FC236}">
                <a16:creationId xmlns:a16="http://schemas.microsoft.com/office/drawing/2014/main" id="{4CDE6CB2-2312-AEDC-461E-9E90235599BB}"/>
              </a:ext>
            </a:extLst>
          </p:cNvPr>
          <p:cNvSpPr>
            <a:spLocks noGrp="1"/>
          </p:cNvSpPr>
          <p:nvPr>
            <p:ph idx="1"/>
          </p:nvPr>
        </p:nvSpPr>
        <p:spPr>
          <a:xfrm>
            <a:off x="1359243" y="1458097"/>
            <a:ext cx="10174163" cy="4218246"/>
          </a:xfrm>
        </p:spPr>
        <p:txBody>
          <a:bodyPr/>
          <a:lstStyle/>
          <a:p>
            <a:r>
              <a:rPr lang="en-US" dirty="0"/>
              <a:t>Other Media Considerations</a:t>
            </a:r>
          </a:p>
          <a:p>
            <a:pPr lvl="1"/>
            <a:r>
              <a:rPr lang="en-US" dirty="0"/>
              <a:t>Ease of installation </a:t>
            </a:r>
          </a:p>
          <a:p>
            <a:pPr lvl="1"/>
            <a:r>
              <a:rPr lang="en-US" dirty="0"/>
              <a:t>Testability </a:t>
            </a:r>
          </a:p>
          <a:p>
            <a:pPr lvl="1"/>
            <a:r>
              <a:rPr lang="en-US" dirty="0"/>
              <a:t>Total cost</a:t>
            </a:r>
          </a:p>
        </p:txBody>
      </p:sp>
    </p:spTree>
    <p:extLst>
      <p:ext uri="{BB962C8B-B14F-4D97-AF65-F5344CB8AC3E}">
        <p14:creationId xmlns:p14="http://schemas.microsoft.com/office/powerpoint/2010/main" val="1436316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8708-2C79-0AD2-7F41-94BEA42CFFB1}"/>
              </a:ext>
            </a:extLst>
          </p:cNvPr>
          <p:cNvSpPr>
            <a:spLocks noGrp="1"/>
          </p:cNvSpPr>
          <p:nvPr>
            <p:ph type="title"/>
          </p:nvPr>
        </p:nvSpPr>
        <p:spPr/>
        <p:txBody>
          <a:bodyPr/>
          <a:lstStyle/>
          <a:p>
            <a:r>
              <a:rPr lang="en-US" dirty="0"/>
              <a:t>Coaxial and Twinax Cable</a:t>
            </a:r>
          </a:p>
        </p:txBody>
      </p:sp>
      <p:sp>
        <p:nvSpPr>
          <p:cNvPr id="3" name="Content Placeholder 2">
            <a:extLst>
              <a:ext uri="{FF2B5EF4-FFF2-40B4-BE49-F238E27FC236}">
                <a16:creationId xmlns:a16="http://schemas.microsoft.com/office/drawing/2014/main" id="{29B25C9E-6FA2-91D3-0327-37EF6AF995EC}"/>
              </a:ext>
            </a:extLst>
          </p:cNvPr>
          <p:cNvSpPr>
            <a:spLocks noGrp="1"/>
          </p:cNvSpPr>
          <p:nvPr>
            <p:ph idx="1"/>
          </p:nvPr>
        </p:nvSpPr>
        <p:spPr>
          <a:xfrm>
            <a:off x="476843" y="1393139"/>
            <a:ext cx="11241915" cy="4351338"/>
          </a:xfrm>
        </p:spPr>
        <p:txBody>
          <a:bodyPr/>
          <a:lstStyle/>
          <a:p>
            <a:r>
              <a:rPr lang="en-US" b="1" dirty="0"/>
              <a:t>Coaxial cable </a:t>
            </a:r>
            <a:r>
              <a:rPr lang="en-US" dirty="0"/>
              <a:t>is often called “</a:t>
            </a:r>
            <a:r>
              <a:rPr lang="en-US" b="1" dirty="0"/>
              <a:t>coax</a:t>
            </a:r>
            <a:r>
              <a:rPr lang="en-US" dirty="0"/>
              <a:t>” for short</a:t>
            </a:r>
          </a:p>
          <a:p>
            <a:pPr lvl="1"/>
            <a:r>
              <a:rPr lang="en-US" sz="2200" dirty="0"/>
              <a:t>It is inexpensive and easy to install, but started to phase out in the early 1990’s</a:t>
            </a:r>
          </a:p>
          <a:p>
            <a:r>
              <a:rPr lang="en-US" dirty="0"/>
              <a:t>Today, coaxial cable is used primarily in connecting a cable modem to the wall outlet your cable TV/Internet provider installs</a:t>
            </a:r>
          </a:p>
          <a:p>
            <a:r>
              <a:rPr lang="en-US" b="1" dirty="0"/>
              <a:t>Twinax</a:t>
            </a:r>
            <a:r>
              <a:rPr lang="en-US" dirty="0"/>
              <a:t> cable is used in high-speed connections over </a:t>
            </a:r>
            <a:r>
              <a:rPr lang="en-US" b="1" dirty="0"/>
              <a:t>short distances</a:t>
            </a:r>
          </a:p>
          <a:p>
            <a:pPr lvl="1"/>
            <a:r>
              <a:rPr lang="en-US" sz="2200" dirty="0"/>
              <a:t>It can support Ethernet speeds up to 100 Gbps at a maximum distance of 15 meters</a:t>
            </a:r>
          </a:p>
          <a:p>
            <a:pPr lvl="1"/>
            <a:r>
              <a:rPr lang="en-US" sz="2200" dirty="0"/>
              <a:t>Used in datacenters connecting storage devices and servers to switches</a:t>
            </a:r>
          </a:p>
        </p:txBody>
      </p:sp>
    </p:spTree>
    <p:extLst>
      <p:ext uri="{BB962C8B-B14F-4D97-AF65-F5344CB8AC3E}">
        <p14:creationId xmlns:p14="http://schemas.microsoft.com/office/powerpoint/2010/main" val="2572017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E06DB-5708-5611-F449-6F5FD74E1ECB}"/>
              </a:ext>
            </a:extLst>
          </p:cNvPr>
          <p:cNvSpPr>
            <a:spLocks noGrp="1"/>
          </p:cNvSpPr>
          <p:nvPr>
            <p:ph type="title"/>
          </p:nvPr>
        </p:nvSpPr>
        <p:spPr/>
        <p:txBody>
          <a:bodyPr/>
          <a:lstStyle/>
          <a:p>
            <a:r>
              <a:rPr lang="en-US" dirty="0"/>
              <a:t>Twisted-Pair Cable (1 of 9)</a:t>
            </a:r>
          </a:p>
        </p:txBody>
      </p:sp>
      <p:sp>
        <p:nvSpPr>
          <p:cNvPr id="3" name="Content Placeholder 2">
            <a:extLst>
              <a:ext uri="{FF2B5EF4-FFF2-40B4-BE49-F238E27FC236}">
                <a16:creationId xmlns:a16="http://schemas.microsoft.com/office/drawing/2014/main" id="{A8E9BF56-1785-3435-3C89-C2C6340574C1}"/>
              </a:ext>
            </a:extLst>
          </p:cNvPr>
          <p:cNvSpPr>
            <a:spLocks noGrp="1"/>
          </p:cNvSpPr>
          <p:nvPr>
            <p:ph idx="1"/>
          </p:nvPr>
        </p:nvSpPr>
        <p:spPr>
          <a:xfrm>
            <a:off x="476843" y="1357060"/>
            <a:ext cx="11241915" cy="4351338"/>
          </a:xfrm>
        </p:spPr>
        <p:txBody>
          <a:bodyPr/>
          <a:lstStyle/>
          <a:p>
            <a:r>
              <a:rPr lang="en-US" b="1" dirty="0"/>
              <a:t>Twisted-pair</a:t>
            </a:r>
            <a:r>
              <a:rPr lang="en-US" dirty="0"/>
              <a:t> (</a:t>
            </a:r>
            <a:r>
              <a:rPr lang="en-US" b="1" dirty="0"/>
              <a:t>TP</a:t>
            </a:r>
            <a:r>
              <a:rPr lang="en-US" dirty="0"/>
              <a:t>) cable comes in two types: unshielded and shielded (UTP and STP)</a:t>
            </a:r>
          </a:p>
          <a:p>
            <a:r>
              <a:rPr lang="en-US" dirty="0"/>
              <a:t>TP consists of one or more pairs of insulated strands of copper wires twisted around one another and housed in an outer jacket</a:t>
            </a:r>
          </a:p>
          <a:p>
            <a:pPr lvl="1"/>
            <a:r>
              <a:rPr lang="en-US" sz="2200" dirty="0"/>
              <a:t>Twists are necessary to improve resistance to crosstalk from wires and EMI from outside sources</a:t>
            </a:r>
          </a:p>
          <a:p>
            <a:pPr lvl="1"/>
            <a:r>
              <a:rPr lang="en-US" sz="2200" dirty="0"/>
              <a:t>The more twists per unit length, the better resistance to EMI and crosstalk</a:t>
            </a:r>
          </a:p>
          <a:p>
            <a:r>
              <a:rPr lang="en-US" dirty="0"/>
              <a:t>More expensive TP is twisted more than less expensive and provides a better pathway for higher bandwidth networks</a:t>
            </a:r>
          </a:p>
          <a:p>
            <a:endParaRPr lang="en-US" dirty="0"/>
          </a:p>
        </p:txBody>
      </p:sp>
    </p:spTree>
    <p:extLst>
      <p:ext uri="{BB962C8B-B14F-4D97-AF65-F5344CB8AC3E}">
        <p14:creationId xmlns:p14="http://schemas.microsoft.com/office/powerpoint/2010/main" val="1695144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p:txBody>
          <a:bodyPr/>
          <a:lstStyle/>
          <a:p>
            <a:r>
              <a:rPr lang="en-US" dirty="0"/>
              <a:t>Twisted-Pair Cable (2 of 9)</a:t>
            </a:r>
          </a:p>
        </p:txBody>
      </p:sp>
      <p:sp>
        <p:nvSpPr>
          <p:cNvPr id="5" name="TextBox 4">
            <a:extLst>
              <a:ext uri="{FF2B5EF4-FFF2-40B4-BE49-F238E27FC236}">
                <a16:creationId xmlns:a16="http://schemas.microsoft.com/office/drawing/2014/main" id="{7CB0BE92-E73F-42E9-B249-3B271B6E8AA4}"/>
              </a:ext>
            </a:extLst>
          </p:cNvPr>
          <p:cNvSpPr txBox="1"/>
          <p:nvPr/>
        </p:nvSpPr>
        <p:spPr>
          <a:xfrm>
            <a:off x="7315200" y="2857755"/>
            <a:ext cx="4294598" cy="830997"/>
          </a:xfrm>
          <a:prstGeom prst="rect">
            <a:avLst/>
          </a:prstGeom>
          <a:noFill/>
        </p:spPr>
        <p:txBody>
          <a:bodyPr wrap="square" rtlCol="0">
            <a:spAutoFit/>
          </a:bodyPr>
          <a:lstStyle/>
          <a:p>
            <a:r>
              <a:rPr lang="en-US" sz="2400" b="1" dirty="0">
                <a:latin typeface="Work Sans" pitchFamily="2" charset="0"/>
              </a:rPr>
              <a:t>Figure 4-1  </a:t>
            </a:r>
            <a:r>
              <a:rPr lang="en-US" sz="2400" dirty="0">
                <a:latin typeface="Work Sans" pitchFamily="2" charset="0"/>
              </a:rPr>
              <a:t>STP and UTP cable</a:t>
            </a:r>
          </a:p>
        </p:txBody>
      </p:sp>
      <p:pic>
        <p:nvPicPr>
          <p:cNvPr id="4" name="Picture 3" descr="Unshielded twisted pair (U T P) and shielded twisted pair (S T P) cables. Both of them have four pairs of insulated strands of copper wire twisted around one another housed in an outer jacket or sheath. S T P cables have an additional foil shielding inside the sheath.&#10;">
            <a:extLst>
              <a:ext uri="{FF2B5EF4-FFF2-40B4-BE49-F238E27FC236}">
                <a16:creationId xmlns:a16="http://schemas.microsoft.com/office/drawing/2014/main" id="{91063714-9387-A808-D64E-63BFE4F07EF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270930" y="1940035"/>
            <a:ext cx="4011871" cy="2977930"/>
          </a:xfrm>
          <a:prstGeom prst="rect">
            <a:avLst/>
          </a:prstGeom>
        </p:spPr>
      </p:pic>
    </p:spTree>
    <p:extLst>
      <p:ext uri="{BB962C8B-B14F-4D97-AF65-F5344CB8AC3E}">
        <p14:creationId xmlns:p14="http://schemas.microsoft.com/office/powerpoint/2010/main" val="1204174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97C44-07E1-A001-479B-4EE97A8872A1}"/>
              </a:ext>
            </a:extLst>
          </p:cNvPr>
          <p:cNvSpPr>
            <a:spLocks noGrp="1"/>
          </p:cNvSpPr>
          <p:nvPr>
            <p:ph type="title"/>
          </p:nvPr>
        </p:nvSpPr>
        <p:spPr/>
        <p:txBody>
          <a:bodyPr/>
          <a:lstStyle/>
          <a:p>
            <a:r>
              <a:rPr lang="en-US" dirty="0"/>
              <a:t>Twisted-Pair Cable (3 of 9)</a:t>
            </a:r>
          </a:p>
        </p:txBody>
      </p:sp>
      <p:sp>
        <p:nvSpPr>
          <p:cNvPr id="3" name="Content Placeholder 2">
            <a:extLst>
              <a:ext uri="{FF2B5EF4-FFF2-40B4-BE49-F238E27FC236}">
                <a16:creationId xmlns:a16="http://schemas.microsoft.com/office/drawing/2014/main" id="{216E15F4-0229-FC6D-085E-E0EBCD91EDD5}"/>
              </a:ext>
            </a:extLst>
          </p:cNvPr>
          <p:cNvSpPr>
            <a:spLocks noGrp="1"/>
          </p:cNvSpPr>
          <p:nvPr>
            <p:ph idx="1"/>
          </p:nvPr>
        </p:nvSpPr>
        <p:spPr>
          <a:xfrm>
            <a:off x="476843" y="1393139"/>
            <a:ext cx="11241915" cy="4351338"/>
          </a:xfrm>
        </p:spPr>
        <p:txBody>
          <a:bodyPr/>
          <a:lstStyle/>
          <a:p>
            <a:r>
              <a:rPr lang="en-US" dirty="0"/>
              <a:t>Unshielded Twisted-Pair Cable consists of four pairs of insulated wires</a:t>
            </a:r>
          </a:p>
          <a:p>
            <a:r>
              <a:rPr lang="en-US" dirty="0"/>
              <a:t>It is rated according to categories devised by the Telecommunications Industry Association (TIA) and Electronic Industries Alliance (EIA) and American National Standards Institutes (ANSI)</a:t>
            </a:r>
          </a:p>
          <a:p>
            <a:r>
              <a:rPr lang="en-US" dirty="0"/>
              <a:t>Categories 1-6a and Category 8 are accepted in US</a:t>
            </a:r>
          </a:p>
          <a:p>
            <a:pPr lvl="1"/>
            <a:r>
              <a:rPr lang="en-US" sz="2200" dirty="0"/>
              <a:t>Two additional categories aren’t yet TIA/EIA standards</a:t>
            </a:r>
          </a:p>
          <a:p>
            <a:pPr lvl="1"/>
            <a:r>
              <a:rPr lang="en-US" sz="2200" dirty="0"/>
              <a:t>Europe has accepted Category 7 and 7a, which specify that each wire pair is shielded</a:t>
            </a:r>
          </a:p>
          <a:p>
            <a:r>
              <a:rPr lang="en-US" dirty="0"/>
              <a:t>Categories 5e and 6 are the most installed categories of UTP cabling</a:t>
            </a:r>
          </a:p>
          <a:p>
            <a:endParaRPr lang="en-US" dirty="0"/>
          </a:p>
        </p:txBody>
      </p:sp>
    </p:spTree>
    <p:extLst>
      <p:ext uri="{BB962C8B-B14F-4D97-AF65-F5344CB8AC3E}">
        <p14:creationId xmlns:p14="http://schemas.microsoft.com/office/powerpoint/2010/main" val="783165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E2EA6-89FB-42D7-4990-FC6F8E616326}"/>
              </a:ext>
            </a:extLst>
          </p:cNvPr>
          <p:cNvSpPr>
            <a:spLocks noGrp="1"/>
          </p:cNvSpPr>
          <p:nvPr>
            <p:ph type="title"/>
          </p:nvPr>
        </p:nvSpPr>
        <p:spPr/>
        <p:txBody>
          <a:bodyPr/>
          <a:lstStyle/>
          <a:p>
            <a:r>
              <a:rPr lang="en-US" dirty="0"/>
              <a:t>Twisted-Pair Cable (4 of 9)</a:t>
            </a:r>
          </a:p>
        </p:txBody>
      </p:sp>
      <p:graphicFrame>
        <p:nvGraphicFramePr>
          <p:cNvPr id="4" name="Content Placeholder 3">
            <a:extLst>
              <a:ext uri="{FF2B5EF4-FFF2-40B4-BE49-F238E27FC236}">
                <a16:creationId xmlns:a16="http://schemas.microsoft.com/office/drawing/2014/main" id="{C6B24B22-2026-A4E6-D8E3-7E49C53060C3}"/>
              </a:ext>
            </a:extLst>
          </p:cNvPr>
          <p:cNvGraphicFramePr>
            <a:graphicFrameLocks noGrp="1"/>
          </p:cNvGraphicFramePr>
          <p:nvPr>
            <p:ph idx="1"/>
            <p:extLst>
              <p:ext uri="{D42A27DB-BD31-4B8C-83A1-F6EECF244321}">
                <p14:modId xmlns:p14="http://schemas.microsoft.com/office/powerpoint/2010/main" val="3357269682"/>
              </p:ext>
            </p:extLst>
          </p:nvPr>
        </p:nvGraphicFramePr>
        <p:xfrm>
          <a:off x="1274102" y="1638883"/>
          <a:ext cx="9643795" cy="3606800"/>
        </p:xfrm>
        <a:graphic>
          <a:graphicData uri="http://schemas.openxmlformats.org/drawingml/2006/table">
            <a:tbl>
              <a:tblPr firstRow="1" bandRow="1">
                <a:tableStyleId>{5C22544A-7EE6-4342-B048-85BDC9FD1C3A}</a:tableStyleId>
              </a:tblPr>
              <a:tblGrid>
                <a:gridCol w="3359543">
                  <a:extLst>
                    <a:ext uri="{9D8B030D-6E8A-4147-A177-3AD203B41FA5}">
                      <a16:colId xmlns:a16="http://schemas.microsoft.com/office/drawing/2014/main" val="2112630157"/>
                    </a:ext>
                  </a:extLst>
                </a:gridCol>
                <a:gridCol w="6284252">
                  <a:extLst>
                    <a:ext uri="{9D8B030D-6E8A-4147-A177-3AD203B41FA5}">
                      <a16:colId xmlns:a16="http://schemas.microsoft.com/office/drawing/2014/main" val="2600708906"/>
                    </a:ext>
                  </a:extLst>
                </a:gridCol>
              </a:tblGrid>
              <a:tr h="370840">
                <a:tc>
                  <a:txBody>
                    <a:bodyPr/>
                    <a:lstStyle/>
                    <a:p>
                      <a:r>
                        <a:rPr lang="en-US" sz="1800" dirty="0"/>
                        <a:t>Characteristic</a:t>
                      </a:r>
                    </a:p>
                  </a:txBody>
                  <a:tcPr/>
                </a:tc>
                <a:tc>
                  <a:txBody>
                    <a:bodyPr/>
                    <a:lstStyle/>
                    <a:p>
                      <a:r>
                        <a:rPr lang="en-US" sz="1800" dirty="0"/>
                        <a:t>Value</a:t>
                      </a:r>
                    </a:p>
                  </a:txBody>
                  <a:tcPr/>
                </a:tc>
                <a:extLst>
                  <a:ext uri="{0D108BD9-81ED-4DB2-BD59-A6C34878D82A}">
                    <a16:rowId xmlns:a16="http://schemas.microsoft.com/office/drawing/2014/main" val="1936575222"/>
                  </a:ext>
                </a:extLst>
              </a:tr>
              <a:tr h="370840">
                <a:tc>
                  <a:txBody>
                    <a:bodyPr/>
                    <a:lstStyle/>
                    <a:p>
                      <a:r>
                        <a:rPr lang="en-US" sz="1800" dirty="0"/>
                        <a:t>Maximum cable length</a:t>
                      </a:r>
                    </a:p>
                  </a:txBody>
                  <a:tcPr/>
                </a:tc>
                <a:tc>
                  <a:txBody>
                    <a:bodyPr/>
                    <a:lstStyle/>
                    <a:p>
                      <a:r>
                        <a:rPr lang="en-US" sz="1800" dirty="0"/>
                        <a:t>100 m (328 ft)</a:t>
                      </a:r>
                    </a:p>
                  </a:txBody>
                  <a:tcPr/>
                </a:tc>
                <a:extLst>
                  <a:ext uri="{0D108BD9-81ED-4DB2-BD59-A6C34878D82A}">
                    <a16:rowId xmlns:a16="http://schemas.microsoft.com/office/drawing/2014/main" val="1328035267"/>
                  </a:ext>
                </a:extLst>
              </a:tr>
              <a:tr h="370840">
                <a:tc>
                  <a:txBody>
                    <a:bodyPr/>
                    <a:lstStyle/>
                    <a:p>
                      <a:r>
                        <a:rPr lang="en-US" sz="1800" dirty="0"/>
                        <a:t>Bandwidth</a:t>
                      </a:r>
                    </a:p>
                  </a:txBody>
                  <a:tcPr/>
                </a:tc>
                <a:tc>
                  <a:txBody>
                    <a:bodyPr/>
                    <a:lstStyle/>
                    <a:p>
                      <a:r>
                        <a:rPr lang="en-US" sz="1800" dirty="0"/>
                        <a:t>Up to 1000 Mbps</a:t>
                      </a:r>
                    </a:p>
                  </a:txBody>
                  <a:tcPr/>
                </a:tc>
                <a:extLst>
                  <a:ext uri="{0D108BD9-81ED-4DB2-BD59-A6C34878D82A}">
                    <a16:rowId xmlns:a16="http://schemas.microsoft.com/office/drawing/2014/main" val="307516115"/>
                  </a:ext>
                </a:extLst>
              </a:tr>
              <a:tr h="370840">
                <a:tc>
                  <a:txBody>
                    <a:bodyPr/>
                    <a:lstStyle/>
                    <a:p>
                      <a:r>
                        <a:rPr lang="en-US" sz="1800" dirty="0"/>
                        <a:t>Bend radius</a:t>
                      </a:r>
                    </a:p>
                  </a:txBody>
                  <a:tcPr/>
                </a:tc>
                <a:tc>
                  <a:txBody>
                    <a:bodyPr/>
                    <a:lstStyle/>
                    <a:p>
                      <a:r>
                        <a:rPr lang="en-US" sz="1800" dirty="0"/>
                        <a:t>Minimum four times the cable diameter of 1 inch</a:t>
                      </a:r>
                    </a:p>
                  </a:txBody>
                  <a:tcPr/>
                </a:tc>
                <a:extLst>
                  <a:ext uri="{0D108BD9-81ED-4DB2-BD59-A6C34878D82A}">
                    <a16:rowId xmlns:a16="http://schemas.microsoft.com/office/drawing/2014/main" val="1650042183"/>
                  </a:ext>
                </a:extLst>
              </a:tr>
              <a:tr h="370840">
                <a:tc>
                  <a:txBody>
                    <a:bodyPr/>
                    <a:lstStyle/>
                    <a:p>
                      <a:r>
                        <a:rPr lang="en-US" sz="1800" dirty="0"/>
                        <a:t>Installation and maintenance</a:t>
                      </a:r>
                    </a:p>
                  </a:txBody>
                  <a:tcPr/>
                </a:tc>
                <a:tc>
                  <a:txBody>
                    <a:bodyPr/>
                    <a:lstStyle/>
                    <a:p>
                      <a:r>
                        <a:rPr lang="en-US" sz="1800" dirty="0"/>
                        <a:t>Easy to install, no need to reroute; the most flexible</a:t>
                      </a:r>
                    </a:p>
                  </a:txBody>
                  <a:tcPr/>
                </a:tc>
                <a:extLst>
                  <a:ext uri="{0D108BD9-81ED-4DB2-BD59-A6C34878D82A}">
                    <a16:rowId xmlns:a16="http://schemas.microsoft.com/office/drawing/2014/main" val="1220662949"/>
                  </a:ext>
                </a:extLst>
              </a:tr>
              <a:tr h="370840">
                <a:tc>
                  <a:txBody>
                    <a:bodyPr/>
                    <a:lstStyle/>
                    <a:p>
                      <a:r>
                        <a:rPr lang="en-US" sz="1800" dirty="0"/>
                        <a:t>Cost</a:t>
                      </a:r>
                    </a:p>
                  </a:txBody>
                  <a:tcPr/>
                </a:tc>
                <a:tc>
                  <a:txBody>
                    <a:bodyPr/>
                    <a:lstStyle/>
                    <a:p>
                      <a:r>
                        <a:rPr lang="en-US" sz="1800" dirty="0"/>
                        <a:t>Least expensive of all cabling options</a:t>
                      </a:r>
                    </a:p>
                  </a:txBody>
                  <a:tcPr/>
                </a:tc>
                <a:extLst>
                  <a:ext uri="{0D108BD9-81ED-4DB2-BD59-A6C34878D82A}">
                    <a16:rowId xmlns:a16="http://schemas.microsoft.com/office/drawing/2014/main" val="521624276"/>
                  </a:ext>
                </a:extLst>
              </a:tr>
              <a:tr h="370840">
                <a:tc>
                  <a:txBody>
                    <a:bodyPr/>
                    <a:lstStyle/>
                    <a:p>
                      <a:r>
                        <a:rPr lang="en-US" sz="1800" dirty="0"/>
                        <a:t>Connector type</a:t>
                      </a:r>
                    </a:p>
                  </a:txBody>
                  <a:tcPr/>
                </a:tc>
                <a:tc>
                  <a:txBody>
                    <a:bodyPr/>
                    <a:lstStyle/>
                    <a:p>
                      <a:r>
                        <a:rPr lang="en-US" sz="1800" dirty="0"/>
                        <a:t>RJ-45 plug, RJ-45 jack, and patch panels</a:t>
                      </a:r>
                    </a:p>
                  </a:txBody>
                  <a:tcPr/>
                </a:tc>
                <a:extLst>
                  <a:ext uri="{0D108BD9-81ED-4DB2-BD59-A6C34878D82A}">
                    <a16:rowId xmlns:a16="http://schemas.microsoft.com/office/drawing/2014/main" val="2195372001"/>
                  </a:ext>
                </a:extLst>
              </a:tr>
              <a:tr h="370840">
                <a:tc>
                  <a:txBody>
                    <a:bodyPr/>
                    <a:lstStyle/>
                    <a:p>
                      <a:r>
                        <a:rPr lang="en-US" sz="1800" dirty="0"/>
                        <a:t>Security </a:t>
                      </a:r>
                    </a:p>
                  </a:txBody>
                  <a:tcPr/>
                </a:tc>
                <a:tc>
                  <a:txBody>
                    <a:bodyPr/>
                    <a:lstStyle/>
                    <a:p>
                      <a:r>
                        <a:rPr lang="en-US" sz="1800" dirty="0"/>
                        <a:t>Moderately susceptible to eavesdropping</a:t>
                      </a:r>
                    </a:p>
                  </a:txBody>
                  <a:tcPr/>
                </a:tc>
                <a:extLst>
                  <a:ext uri="{0D108BD9-81ED-4DB2-BD59-A6C34878D82A}">
                    <a16:rowId xmlns:a16="http://schemas.microsoft.com/office/drawing/2014/main" val="3026579662"/>
                  </a:ext>
                </a:extLst>
              </a:tr>
              <a:tr h="370840">
                <a:tc>
                  <a:txBody>
                    <a:bodyPr/>
                    <a:lstStyle/>
                    <a:p>
                      <a:r>
                        <a:rPr lang="en-US" sz="1800" dirty="0"/>
                        <a:t>Interference rating</a:t>
                      </a:r>
                    </a:p>
                  </a:txBody>
                  <a:tcPr/>
                </a:tc>
                <a:tc>
                  <a:txBody>
                    <a:bodyPr/>
                    <a:lstStyle/>
                    <a:p>
                      <a:r>
                        <a:rPr lang="en-US" sz="1800" dirty="0"/>
                        <a:t>Susceptible to EMI and crosstalk</a:t>
                      </a:r>
                    </a:p>
                  </a:txBody>
                  <a:tcPr/>
                </a:tc>
                <a:extLst>
                  <a:ext uri="{0D108BD9-81ED-4DB2-BD59-A6C34878D82A}">
                    <a16:rowId xmlns:a16="http://schemas.microsoft.com/office/drawing/2014/main" val="2587046592"/>
                  </a:ext>
                </a:extLst>
              </a:tr>
            </a:tbl>
          </a:graphicData>
        </a:graphic>
      </p:graphicFrame>
      <p:sp>
        <p:nvSpPr>
          <p:cNvPr id="5" name="TextBox 4">
            <a:extLst>
              <a:ext uri="{FF2B5EF4-FFF2-40B4-BE49-F238E27FC236}">
                <a16:creationId xmlns:a16="http://schemas.microsoft.com/office/drawing/2014/main" id="{C1B60EA8-1206-1218-A789-34BD81FAB248}"/>
              </a:ext>
            </a:extLst>
          </p:cNvPr>
          <p:cNvSpPr txBox="1"/>
          <p:nvPr/>
        </p:nvSpPr>
        <p:spPr>
          <a:xfrm>
            <a:off x="1181634" y="1179721"/>
            <a:ext cx="5385257" cy="369332"/>
          </a:xfrm>
          <a:prstGeom prst="rect">
            <a:avLst/>
          </a:prstGeom>
          <a:noFill/>
        </p:spPr>
        <p:txBody>
          <a:bodyPr wrap="none" rtlCol="0">
            <a:spAutoFit/>
          </a:bodyPr>
          <a:lstStyle/>
          <a:p>
            <a:r>
              <a:rPr lang="en-US" b="1" dirty="0"/>
              <a:t>Table 4-1  </a:t>
            </a:r>
            <a:r>
              <a:rPr lang="en-US" dirty="0"/>
              <a:t>Category 5e and 6 UTP cabling characteristics</a:t>
            </a:r>
          </a:p>
        </p:txBody>
      </p:sp>
    </p:spTree>
    <p:extLst>
      <p:ext uri="{BB962C8B-B14F-4D97-AF65-F5344CB8AC3E}">
        <p14:creationId xmlns:p14="http://schemas.microsoft.com/office/powerpoint/2010/main" val="1694103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B6435-5ADF-6C57-EFAF-815CB1833D20}"/>
              </a:ext>
            </a:extLst>
          </p:cNvPr>
          <p:cNvSpPr>
            <a:spLocks noGrp="1"/>
          </p:cNvSpPr>
          <p:nvPr>
            <p:ph type="title"/>
          </p:nvPr>
        </p:nvSpPr>
        <p:spPr/>
        <p:txBody>
          <a:bodyPr/>
          <a:lstStyle/>
          <a:p>
            <a:r>
              <a:rPr lang="en-US" dirty="0"/>
              <a:t>Twisted-Pair Cable (5 of 9)</a:t>
            </a:r>
          </a:p>
        </p:txBody>
      </p:sp>
      <p:sp>
        <p:nvSpPr>
          <p:cNvPr id="3" name="Content Placeholder 2">
            <a:extLst>
              <a:ext uri="{FF2B5EF4-FFF2-40B4-BE49-F238E27FC236}">
                <a16:creationId xmlns:a16="http://schemas.microsoft.com/office/drawing/2014/main" id="{BB88BFC8-D23F-9C27-4CB1-83A945F85E95}"/>
              </a:ext>
            </a:extLst>
          </p:cNvPr>
          <p:cNvSpPr>
            <a:spLocks noGrp="1"/>
          </p:cNvSpPr>
          <p:nvPr>
            <p:ph idx="1"/>
          </p:nvPr>
        </p:nvSpPr>
        <p:spPr>
          <a:xfrm>
            <a:off x="476843" y="1462370"/>
            <a:ext cx="11241915" cy="4351338"/>
          </a:xfrm>
        </p:spPr>
        <p:txBody>
          <a:bodyPr/>
          <a:lstStyle/>
          <a:p>
            <a:r>
              <a:rPr lang="en-US" dirty="0"/>
              <a:t>Shielded Twisted-Pair (</a:t>
            </a:r>
            <a:r>
              <a:rPr lang="en-US" b="1" dirty="0"/>
              <a:t>STP</a:t>
            </a:r>
            <a:r>
              <a:rPr lang="en-US" dirty="0"/>
              <a:t>) cable includes shielding to reduce crosstalk and interference</a:t>
            </a:r>
          </a:p>
          <a:p>
            <a:r>
              <a:rPr lang="en-US" b="1" dirty="0"/>
              <a:t>STP</a:t>
            </a:r>
            <a:r>
              <a:rPr lang="en-US" dirty="0"/>
              <a:t> has a wire braid inside the sheath material or a foil wrap</a:t>
            </a:r>
          </a:p>
          <a:p>
            <a:r>
              <a:rPr lang="en-US" dirty="0"/>
              <a:t>It is best to use STP in electrically noisy environments or for very high-bandwidth applications</a:t>
            </a:r>
          </a:p>
          <a:p>
            <a:r>
              <a:rPr lang="en-US" dirty="0"/>
              <a:t>Common STP versions found in networks today include Cat 5e, Cat 6, and Cat 6a</a:t>
            </a:r>
          </a:p>
          <a:p>
            <a:r>
              <a:rPr lang="en-US" dirty="0"/>
              <a:t>STP is sometimes referred to as “</a:t>
            </a:r>
            <a:r>
              <a:rPr lang="en-US" b="1" dirty="0"/>
              <a:t>foiled twisted pair </a:t>
            </a:r>
            <a:r>
              <a:rPr lang="en-US" dirty="0"/>
              <a:t>(FTP)”</a:t>
            </a:r>
          </a:p>
          <a:p>
            <a:endParaRPr lang="en-US" dirty="0"/>
          </a:p>
        </p:txBody>
      </p:sp>
    </p:spTree>
    <p:extLst>
      <p:ext uri="{BB962C8B-B14F-4D97-AF65-F5344CB8AC3E}">
        <p14:creationId xmlns:p14="http://schemas.microsoft.com/office/powerpoint/2010/main" val="3310941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E3F5B-3B11-9EE8-210F-16ABB79261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2B3210-3C94-90B7-84C8-842532E6CB1A}"/>
              </a:ext>
            </a:extLst>
          </p:cNvPr>
          <p:cNvSpPr>
            <a:spLocks noGrp="1"/>
          </p:cNvSpPr>
          <p:nvPr>
            <p:ph type="title"/>
          </p:nvPr>
        </p:nvSpPr>
        <p:spPr/>
        <p:txBody>
          <a:bodyPr/>
          <a:lstStyle/>
          <a:p>
            <a:r>
              <a:rPr lang="en-US" dirty="0"/>
              <a:t>Twisted-Pair Cable (6 of 9)</a:t>
            </a:r>
          </a:p>
        </p:txBody>
      </p:sp>
      <p:sp>
        <p:nvSpPr>
          <p:cNvPr id="3" name="Content Placeholder 2">
            <a:extLst>
              <a:ext uri="{FF2B5EF4-FFF2-40B4-BE49-F238E27FC236}">
                <a16:creationId xmlns:a16="http://schemas.microsoft.com/office/drawing/2014/main" id="{CD5B57CC-08E3-AD70-C66C-914C5CC1B52B}"/>
              </a:ext>
            </a:extLst>
          </p:cNvPr>
          <p:cNvSpPr>
            <a:spLocks noGrp="1"/>
          </p:cNvSpPr>
          <p:nvPr>
            <p:ph idx="1"/>
          </p:nvPr>
        </p:nvSpPr>
        <p:spPr>
          <a:xfrm>
            <a:off x="476843" y="1349636"/>
            <a:ext cx="11241915" cy="4351338"/>
          </a:xfrm>
        </p:spPr>
        <p:txBody>
          <a:bodyPr/>
          <a:lstStyle/>
          <a:p>
            <a:r>
              <a:rPr lang="en-US" dirty="0"/>
              <a:t>Twisted-Pair Cable Plant Components</a:t>
            </a:r>
          </a:p>
          <a:p>
            <a:pPr lvl="1"/>
            <a:r>
              <a:rPr lang="en-US" sz="2200" dirty="0"/>
              <a:t>RJ-45 Connectors—most STP and UTP cabling uses RJ-45 connectors (</a:t>
            </a:r>
            <a:r>
              <a:rPr lang="en-US" sz="2200" b="1" dirty="0"/>
              <a:t>RJ-45 plug</a:t>
            </a:r>
            <a:r>
              <a:rPr lang="en-US" sz="2200" dirty="0"/>
              <a:t>) to connect computers to hubs, switches, and RJ-45 jacks</a:t>
            </a:r>
          </a:p>
          <a:p>
            <a:pPr lvl="1"/>
            <a:r>
              <a:rPr lang="en-US" sz="2200" b="1" dirty="0"/>
              <a:t>Patch cable</a:t>
            </a:r>
            <a:r>
              <a:rPr lang="en-US" sz="2200" dirty="0"/>
              <a:t>—a short cable for connecting a computer to an RJ-45 wall jack or connecting a patch-panel  port to a switch or hub</a:t>
            </a:r>
          </a:p>
          <a:p>
            <a:pPr lvl="1"/>
            <a:r>
              <a:rPr lang="en-US" sz="2200"/>
              <a:t>RJ-45 jacks—an </a:t>
            </a:r>
            <a:r>
              <a:rPr lang="en-US" sz="2200" b="1" dirty="0"/>
              <a:t>RJ-45 jack </a:t>
            </a:r>
            <a:r>
              <a:rPr lang="en-US" sz="2200" dirty="0"/>
              <a:t>is what you plug an RJ-45 connector into when the computer is in a work area away from hubs and switches</a:t>
            </a:r>
          </a:p>
          <a:p>
            <a:pPr lvl="2"/>
            <a:r>
              <a:rPr lang="en-US" sz="2200" dirty="0"/>
              <a:t>RJ-45 jacks are usually placed behind wall plates when cables are run inside walls but can be recessed into the floor or placed in surface-mounted boxes</a:t>
            </a:r>
          </a:p>
          <a:p>
            <a:endParaRPr lang="en-US" dirty="0"/>
          </a:p>
        </p:txBody>
      </p:sp>
    </p:spTree>
    <p:extLst>
      <p:ext uri="{BB962C8B-B14F-4D97-AF65-F5344CB8AC3E}">
        <p14:creationId xmlns:p14="http://schemas.microsoft.com/office/powerpoint/2010/main" val="901510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AD3BA-8104-855C-C018-674C299E67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22AA65-7385-F07A-9B4B-CDBCEDECBCF7}"/>
              </a:ext>
            </a:extLst>
          </p:cNvPr>
          <p:cNvSpPr>
            <a:spLocks noGrp="1"/>
          </p:cNvSpPr>
          <p:nvPr>
            <p:ph type="title"/>
          </p:nvPr>
        </p:nvSpPr>
        <p:spPr/>
        <p:txBody>
          <a:bodyPr/>
          <a:lstStyle/>
          <a:p>
            <a:r>
              <a:rPr lang="en-US" dirty="0"/>
              <a:t>Twisted-Pair Cable (7 of 9)</a:t>
            </a:r>
          </a:p>
        </p:txBody>
      </p:sp>
      <p:sp>
        <p:nvSpPr>
          <p:cNvPr id="3" name="Content Placeholder 2">
            <a:extLst>
              <a:ext uri="{FF2B5EF4-FFF2-40B4-BE49-F238E27FC236}">
                <a16:creationId xmlns:a16="http://schemas.microsoft.com/office/drawing/2014/main" id="{668C8E48-E9F3-6F67-D1B0-3BA9430ACA0A}"/>
              </a:ext>
            </a:extLst>
          </p:cNvPr>
          <p:cNvSpPr>
            <a:spLocks noGrp="1"/>
          </p:cNvSpPr>
          <p:nvPr>
            <p:ph idx="1"/>
          </p:nvPr>
        </p:nvSpPr>
        <p:spPr>
          <a:xfrm>
            <a:off x="476843" y="1550052"/>
            <a:ext cx="11241915" cy="4351338"/>
          </a:xfrm>
        </p:spPr>
        <p:txBody>
          <a:bodyPr/>
          <a:lstStyle/>
          <a:p>
            <a:r>
              <a:rPr lang="en-US" dirty="0"/>
              <a:t>Twisted-Pair Cable Plant Components</a:t>
            </a:r>
          </a:p>
          <a:p>
            <a:pPr lvl="1"/>
            <a:r>
              <a:rPr lang="en-US" sz="2200" b="1" dirty="0"/>
              <a:t>Patch Panels</a:t>
            </a:r>
            <a:r>
              <a:rPr lang="en-US" sz="2200" dirty="0"/>
              <a:t>—used to terminate long runs of cable from where the computers are to the wiring closet (where the switches and hubs are)</a:t>
            </a:r>
          </a:p>
          <a:p>
            <a:pPr lvl="1"/>
            <a:r>
              <a:rPr lang="en-US" sz="2200" b="1" dirty="0"/>
              <a:t>Distribution racks</a:t>
            </a:r>
            <a:r>
              <a:rPr lang="en-US" sz="2200" dirty="0"/>
              <a:t>—hold network equipment such as routers and switches, plus patch panels and rack-mounted servers</a:t>
            </a:r>
          </a:p>
          <a:p>
            <a:pPr lvl="2"/>
            <a:r>
              <a:rPr lang="en-US" sz="2200" dirty="0"/>
              <a:t>Also called 19” racks because the upright rails are 19” apart</a:t>
            </a:r>
          </a:p>
          <a:p>
            <a:endParaRPr lang="en-US" dirty="0"/>
          </a:p>
        </p:txBody>
      </p:sp>
    </p:spTree>
    <p:extLst>
      <p:ext uri="{BB962C8B-B14F-4D97-AF65-F5344CB8AC3E}">
        <p14:creationId xmlns:p14="http://schemas.microsoft.com/office/powerpoint/2010/main" val="30888857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p:txBody>
          <a:bodyPr/>
          <a:lstStyle/>
          <a:p>
            <a:r>
              <a:rPr lang="en-US" dirty="0"/>
              <a:t>Twisted-Pair Cable (8 of 9)</a:t>
            </a:r>
          </a:p>
        </p:txBody>
      </p:sp>
      <p:sp>
        <p:nvSpPr>
          <p:cNvPr id="5" name="TextBox 4">
            <a:extLst>
              <a:ext uri="{FF2B5EF4-FFF2-40B4-BE49-F238E27FC236}">
                <a16:creationId xmlns:a16="http://schemas.microsoft.com/office/drawing/2014/main" id="{7CB0BE92-E73F-42E9-B249-3B271B6E8AA4}"/>
              </a:ext>
            </a:extLst>
          </p:cNvPr>
          <p:cNvSpPr txBox="1"/>
          <p:nvPr/>
        </p:nvSpPr>
        <p:spPr>
          <a:xfrm>
            <a:off x="7424160" y="1790877"/>
            <a:ext cx="4294598" cy="3046988"/>
          </a:xfrm>
          <a:prstGeom prst="rect">
            <a:avLst/>
          </a:prstGeom>
          <a:noFill/>
        </p:spPr>
        <p:txBody>
          <a:bodyPr wrap="square" rtlCol="0">
            <a:spAutoFit/>
          </a:bodyPr>
          <a:lstStyle/>
          <a:p>
            <a:r>
              <a:rPr lang="en-US" sz="2400" b="1" dirty="0">
                <a:latin typeface="Work Sans" pitchFamily="2" charset="0"/>
              </a:rPr>
              <a:t>Figure 4-3  </a:t>
            </a:r>
            <a:r>
              <a:rPr lang="en-US" sz="2400" dirty="0">
                <a:latin typeface="Work Sans" pitchFamily="2" charset="0"/>
              </a:rPr>
              <a:t>An RJ-45 plug</a:t>
            </a:r>
          </a:p>
          <a:p>
            <a:endParaRPr lang="en-US" sz="2400" dirty="0">
              <a:latin typeface="Work Sans" pitchFamily="2" charset="0"/>
            </a:endParaRPr>
          </a:p>
          <a:p>
            <a:endParaRPr lang="en-US" sz="2400" dirty="0">
              <a:latin typeface="Work Sans" pitchFamily="2" charset="0"/>
            </a:endParaRPr>
          </a:p>
          <a:p>
            <a:endParaRPr lang="en-US" sz="2400" dirty="0">
              <a:latin typeface="Work Sans" pitchFamily="2" charset="0"/>
            </a:endParaRPr>
          </a:p>
          <a:p>
            <a:endParaRPr lang="en-US" sz="2400" dirty="0">
              <a:latin typeface="Work Sans" pitchFamily="2" charset="0"/>
            </a:endParaRPr>
          </a:p>
          <a:p>
            <a:endParaRPr lang="en-US" sz="2400" dirty="0">
              <a:latin typeface="Work Sans" pitchFamily="2" charset="0"/>
            </a:endParaRPr>
          </a:p>
          <a:p>
            <a:endParaRPr lang="en-US" sz="2400" dirty="0">
              <a:latin typeface="Work Sans" pitchFamily="2" charset="0"/>
            </a:endParaRPr>
          </a:p>
          <a:p>
            <a:r>
              <a:rPr lang="en-US" sz="2400" b="1" dirty="0">
                <a:latin typeface="Work Sans" pitchFamily="2" charset="0"/>
              </a:rPr>
              <a:t>Figure 4-5  </a:t>
            </a:r>
            <a:r>
              <a:rPr lang="en-US" sz="2400" dirty="0">
                <a:latin typeface="Work Sans" pitchFamily="2" charset="0"/>
              </a:rPr>
              <a:t>An RJ-45 jack</a:t>
            </a:r>
          </a:p>
        </p:txBody>
      </p:sp>
      <p:pic>
        <p:nvPicPr>
          <p:cNvPr id="4" name="Picture 3" descr="A close up view of an R J 45 plug.&#10;">
            <a:extLst>
              <a:ext uri="{FF2B5EF4-FFF2-40B4-BE49-F238E27FC236}">
                <a16:creationId xmlns:a16="http://schemas.microsoft.com/office/drawing/2014/main" id="{6BB600CE-50DF-B89F-57E6-0C153DE3F6B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950242" y="1499856"/>
            <a:ext cx="2464240" cy="1854060"/>
          </a:xfrm>
          <a:prstGeom prst="rect">
            <a:avLst/>
          </a:prstGeom>
        </p:spPr>
      </p:pic>
      <p:pic>
        <p:nvPicPr>
          <p:cNvPr id="7" name="Picture 6" descr="A close up view of an R J 45 jack.&#10;">
            <a:extLst>
              <a:ext uri="{FF2B5EF4-FFF2-40B4-BE49-F238E27FC236}">
                <a16:creationId xmlns:a16="http://schemas.microsoft.com/office/drawing/2014/main" id="{692A51E3-0737-CDDB-555F-45DD36FC8FC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981696" y="3814777"/>
            <a:ext cx="2878544" cy="2165777"/>
          </a:xfrm>
          <a:prstGeom prst="rect">
            <a:avLst/>
          </a:prstGeom>
        </p:spPr>
      </p:pic>
    </p:spTree>
    <p:extLst>
      <p:ext uri="{BB962C8B-B14F-4D97-AF65-F5344CB8AC3E}">
        <p14:creationId xmlns:p14="http://schemas.microsoft.com/office/powerpoint/2010/main" val="1267325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8A860-C418-851C-BA36-F2176751F7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1F8AAC-4B9F-8962-DB58-23CCE2D46313}"/>
              </a:ext>
            </a:extLst>
          </p:cNvPr>
          <p:cNvSpPr>
            <a:spLocks noGrp="1"/>
          </p:cNvSpPr>
          <p:nvPr>
            <p:ph type="title"/>
          </p:nvPr>
        </p:nvSpPr>
        <p:spPr/>
        <p:txBody>
          <a:bodyPr/>
          <a:lstStyle/>
          <a:p>
            <a:r>
              <a:rPr lang="en-US" dirty="0"/>
              <a:t>Twisted-Pair Cable (9 of 9)</a:t>
            </a:r>
          </a:p>
        </p:txBody>
      </p:sp>
      <p:sp>
        <p:nvSpPr>
          <p:cNvPr id="5" name="TextBox 4">
            <a:extLst>
              <a:ext uri="{FF2B5EF4-FFF2-40B4-BE49-F238E27FC236}">
                <a16:creationId xmlns:a16="http://schemas.microsoft.com/office/drawing/2014/main" id="{BAA0215C-6072-43C3-F797-E0E9D75A20F5}"/>
              </a:ext>
            </a:extLst>
          </p:cNvPr>
          <p:cNvSpPr txBox="1"/>
          <p:nvPr/>
        </p:nvSpPr>
        <p:spPr>
          <a:xfrm>
            <a:off x="7424160" y="1790877"/>
            <a:ext cx="4294598" cy="3416320"/>
          </a:xfrm>
          <a:prstGeom prst="rect">
            <a:avLst/>
          </a:prstGeom>
          <a:noFill/>
        </p:spPr>
        <p:txBody>
          <a:bodyPr wrap="square" rtlCol="0">
            <a:spAutoFit/>
          </a:bodyPr>
          <a:lstStyle/>
          <a:p>
            <a:r>
              <a:rPr lang="en-US" sz="2400" b="1" dirty="0">
                <a:latin typeface="Work Sans" pitchFamily="2" charset="0"/>
              </a:rPr>
              <a:t>Figure 4-6  </a:t>
            </a:r>
            <a:r>
              <a:rPr lang="en-US" sz="2400" dirty="0">
                <a:latin typeface="Work Sans" pitchFamily="2" charset="0"/>
              </a:rPr>
              <a:t>Patch panel front and back</a:t>
            </a:r>
          </a:p>
          <a:p>
            <a:endParaRPr lang="en-US" sz="2400" dirty="0">
              <a:latin typeface="Work Sans" pitchFamily="2" charset="0"/>
            </a:endParaRPr>
          </a:p>
          <a:p>
            <a:endParaRPr lang="en-US" sz="2400" dirty="0">
              <a:latin typeface="Work Sans" pitchFamily="2" charset="0"/>
            </a:endParaRPr>
          </a:p>
          <a:p>
            <a:endParaRPr lang="en-US" sz="2400" dirty="0">
              <a:latin typeface="Work Sans" pitchFamily="2" charset="0"/>
            </a:endParaRPr>
          </a:p>
          <a:p>
            <a:endParaRPr lang="en-US" sz="2400" dirty="0">
              <a:latin typeface="Work Sans" pitchFamily="2" charset="0"/>
            </a:endParaRPr>
          </a:p>
          <a:p>
            <a:endParaRPr lang="en-US" sz="2400" dirty="0">
              <a:latin typeface="Work Sans" pitchFamily="2" charset="0"/>
            </a:endParaRPr>
          </a:p>
          <a:p>
            <a:r>
              <a:rPr lang="en-US" sz="2400" b="1" dirty="0">
                <a:latin typeface="Work Sans" pitchFamily="2" charset="0"/>
              </a:rPr>
              <a:t>Figure 4-7  </a:t>
            </a:r>
            <a:r>
              <a:rPr lang="en-US" sz="2400" dirty="0">
                <a:latin typeface="Work Sans" pitchFamily="2" charset="0"/>
              </a:rPr>
              <a:t>A distribution rack</a:t>
            </a:r>
          </a:p>
        </p:txBody>
      </p:sp>
      <p:pic>
        <p:nvPicPr>
          <p:cNvPr id="4" name="Picture 3" descr="A front patch panel and back patch panel.&#10;">
            <a:extLst>
              <a:ext uri="{FF2B5EF4-FFF2-40B4-BE49-F238E27FC236}">
                <a16:creationId xmlns:a16="http://schemas.microsoft.com/office/drawing/2014/main" id="{DF06FEA6-F5B2-42D8-44E5-CC063A13AF8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32031" y="1519074"/>
            <a:ext cx="2714244" cy="2042160"/>
          </a:xfrm>
          <a:prstGeom prst="rect">
            <a:avLst/>
          </a:prstGeom>
        </p:spPr>
      </p:pic>
      <p:pic>
        <p:nvPicPr>
          <p:cNvPr id="7" name="Picture 6" descr="A distribution rack that has a patch panel, switch router, and server. There are patch cables running from the patch panel to the switch.&#10;">
            <a:extLst>
              <a:ext uri="{FF2B5EF4-FFF2-40B4-BE49-F238E27FC236}">
                <a16:creationId xmlns:a16="http://schemas.microsoft.com/office/drawing/2014/main" id="{78FC6377-5738-B142-18B9-81EBACEBA11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751337" y="3328828"/>
            <a:ext cx="3267761" cy="2471106"/>
          </a:xfrm>
          <a:prstGeom prst="rect">
            <a:avLst/>
          </a:prstGeom>
        </p:spPr>
      </p:pic>
    </p:spTree>
    <p:extLst>
      <p:ext uri="{BB962C8B-B14F-4D97-AF65-F5344CB8AC3E}">
        <p14:creationId xmlns:p14="http://schemas.microsoft.com/office/powerpoint/2010/main" val="1428950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F63CC-179A-B4B6-5AAB-1DCB393ABF00}"/>
              </a:ext>
            </a:extLst>
          </p:cNvPr>
          <p:cNvSpPr>
            <a:spLocks noGrp="1"/>
          </p:cNvSpPr>
          <p:nvPr>
            <p:ph type="title"/>
          </p:nvPr>
        </p:nvSpPr>
        <p:spPr>
          <a:xfrm>
            <a:off x="476843" y="285355"/>
            <a:ext cx="11241915" cy="1217447"/>
          </a:xfrm>
        </p:spPr>
        <p:txBody>
          <a:bodyPr/>
          <a:lstStyle/>
          <a:p>
            <a:r>
              <a:rPr lang="en-US" dirty="0"/>
              <a:t>Structured Cabling: Managing and Installing a UTP Cable Plant (1 of 12)</a:t>
            </a:r>
          </a:p>
        </p:txBody>
      </p:sp>
      <p:sp>
        <p:nvSpPr>
          <p:cNvPr id="3" name="Content Placeholder 2">
            <a:extLst>
              <a:ext uri="{FF2B5EF4-FFF2-40B4-BE49-F238E27FC236}">
                <a16:creationId xmlns:a16="http://schemas.microsoft.com/office/drawing/2014/main" id="{457BD1B0-FB88-0164-9F57-F6B133EF4AF3}"/>
              </a:ext>
            </a:extLst>
          </p:cNvPr>
          <p:cNvSpPr>
            <a:spLocks noGrp="1"/>
          </p:cNvSpPr>
          <p:nvPr>
            <p:ph idx="1"/>
          </p:nvPr>
        </p:nvSpPr>
        <p:spPr>
          <a:xfrm>
            <a:off x="476843" y="1502802"/>
            <a:ext cx="11241915" cy="4351338"/>
          </a:xfrm>
        </p:spPr>
        <p:txBody>
          <a:bodyPr/>
          <a:lstStyle/>
          <a:p>
            <a:r>
              <a:rPr lang="en-US" b="1" dirty="0"/>
              <a:t>Structured cabling </a:t>
            </a:r>
            <a:r>
              <a:rPr lang="en-US" dirty="0"/>
              <a:t>specifies how cabling should be organized, regardless of the media type or network architecture</a:t>
            </a:r>
          </a:p>
          <a:p>
            <a:r>
              <a:rPr lang="en-US" b="1" dirty="0"/>
              <a:t>Large networks </a:t>
            </a:r>
            <a:r>
              <a:rPr lang="en-US" dirty="0"/>
              <a:t>typically use most or all of these components:</a:t>
            </a:r>
          </a:p>
          <a:p>
            <a:pPr lvl="1"/>
            <a:r>
              <a:rPr lang="en-US" sz="2200" dirty="0"/>
              <a:t>Work area</a:t>
            </a:r>
          </a:p>
          <a:p>
            <a:pPr lvl="1"/>
            <a:r>
              <a:rPr lang="en-US" sz="2200" dirty="0"/>
              <a:t>Horizontal wiring</a:t>
            </a:r>
          </a:p>
          <a:p>
            <a:pPr lvl="1"/>
            <a:r>
              <a:rPr lang="en-US" sz="2200" dirty="0"/>
              <a:t>Telecommunication closets</a:t>
            </a:r>
          </a:p>
          <a:p>
            <a:pPr lvl="1"/>
            <a:r>
              <a:rPr lang="en-US" sz="2200" dirty="0"/>
              <a:t>Equipment rooms</a:t>
            </a:r>
          </a:p>
          <a:p>
            <a:pPr lvl="1"/>
            <a:r>
              <a:rPr lang="en-US" sz="2200" dirty="0"/>
              <a:t>Backbone or vertical wiring</a:t>
            </a:r>
          </a:p>
          <a:p>
            <a:pPr lvl="1"/>
            <a:r>
              <a:rPr lang="en-US" sz="2200" dirty="0"/>
              <a:t>Entrance facilities</a:t>
            </a:r>
          </a:p>
          <a:p>
            <a:endParaRPr lang="en-US" dirty="0"/>
          </a:p>
        </p:txBody>
      </p:sp>
    </p:spTree>
    <p:extLst>
      <p:ext uri="{BB962C8B-B14F-4D97-AF65-F5344CB8AC3E}">
        <p14:creationId xmlns:p14="http://schemas.microsoft.com/office/powerpoint/2010/main" val="36361255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35562-1A00-BDF8-EB05-E750D50C3A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CBACDA-FAF1-EF21-810A-C224781AA541}"/>
              </a:ext>
            </a:extLst>
          </p:cNvPr>
          <p:cNvSpPr>
            <a:spLocks noGrp="1"/>
          </p:cNvSpPr>
          <p:nvPr>
            <p:ph type="title"/>
          </p:nvPr>
        </p:nvSpPr>
        <p:spPr/>
        <p:txBody>
          <a:bodyPr/>
          <a:lstStyle/>
          <a:p>
            <a:r>
              <a:rPr lang="en-US" dirty="0"/>
              <a:t>Structured Cabling: Managing and Installing a UTP Cable Plant (2 of 12)</a:t>
            </a:r>
          </a:p>
        </p:txBody>
      </p:sp>
      <p:sp>
        <p:nvSpPr>
          <p:cNvPr id="3" name="Content Placeholder 2">
            <a:extLst>
              <a:ext uri="{FF2B5EF4-FFF2-40B4-BE49-F238E27FC236}">
                <a16:creationId xmlns:a16="http://schemas.microsoft.com/office/drawing/2014/main" id="{4CDE0829-E3DB-4264-C317-60E37123C5DC}"/>
              </a:ext>
            </a:extLst>
          </p:cNvPr>
          <p:cNvSpPr>
            <a:spLocks noGrp="1"/>
          </p:cNvSpPr>
          <p:nvPr>
            <p:ph idx="1"/>
          </p:nvPr>
        </p:nvSpPr>
        <p:spPr>
          <a:xfrm>
            <a:off x="476843" y="1718339"/>
            <a:ext cx="11241915" cy="4351338"/>
          </a:xfrm>
        </p:spPr>
        <p:txBody>
          <a:bodyPr/>
          <a:lstStyle/>
          <a:p>
            <a:r>
              <a:rPr lang="en-US" dirty="0"/>
              <a:t>The </a:t>
            </a:r>
            <a:r>
              <a:rPr lang="en-US" b="1" dirty="0"/>
              <a:t>work area </a:t>
            </a:r>
            <a:r>
              <a:rPr lang="en-US" dirty="0"/>
              <a:t>is where workstations and other user devices are located</a:t>
            </a:r>
          </a:p>
          <a:p>
            <a:pPr lvl="1"/>
            <a:r>
              <a:rPr lang="en-US" sz="2200" dirty="0"/>
              <a:t>Faceplates and wall jacks are installed in the work area and patch cables connect computers and printers to wall jacks</a:t>
            </a:r>
          </a:p>
          <a:p>
            <a:r>
              <a:rPr lang="en-US" b="1" dirty="0"/>
              <a:t>Horizontal wiring </a:t>
            </a:r>
            <a:r>
              <a:rPr lang="en-US" dirty="0"/>
              <a:t>runs from the work area’s wall jack to the telecommunication closet </a:t>
            </a:r>
          </a:p>
          <a:p>
            <a:pPr lvl="1"/>
            <a:r>
              <a:rPr lang="en-US" sz="2200" dirty="0"/>
              <a:t>Wiring from the wall jack to the patch panel should be no longer than 90 meters (plus 10 meters for patch cables)</a:t>
            </a:r>
          </a:p>
          <a:p>
            <a:endParaRPr lang="en-US" dirty="0"/>
          </a:p>
        </p:txBody>
      </p:sp>
    </p:spTree>
    <p:extLst>
      <p:ext uri="{BB962C8B-B14F-4D97-AF65-F5344CB8AC3E}">
        <p14:creationId xmlns:p14="http://schemas.microsoft.com/office/powerpoint/2010/main" val="21670757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68ECC-7316-9B9A-7E01-6DD9B516F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7803C4-A147-6777-4D02-D0DDB16976CA}"/>
              </a:ext>
            </a:extLst>
          </p:cNvPr>
          <p:cNvSpPr>
            <a:spLocks noGrp="1"/>
          </p:cNvSpPr>
          <p:nvPr>
            <p:ph type="title"/>
          </p:nvPr>
        </p:nvSpPr>
        <p:spPr/>
        <p:txBody>
          <a:bodyPr/>
          <a:lstStyle/>
          <a:p>
            <a:r>
              <a:rPr lang="en-US" dirty="0"/>
              <a:t>Structured Cabling: Managing and Installing a UTP Cable Plant (3 of 12)</a:t>
            </a:r>
          </a:p>
        </p:txBody>
      </p:sp>
      <p:sp>
        <p:nvSpPr>
          <p:cNvPr id="5" name="TextBox 4">
            <a:extLst>
              <a:ext uri="{FF2B5EF4-FFF2-40B4-BE49-F238E27FC236}">
                <a16:creationId xmlns:a16="http://schemas.microsoft.com/office/drawing/2014/main" id="{7393DDEB-85D2-251F-7143-FBA7F1B2DA74}"/>
              </a:ext>
            </a:extLst>
          </p:cNvPr>
          <p:cNvSpPr txBox="1"/>
          <p:nvPr/>
        </p:nvSpPr>
        <p:spPr>
          <a:xfrm>
            <a:off x="7315200" y="3013501"/>
            <a:ext cx="4294598" cy="830997"/>
          </a:xfrm>
          <a:prstGeom prst="rect">
            <a:avLst/>
          </a:prstGeom>
          <a:noFill/>
        </p:spPr>
        <p:txBody>
          <a:bodyPr wrap="square" rtlCol="0">
            <a:spAutoFit/>
          </a:bodyPr>
          <a:lstStyle/>
          <a:p>
            <a:r>
              <a:rPr lang="en-US" sz="2400" b="1" dirty="0">
                <a:latin typeface="Work Sans" pitchFamily="2" charset="0"/>
              </a:rPr>
              <a:t>Figure 4-8  </a:t>
            </a:r>
            <a:r>
              <a:rPr lang="en-US" sz="2400" dirty="0">
                <a:latin typeface="Work Sans" pitchFamily="2" charset="0"/>
              </a:rPr>
              <a:t>Work area components</a:t>
            </a:r>
          </a:p>
        </p:txBody>
      </p:sp>
      <p:pic>
        <p:nvPicPr>
          <p:cNvPr id="4" name="Picture 3" descr="A patch cable running from a workstation and connected to a wall plate with R J 45 jack.&#10;">
            <a:extLst>
              <a:ext uri="{FF2B5EF4-FFF2-40B4-BE49-F238E27FC236}">
                <a16:creationId xmlns:a16="http://schemas.microsoft.com/office/drawing/2014/main" id="{F3F13F3C-472B-EBE0-5DAD-D89F3464109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563556" y="2242644"/>
            <a:ext cx="3981390" cy="2995543"/>
          </a:xfrm>
          <a:prstGeom prst="rect">
            <a:avLst/>
          </a:prstGeom>
        </p:spPr>
      </p:pic>
    </p:spTree>
    <p:extLst>
      <p:ext uri="{BB962C8B-B14F-4D97-AF65-F5344CB8AC3E}">
        <p14:creationId xmlns:p14="http://schemas.microsoft.com/office/powerpoint/2010/main" val="17360862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03B10-1383-7280-116D-0D73993B76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92DD31-9966-FD46-A5F5-C31829AA0EB3}"/>
              </a:ext>
            </a:extLst>
          </p:cNvPr>
          <p:cNvSpPr>
            <a:spLocks noGrp="1"/>
          </p:cNvSpPr>
          <p:nvPr>
            <p:ph type="title"/>
          </p:nvPr>
        </p:nvSpPr>
        <p:spPr/>
        <p:txBody>
          <a:bodyPr/>
          <a:lstStyle/>
          <a:p>
            <a:r>
              <a:rPr lang="en-US" dirty="0"/>
              <a:t>Structured Cabling: Managing and Installing a UTP Cable Plant (4 of 12)</a:t>
            </a:r>
          </a:p>
        </p:txBody>
      </p:sp>
      <p:sp>
        <p:nvSpPr>
          <p:cNvPr id="3" name="Content Placeholder 2">
            <a:extLst>
              <a:ext uri="{FF2B5EF4-FFF2-40B4-BE49-F238E27FC236}">
                <a16:creationId xmlns:a16="http://schemas.microsoft.com/office/drawing/2014/main" id="{8791716A-4A0E-BD7E-C8D7-3380D19AB388}"/>
              </a:ext>
            </a:extLst>
          </p:cNvPr>
          <p:cNvSpPr>
            <a:spLocks noGrp="1"/>
          </p:cNvSpPr>
          <p:nvPr>
            <p:ph idx="1"/>
          </p:nvPr>
        </p:nvSpPr>
        <p:spPr>
          <a:xfrm>
            <a:off x="476843" y="1718339"/>
            <a:ext cx="11241915" cy="4351338"/>
          </a:xfrm>
        </p:spPr>
        <p:txBody>
          <a:bodyPr/>
          <a:lstStyle/>
          <a:p>
            <a:r>
              <a:rPr lang="en-US" dirty="0"/>
              <a:t>The </a:t>
            </a:r>
            <a:r>
              <a:rPr lang="en-US" b="1" dirty="0"/>
              <a:t>telecommunications closet </a:t>
            </a:r>
            <a:r>
              <a:rPr lang="en-US" dirty="0"/>
              <a:t>(</a:t>
            </a:r>
            <a:r>
              <a:rPr lang="en-US" b="1" dirty="0"/>
              <a:t>TC</a:t>
            </a:r>
            <a:r>
              <a:rPr lang="en-US" dirty="0"/>
              <a:t>) provides connectivity to computer equipment in the nearby work area</a:t>
            </a:r>
          </a:p>
          <a:p>
            <a:pPr lvl="1"/>
            <a:r>
              <a:rPr lang="en-US" sz="2200" dirty="0"/>
              <a:t>A TC that houses the cabling and devices for work area computers is referred to as an </a:t>
            </a:r>
            <a:r>
              <a:rPr lang="en-US" sz="2200" b="1" dirty="0"/>
              <a:t>intermediate distribution frame </a:t>
            </a:r>
            <a:r>
              <a:rPr lang="en-US" sz="2200" dirty="0"/>
              <a:t>(</a:t>
            </a:r>
            <a:r>
              <a:rPr lang="en-US" sz="2200" b="1" dirty="0"/>
              <a:t>IDF</a:t>
            </a:r>
            <a:r>
              <a:rPr lang="en-US" sz="2200" dirty="0"/>
              <a:t>)</a:t>
            </a:r>
          </a:p>
          <a:p>
            <a:r>
              <a:rPr lang="en-US" dirty="0"/>
              <a:t>The </a:t>
            </a:r>
            <a:r>
              <a:rPr lang="en-US" b="1" dirty="0"/>
              <a:t>equipment room </a:t>
            </a:r>
            <a:r>
              <a:rPr lang="en-US" dirty="0"/>
              <a:t>houses servers, routers, switches, and other major network equipment and serves as a connection point for backbone cabling</a:t>
            </a:r>
          </a:p>
          <a:p>
            <a:pPr lvl="1"/>
            <a:r>
              <a:rPr lang="en-US" sz="2200" dirty="0"/>
              <a:t>An equipment room that’s the connection point between IDFs is called a </a:t>
            </a:r>
            <a:r>
              <a:rPr lang="en-US" sz="2200" b="1" dirty="0"/>
              <a:t>main distribution frame </a:t>
            </a:r>
            <a:r>
              <a:rPr lang="en-US" sz="2200" dirty="0"/>
              <a:t>(</a:t>
            </a:r>
            <a:r>
              <a:rPr lang="en-US" sz="2200" b="1" dirty="0"/>
              <a:t>MDF</a:t>
            </a:r>
            <a:r>
              <a:rPr lang="en-US" sz="2200" dirty="0"/>
              <a:t>) or “main cross-connect”</a:t>
            </a:r>
          </a:p>
          <a:p>
            <a:pPr marL="0" indent="0">
              <a:buNone/>
            </a:pPr>
            <a:endParaRPr lang="en-US" dirty="0"/>
          </a:p>
        </p:txBody>
      </p:sp>
    </p:spTree>
    <p:extLst>
      <p:ext uri="{BB962C8B-B14F-4D97-AF65-F5344CB8AC3E}">
        <p14:creationId xmlns:p14="http://schemas.microsoft.com/office/powerpoint/2010/main" val="1667743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E1B09-D3BB-CFD6-D435-7B29E5E0E4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8CDF2C-477B-2F5A-1737-81D902FCA9D4}"/>
              </a:ext>
            </a:extLst>
          </p:cNvPr>
          <p:cNvSpPr>
            <a:spLocks noGrp="1"/>
          </p:cNvSpPr>
          <p:nvPr>
            <p:ph type="title"/>
          </p:nvPr>
        </p:nvSpPr>
        <p:spPr/>
        <p:txBody>
          <a:bodyPr/>
          <a:lstStyle/>
          <a:p>
            <a:r>
              <a:rPr lang="en-US" dirty="0"/>
              <a:t>Structured Cabling: Managing and Installing a UTP Cable Plant (5 of 12)</a:t>
            </a:r>
          </a:p>
        </p:txBody>
      </p:sp>
      <p:sp>
        <p:nvSpPr>
          <p:cNvPr id="3" name="Content Placeholder 2">
            <a:extLst>
              <a:ext uri="{FF2B5EF4-FFF2-40B4-BE49-F238E27FC236}">
                <a16:creationId xmlns:a16="http://schemas.microsoft.com/office/drawing/2014/main" id="{4E173063-1B46-D0A2-A907-67D90F145D0F}"/>
              </a:ext>
            </a:extLst>
          </p:cNvPr>
          <p:cNvSpPr>
            <a:spLocks noGrp="1"/>
          </p:cNvSpPr>
          <p:nvPr>
            <p:ph idx="1"/>
          </p:nvPr>
        </p:nvSpPr>
        <p:spPr>
          <a:xfrm>
            <a:off x="476843" y="1718339"/>
            <a:ext cx="11241915" cy="4351338"/>
          </a:xfrm>
        </p:spPr>
        <p:txBody>
          <a:bodyPr/>
          <a:lstStyle/>
          <a:p>
            <a:r>
              <a:rPr lang="en-US" b="1" dirty="0"/>
              <a:t>Backbone cabling </a:t>
            </a:r>
            <a:r>
              <a:rPr lang="en-US" dirty="0"/>
              <a:t>interconnects IDFs and MDFs</a:t>
            </a:r>
          </a:p>
          <a:p>
            <a:pPr lvl="1"/>
            <a:r>
              <a:rPr lang="en-US" sz="2200" dirty="0"/>
              <a:t>This cabling runs between floors or wings of a building and between buildings</a:t>
            </a:r>
          </a:p>
          <a:p>
            <a:pPr lvl="1"/>
            <a:r>
              <a:rPr lang="en-US" sz="2200" dirty="0"/>
              <a:t>It is often fiber-optic cable but can also be UTP if the distance between TCs is less than 90 meters</a:t>
            </a:r>
          </a:p>
          <a:p>
            <a:r>
              <a:rPr lang="en-US" b="1" dirty="0"/>
              <a:t>Entrance Facility </a:t>
            </a:r>
            <a:r>
              <a:rPr lang="en-US" dirty="0"/>
              <a:t>is the location of the cabling and equipment that connects a corporate network to a third-party telecommunications provider</a:t>
            </a:r>
          </a:p>
          <a:p>
            <a:pPr lvl="1"/>
            <a:r>
              <a:rPr lang="en-US" sz="2200" dirty="0"/>
              <a:t>It can also serve as an equipment room and the main cross-connect for all backbone cabling</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41510709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65154-5C94-0EAD-3DA7-2140203D22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85EEC1-8F84-6B13-391E-092594312184}"/>
              </a:ext>
            </a:extLst>
          </p:cNvPr>
          <p:cNvSpPr>
            <a:spLocks noGrp="1"/>
          </p:cNvSpPr>
          <p:nvPr>
            <p:ph type="title"/>
          </p:nvPr>
        </p:nvSpPr>
        <p:spPr/>
        <p:txBody>
          <a:bodyPr/>
          <a:lstStyle/>
          <a:p>
            <a:r>
              <a:rPr lang="en-US" dirty="0"/>
              <a:t>Structured Cabling: Managing and Installing a UTP Cable Plant (6 of 12)</a:t>
            </a:r>
          </a:p>
        </p:txBody>
      </p:sp>
      <p:sp>
        <p:nvSpPr>
          <p:cNvPr id="5" name="TextBox 4">
            <a:extLst>
              <a:ext uri="{FF2B5EF4-FFF2-40B4-BE49-F238E27FC236}">
                <a16:creationId xmlns:a16="http://schemas.microsoft.com/office/drawing/2014/main" id="{36AC2406-6EE4-26F2-B911-B59F82B5B9A4}"/>
              </a:ext>
            </a:extLst>
          </p:cNvPr>
          <p:cNvSpPr txBox="1"/>
          <p:nvPr/>
        </p:nvSpPr>
        <p:spPr>
          <a:xfrm>
            <a:off x="7315200" y="3013501"/>
            <a:ext cx="4294598" cy="1200329"/>
          </a:xfrm>
          <a:prstGeom prst="rect">
            <a:avLst/>
          </a:prstGeom>
          <a:noFill/>
        </p:spPr>
        <p:txBody>
          <a:bodyPr wrap="square" rtlCol="0">
            <a:spAutoFit/>
          </a:bodyPr>
          <a:lstStyle/>
          <a:p>
            <a:r>
              <a:rPr lang="en-US" sz="2400" b="1" dirty="0">
                <a:latin typeface="Work Sans" pitchFamily="2" charset="0"/>
              </a:rPr>
              <a:t>Figure 4-10  </a:t>
            </a:r>
            <a:r>
              <a:rPr lang="en-US" sz="2400" dirty="0">
                <a:latin typeface="Work Sans" pitchFamily="2" charset="0"/>
              </a:rPr>
              <a:t>Backbone cabling connecting IDFs and MDFs</a:t>
            </a:r>
          </a:p>
        </p:txBody>
      </p:sp>
      <p:pic>
        <p:nvPicPr>
          <p:cNvPr id="4" name="Picture 3" descr="Backbone cabling connecting I D Fs to an M D F. Distribution rack in I D F 1 and I D F 2 are connected by backbone cabling to distribution rack in M D F 1.&#10;">
            <a:extLst>
              <a:ext uri="{FF2B5EF4-FFF2-40B4-BE49-F238E27FC236}">
                <a16:creationId xmlns:a16="http://schemas.microsoft.com/office/drawing/2014/main" id="{8BA8FECC-C394-651C-BBBA-C661B884240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368347" y="2075576"/>
            <a:ext cx="4294598" cy="3231197"/>
          </a:xfrm>
          <a:prstGeom prst="rect">
            <a:avLst/>
          </a:prstGeom>
        </p:spPr>
      </p:pic>
    </p:spTree>
    <p:extLst>
      <p:ext uri="{BB962C8B-B14F-4D97-AF65-F5344CB8AC3E}">
        <p14:creationId xmlns:p14="http://schemas.microsoft.com/office/powerpoint/2010/main" val="42730220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6DAB2-48DC-4F6C-9DC0-FFA2A11C050E}"/>
              </a:ext>
            </a:extLst>
          </p:cNvPr>
          <p:cNvSpPr>
            <a:spLocks noGrp="1"/>
          </p:cNvSpPr>
          <p:nvPr>
            <p:ph type="title"/>
          </p:nvPr>
        </p:nvSpPr>
        <p:spPr/>
        <p:txBody>
          <a:bodyPr/>
          <a:lstStyle/>
          <a:p>
            <a:r>
              <a:rPr lang="en-US" dirty="0"/>
              <a:t>Structured Cabling: Managing and Installing a UTP Cable Plant (7 of 12)</a:t>
            </a:r>
          </a:p>
        </p:txBody>
      </p:sp>
      <p:sp>
        <p:nvSpPr>
          <p:cNvPr id="3" name="Content Placeholder 2">
            <a:extLst>
              <a:ext uri="{FF2B5EF4-FFF2-40B4-BE49-F238E27FC236}">
                <a16:creationId xmlns:a16="http://schemas.microsoft.com/office/drawing/2014/main" id="{166F9BC7-C281-DC54-78DA-898EE8F45125}"/>
              </a:ext>
            </a:extLst>
          </p:cNvPr>
          <p:cNvSpPr>
            <a:spLocks noGrp="1"/>
          </p:cNvSpPr>
          <p:nvPr>
            <p:ph idx="1"/>
          </p:nvPr>
        </p:nvSpPr>
        <p:spPr/>
        <p:txBody>
          <a:bodyPr/>
          <a:lstStyle/>
          <a:p>
            <a:r>
              <a:rPr lang="en-US" dirty="0"/>
              <a:t>Installing </a:t>
            </a:r>
            <a:r>
              <a:rPr lang="en-US" b="1" dirty="0"/>
              <a:t>UTP</a:t>
            </a:r>
            <a:r>
              <a:rPr lang="en-US" dirty="0"/>
              <a:t> Cabling</a:t>
            </a:r>
          </a:p>
          <a:p>
            <a:pPr lvl="1"/>
            <a:r>
              <a:rPr lang="en-US" sz="2200" dirty="0"/>
              <a:t>Cable </a:t>
            </a:r>
            <a:r>
              <a:rPr lang="en-US" sz="2200" b="1" dirty="0"/>
              <a:t>termination</a:t>
            </a:r>
            <a:r>
              <a:rPr lang="en-US" sz="2200" dirty="0"/>
              <a:t> means putting RJ-45 plugs on the ends of cable or punching down wires into terminal blocks on a jack or patch panel</a:t>
            </a:r>
          </a:p>
          <a:p>
            <a:pPr lvl="1"/>
            <a:r>
              <a:rPr lang="en-US" sz="2200" dirty="0"/>
              <a:t>When making a cable or terminating a cable at a jack or patch panel it is important to get the colored wires arranged in the correct order</a:t>
            </a:r>
          </a:p>
          <a:p>
            <a:pPr lvl="1"/>
            <a:r>
              <a:rPr lang="en-US" sz="2200" dirty="0"/>
              <a:t>There are </a:t>
            </a:r>
            <a:r>
              <a:rPr lang="en-US" sz="2200" b="1" dirty="0"/>
              <a:t>two standards</a:t>
            </a:r>
            <a:r>
              <a:rPr lang="en-US" sz="2200" dirty="0"/>
              <a:t>: TIA/EIA 568A and TIA/EIA 568B (see Figure 4-12 on the following slide)</a:t>
            </a:r>
          </a:p>
          <a:p>
            <a:endParaRPr lang="en-US" dirty="0"/>
          </a:p>
        </p:txBody>
      </p:sp>
    </p:spTree>
    <p:extLst>
      <p:ext uri="{BB962C8B-B14F-4D97-AF65-F5344CB8AC3E}">
        <p14:creationId xmlns:p14="http://schemas.microsoft.com/office/powerpoint/2010/main" val="19810432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033EE-952C-CD5D-1289-D574C608EB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9A9E01-4934-1F4B-C717-1774B352D57A}"/>
              </a:ext>
            </a:extLst>
          </p:cNvPr>
          <p:cNvSpPr>
            <a:spLocks noGrp="1"/>
          </p:cNvSpPr>
          <p:nvPr>
            <p:ph type="title"/>
          </p:nvPr>
        </p:nvSpPr>
        <p:spPr/>
        <p:txBody>
          <a:bodyPr/>
          <a:lstStyle/>
          <a:p>
            <a:r>
              <a:rPr lang="en-US" dirty="0"/>
              <a:t>Structured Cabling: Managing and Installing a UTP Cable Plant (8 of 12)</a:t>
            </a:r>
          </a:p>
        </p:txBody>
      </p:sp>
      <p:sp>
        <p:nvSpPr>
          <p:cNvPr id="5" name="TextBox 4">
            <a:extLst>
              <a:ext uri="{FF2B5EF4-FFF2-40B4-BE49-F238E27FC236}">
                <a16:creationId xmlns:a16="http://schemas.microsoft.com/office/drawing/2014/main" id="{E1E35816-3ADD-6EAA-AB33-50C03AABE445}"/>
              </a:ext>
            </a:extLst>
          </p:cNvPr>
          <p:cNvSpPr txBox="1"/>
          <p:nvPr/>
        </p:nvSpPr>
        <p:spPr>
          <a:xfrm>
            <a:off x="7315200" y="3013501"/>
            <a:ext cx="4294598" cy="1200329"/>
          </a:xfrm>
          <a:prstGeom prst="rect">
            <a:avLst/>
          </a:prstGeom>
          <a:noFill/>
        </p:spPr>
        <p:txBody>
          <a:bodyPr wrap="square" rtlCol="0">
            <a:spAutoFit/>
          </a:bodyPr>
          <a:lstStyle/>
          <a:p>
            <a:r>
              <a:rPr lang="en-US" sz="2400" b="1" dirty="0">
                <a:latin typeface="Work Sans" pitchFamily="2" charset="0"/>
              </a:rPr>
              <a:t>Figure 4-11 </a:t>
            </a:r>
            <a:r>
              <a:rPr lang="en-US" sz="2400" dirty="0">
                <a:latin typeface="Work Sans" pitchFamily="2" charset="0"/>
              </a:rPr>
              <a:t>Cable installation and termination tools</a:t>
            </a:r>
          </a:p>
        </p:txBody>
      </p:sp>
      <p:pic>
        <p:nvPicPr>
          <p:cNvPr id="4" name="Picture 3" descr="Tools used for network cable installation and termination. The tools include a cable tester, crimping tool, punchdown tool, electrician's scissors, and cable stripper.&#10;">
            <a:extLst>
              <a:ext uri="{FF2B5EF4-FFF2-40B4-BE49-F238E27FC236}">
                <a16:creationId xmlns:a16="http://schemas.microsoft.com/office/drawing/2014/main" id="{D0546589-0646-1CD1-854A-C265B4408CC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89973" y="1957865"/>
            <a:ext cx="5413971" cy="4073398"/>
          </a:xfrm>
          <a:prstGeom prst="rect">
            <a:avLst/>
          </a:prstGeom>
        </p:spPr>
      </p:pic>
    </p:spTree>
    <p:extLst>
      <p:ext uri="{BB962C8B-B14F-4D97-AF65-F5344CB8AC3E}">
        <p14:creationId xmlns:p14="http://schemas.microsoft.com/office/powerpoint/2010/main" val="22145984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082BD-88E7-EFBB-8B5E-B7DB55331E3F}"/>
              </a:ext>
            </a:extLst>
          </p:cNvPr>
          <p:cNvSpPr>
            <a:spLocks noGrp="1"/>
          </p:cNvSpPr>
          <p:nvPr>
            <p:ph type="title"/>
          </p:nvPr>
        </p:nvSpPr>
        <p:spPr>
          <a:xfrm>
            <a:off x="476843" y="272829"/>
            <a:ext cx="11241915" cy="1217447"/>
          </a:xfrm>
        </p:spPr>
        <p:txBody>
          <a:bodyPr/>
          <a:lstStyle/>
          <a:p>
            <a:r>
              <a:rPr lang="en-US" dirty="0"/>
              <a:t>Structured Cabling: Managing and Installing a UTP Cable Plant (9 of 12)</a:t>
            </a:r>
          </a:p>
        </p:txBody>
      </p:sp>
      <p:sp>
        <p:nvSpPr>
          <p:cNvPr id="3" name="Content Placeholder 2">
            <a:extLst>
              <a:ext uri="{FF2B5EF4-FFF2-40B4-BE49-F238E27FC236}">
                <a16:creationId xmlns:a16="http://schemas.microsoft.com/office/drawing/2014/main" id="{B1DAFD0A-5920-BF17-C8FE-38363E0E6F5E}"/>
              </a:ext>
            </a:extLst>
          </p:cNvPr>
          <p:cNvSpPr>
            <a:spLocks noGrp="1"/>
          </p:cNvSpPr>
          <p:nvPr>
            <p:ph idx="1"/>
          </p:nvPr>
        </p:nvSpPr>
        <p:spPr>
          <a:xfrm>
            <a:off x="476843" y="1600156"/>
            <a:ext cx="11241915" cy="4351338"/>
          </a:xfrm>
        </p:spPr>
        <p:txBody>
          <a:bodyPr/>
          <a:lstStyle/>
          <a:p>
            <a:r>
              <a:rPr lang="en-US" b="1" dirty="0"/>
              <a:t>Standard patch cables </a:t>
            </a:r>
            <a:r>
              <a:rPr lang="en-US" dirty="0"/>
              <a:t>are called </a:t>
            </a:r>
            <a:r>
              <a:rPr lang="en-US" b="1" dirty="0"/>
              <a:t>straight-through cables </a:t>
            </a:r>
            <a:r>
              <a:rPr lang="en-US" dirty="0"/>
              <a:t>(same wiring standard on both ends)</a:t>
            </a:r>
          </a:p>
          <a:p>
            <a:r>
              <a:rPr lang="en-US" b="1" dirty="0"/>
              <a:t>Crossover cables </a:t>
            </a:r>
            <a:r>
              <a:rPr lang="en-US" dirty="0"/>
              <a:t>use </a:t>
            </a:r>
            <a:r>
              <a:rPr lang="en-US" b="1" dirty="0"/>
              <a:t>568A standard </a:t>
            </a:r>
            <a:r>
              <a:rPr lang="en-US" dirty="0"/>
              <a:t>on one side of the cable and 568B standard on the other side</a:t>
            </a:r>
          </a:p>
          <a:p>
            <a:pPr lvl="1"/>
            <a:r>
              <a:rPr lang="en-US" sz="2200" dirty="0"/>
              <a:t>This type of cable crosses the transmit and receive wires so that transmit on one end connects to receive on the other </a:t>
            </a:r>
          </a:p>
          <a:p>
            <a:pPr lvl="1"/>
            <a:r>
              <a:rPr lang="en-US" sz="2200" dirty="0"/>
              <a:t>This type of cable is often needed when you connect two devices of the same type to one another</a:t>
            </a:r>
          </a:p>
          <a:p>
            <a:pPr lvl="1"/>
            <a:r>
              <a:rPr lang="en-US" sz="2200" dirty="0"/>
              <a:t>For a </a:t>
            </a:r>
            <a:r>
              <a:rPr lang="en-US" sz="2200" b="1" dirty="0"/>
              <a:t>1000BaseT crossover cable</a:t>
            </a:r>
            <a:r>
              <a:rPr lang="en-US" sz="2200" dirty="0"/>
              <a:t>, you have to cross the blue and brown pins because they’re used in 1000BaseT</a:t>
            </a:r>
          </a:p>
          <a:p>
            <a:endParaRPr lang="en-US" dirty="0"/>
          </a:p>
        </p:txBody>
      </p:sp>
    </p:spTree>
    <p:extLst>
      <p:ext uri="{BB962C8B-B14F-4D97-AF65-F5344CB8AC3E}">
        <p14:creationId xmlns:p14="http://schemas.microsoft.com/office/powerpoint/2010/main" val="16518264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8EDFB-87B1-D354-7C0F-E60FF4C9CB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E6FB6B-E1DA-F87E-984C-06987718DC66}"/>
              </a:ext>
            </a:extLst>
          </p:cNvPr>
          <p:cNvSpPr>
            <a:spLocks noGrp="1"/>
          </p:cNvSpPr>
          <p:nvPr>
            <p:ph type="title"/>
          </p:nvPr>
        </p:nvSpPr>
        <p:spPr/>
        <p:txBody>
          <a:bodyPr/>
          <a:lstStyle/>
          <a:p>
            <a:r>
              <a:rPr lang="en-US" dirty="0"/>
              <a:t>Structured Cabling: Managing and Installing a UTP Cable Plant (10 of 12)</a:t>
            </a:r>
          </a:p>
        </p:txBody>
      </p:sp>
      <p:sp>
        <p:nvSpPr>
          <p:cNvPr id="5" name="TextBox 4">
            <a:extLst>
              <a:ext uri="{FF2B5EF4-FFF2-40B4-BE49-F238E27FC236}">
                <a16:creationId xmlns:a16="http://schemas.microsoft.com/office/drawing/2014/main" id="{094385AC-4243-8A54-36C5-9105185275C3}"/>
              </a:ext>
            </a:extLst>
          </p:cNvPr>
          <p:cNvSpPr txBox="1"/>
          <p:nvPr/>
        </p:nvSpPr>
        <p:spPr>
          <a:xfrm>
            <a:off x="7315200" y="2777195"/>
            <a:ext cx="4294598" cy="830997"/>
          </a:xfrm>
          <a:prstGeom prst="rect">
            <a:avLst/>
          </a:prstGeom>
          <a:noFill/>
        </p:spPr>
        <p:txBody>
          <a:bodyPr wrap="square" rtlCol="0">
            <a:spAutoFit/>
          </a:bodyPr>
          <a:lstStyle/>
          <a:p>
            <a:r>
              <a:rPr lang="en-US" sz="2400" b="1" dirty="0">
                <a:latin typeface="Work Sans" pitchFamily="2" charset="0"/>
              </a:rPr>
              <a:t>Figure 4-12  </a:t>
            </a:r>
            <a:r>
              <a:rPr lang="en-US" sz="2400" dirty="0">
                <a:latin typeface="Work Sans" pitchFamily="2" charset="0"/>
              </a:rPr>
              <a:t>TIA/EIA 568A and 568B cable pinouts</a:t>
            </a:r>
          </a:p>
        </p:txBody>
      </p:sp>
      <p:pic>
        <p:nvPicPr>
          <p:cNvPr id="4" name="Picture 3" descr="The pinouts in the case of T I A / E I A 568 A and 568 B cable standards. The R J 45 jack has pins from 1 to 8. The following is the wiring order in the T 568 A standard for pins from 1 to 8. Green white. Green. Orange white. Blue. Blue white. Orange. Brown white. Brown. The green pair is followed by the blue pair and the brown pair with the orange pair present around the blue pair. The following is the wiring order in the T 568 B standard for pins from 1 to 8. Orange white. Orange. Green white. Blue. Blue white. Green. Brown white. Brown. The orange pair is followed by the blue pair and brown pair with the green pair present around the blue pair. A table with the wiring details and other information is provided. Row  1: Pin number: 1; T 568 A Color: white green; T 568 B Color: White orange; Fast Ethernet function: T x plus; Gigabit Ethernet function: Bidirectional plus. Row  2: Pin number: 2; T 568 A Color: Green; T 568 B Color: Orange; Fast Ethernet function: T x minus; Gigabit Ethernet function: Bidirectional minus. Row  3: Pin number: 3; T 568 A Color: white orange; T 568 B Color: White green; Fast Ethernet function: R x plus; Gigabit Ethernet function: Bidirectional plus. Row  4: Pin number: 4; T 568 A Color: Blue; T 568 B Color: Blue; Fast Ethernet function: Unused; Gigabit Ethernet function: Bidirectional plus. Row  5: Pin number: 5; T 568 A Color: white blue; T 568 B Color: White blue; Fast Ethernet function: Unused; Gigabit Ethernet function: Bidirectional minus. Row  6: Pin number: 6; T 568 A Color: Orange; T 568 B Color: Green; Fast Ethernet function: R x minus; Gigabit Ethernet function: Bidirectional minus. Row  7: Pin number: 7; T 568 A Color: white brown; T 568 B Color: White brown; Fast Ethernet function: Unused; Gigabit Ethernet function: Bidirectional plus. Row  8: Pin number: 8; T 568 A Color: Brown; T 568 B Color: Brown; Fast Ethernet function: Unused; Gigabit Ethernet function: Bidirectional minus.">
            <a:extLst>
              <a:ext uri="{FF2B5EF4-FFF2-40B4-BE49-F238E27FC236}">
                <a16:creationId xmlns:a16="http://schemas.microsoft.com/office/drawing/2014/main" id="{72BAE20C-5D7C-E858-95C1-E47493758C4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89349" y="1690692"/>
            <a:ext cx="5849654" cy="4394698"/>
          </a:xfrm>
          <a:prstGeom prst="rect">
            <a:avLst/>
          </a:prstGeom>
        </p:spPr>
      </p:pic>
    </p:spTree>
    <p:extLst>
      <p:ext uri="{BB962C8B-B14F-4D97-AF65-F5344CB8AC3E}">
        <p14:creationId xmlns:p14="http://schemas.microsoft.com/office/powerpoint/2010/main" val="42276102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ECD28-30A1-AE48-B0F2-C14A1A88830F}"/>
              </a:ext>
            </a:extLst>
          </p:cNvPr>
          <p:cNvSpPr>
            <a:spLocks noGrp="1"/>
          </p:cNvSpPr>
          <p:nvPr>
            <p:ph type="title"/>
          </p:nvPr>
        </p:nvSpPr>
        <p:spPr>
          <a:xfrm>
            <a:off x="476843" y="247777"/>
            <a:ext cx="11241915" cy="1217447"/>
          </a:xfrm>
        </p:spPr>
        <p:txBody>
          <a:bodyPr/>
          <a:lstStyle/>
          <a:p>
            <a:r>
              <a:rPr lang="en-US" dirty="0"/>
              <a:t>Structured Cabling: Managing and Installing a UTP Cable Plant (11 of 12)</a:t>
            </a:r>
          </a:p>
        </p:txBody>
      </p:sp>
      <p:sp>
        <p:nvSpPr>
          <p:cNvPr id="3" name="Content Placeholder 2">
            <a:extLst>
              <a:ext uri="{FF2B5EF4-FFF2-40B4-BE49-F238E27FC236}">
                <a16:creationId xmlns:a16="http://schemas.microsoft.com/office/drawing/2014/main" id="{FF7E7423-E85B-6239-00D6-7B27F92B1040}"/>
              </a:ext>
            </a:extLst>
          </p:cNvPr>
          <p:cNvSpPr>
            <a:spLocks noGrp="1"/>
          </p:cNvSpPr>
          <p:nvPr>
            <p:ph idx="1"/>
          </p:nvPr>
        </p:nvSpPr>
        <p:spPr>
          <a:xfrm>
            <a:off x="476843" y="1474575"/>
            <a:ext cx="11241915" cy="4351338"/>
          </a:xfrm>
        </p:spPr>
        <p:txBody>
          <a:bodyPr/>
          <a:lstStyle/>
          <a:p>
            <a:r>
              <a:rPr lang="en-US" dirty="0"/>
              <a:t>Network devices connecting with RJ-45 plugs are classified as </a:t>
            </a:r>
            <a:r>
              <a:rPr lang="en-US" b="1" dirty="0"/>
              <a:t>medium dependent interface </a:t>
            </a:r>
            <a:r>
              <a:rPr lang="en-US" dirty="0"/>
              <a:t>(</a:t>
            </a:r>
            <a:r>
              <a:rPr lang="en-US" b="1" dirty="0"/>
              <a:t>MDI</a:t>
            </a:r>
            <a:r>
              <a:rPr lang="en-US" dirty="0"/>
              <a:t>) devices or </a:t>
            </a:r>
            <a:r>
              <a:rPr lang="en-US" b="1" dirty="0"/>
              <a:t>MDI crossed </a:t>
            </a:r>
            <a:r>
              <a:rPr lang="en-US" dirty="0"/>
              <a:t>(</a:t>
            </a:r>
            <a:r>
              <a:rPr lang="en-US" b="1" dirty="0"/>
              <a:t>MDI-X</a:t>
            </a:r>
            <a:r>
              <a:rPr lang="en-US" dirty="0"/>
              <a:t>) devices</a:t>
            </a:r>
          </a:p>
          <a:p>
            <a:pPr lvl="1"/>
            <a:r>
              <a:rPr lang="en-US" sz="2200" dirty="0"/>
              <a:t>MDI devices transmit on pins 1 and 2 and receive on pins 3 and 6</a:t>
            </a:r>
          </a:p>
          <a:p>
            <a:pPr lvl="1"/>
            <a:r>
              <a:rPr lang="en-US" sz="2200" dirty="0"/>
              <a:t>MDI-X devices receive on pins 1 and 2 and transmit on pins 3 and 6</a:t>
            </a:r>
          </a:p>
          <a:p>
            <a:pPr lvl="2"/>
            <a:r>
              <a:rPr lang="en-US" sz="2000" dirty="0"/>
              <a:t>Usually hubs and switches are examples</a:t>
            </a:r>
          </a:p>
          <a:p>
            <a:r>
              <a:rPr lang="en-US" dirty="0"/>
              <a:t>When </a:t>
            </a:r>
            <a:r>
              <a:rPr lang="en-US" b="1" dirty="0"/>
              <a:t>two switches need to be connected</a:t>
            </a:r>
            <a:r>
              <a:rPr lang="en-US" dirty="0"/>
              <a:t>, you use a crossover cable so that transmit and receive wires get crossed</a:t>
            </a:r>
          </a:p>
          <a:p>
            <a:pPr lvl="1"/>
            <a:r>
              <a:rPr lang="en-US" sz="2200" dirty="0"/>
              <a:t>Some devices have “auto-sensing” (Auto-MDI-X) ports that can detect whether you are trying to connect transmit wires to transmit wires</a:t>
            </a:r>
          </a:p>
          <a:p>
            <a:endParaRPr lang="en-US" dirty="0"/>
          </a:p>
        </p:txBody>
      </p:sp>
    </p:spTree>
    <p:extLst>
      <p:ext uri="{BB962C8B-B14F-4D97-AF65-F5344CB8AC3E}">
        <p14:creationId xmlns:p14="http://schemas.microsoft.com/office/powerpoint/2010/main" val="18648220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B4264-E072-B83F-EBEB-95EE03B4C9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5DFA56-0AD5-FD22-42D1-83066E0CF8F1}"/>
              </a:ext>
            </a:extLst>
          </p:cNvPr>
          <p:cNvSpPr>
            <a:spLocks noGrp="1"/>
          </p:cNvSpPr>
          <p:nvPr>
            <p:ph type="title"/>
          </p:nvPr>
        </p:nvSpPr>
        <p:spPr/>
        <p:txBody>
          <a:bodyPr/>
          <a:lstStyle/>
          <a:p>
            <a:r>
              <a:rPr lang="en-US" dirty="0"/>
              <a:t>Structured Cabling: Managing and Installing a UTP Cable Plant (12 of 12)</a:t>
            </a:r>
          </a:p>
        </p:txBody>
      </p:sp>
      <p:sp>
        <p:nvSpPr>
          <p:cNvPr id="3" name="Content Placeholder 2">
            <a:extLst>
              <a:ext uri="{FF2B5EF4-FFF2-40B4-BE49-F238E27FC236}">
                <a16:creationId xmlns:a16="http://schemas.microsoft.com/office/drawing/2014/main" id="{022A2F08-0993-1370-ABC2-97074754A92B}"/>
              </a:ext>
            </a:extLst>
          </p:cNvPr>
          <p:cNvSpPr>
            <a:spLocks noGrp="1"/>
          </p:cNvSpPr>
          <p:nvPr>
            <p:ph idx="1"/>
          </p:nvPr>
        </p:nvSpPr>
        <p:spPr>
          <a:xfrm>
            <a:off x="476843" y="1825625"/>
            <a:ext cx="11241915" cy="3422780"/>
          </a:xfrm>
        </p:spPr>
        <p:txBody>
          <a:bodyPr/>
          <a:lstStyle/>
          <a:p>
            <a:r>
              <a:rPr lang="en-US" b="1" dirty="0"/>
              <a:t>Why Two Transmit and Two Receive Wires</a:t>
            </a:r>
            <a:r>
              <a:rPr lang="en-US" dirty="0"/>
              <a:t>?</a:t>
            </a:r>
          </a:p>
          <a:p>
            <a:pPr lvl="1"/>
            <a:r>
              <a:rPr lang="en-US" dirty="0"/>
              <a:t>One wire pair is used for transmit (labeled transmit+/transmit-) and one pair for receive (labeled receive+/receive-)</a:t>
            </a:r>
          </a:p>
          <a:p>
            <a:pPr lvl="1"/>
            <a:r>
              <a:rPr lang="en-US" dirty="0"/>
              <a:t>The plus and minus symbols indicate that the wires carry a positive or a negative signal</a:t>
            </a:r>
          </a:p>
          <a:p>
            <a:pPr lvl="1"/>
            <a:r>
              <a:rPr lang="en-US" dirty="0"/>
              <a:t>This </a:t>
            </a:r>
            <a:r>
              <a:rPr lang="en-US" b="1" dirty="0"/>
              <a:t>differential signal </a:t>
            </a:r>
            <a:r>
              <a:rPr lang="en-US" dirty="0"/>
              <a:t>mitigates the effect of crosstalk and noise on the cable</a:t>
            </a:r>
          </a:p>
          <a:p>
            <a:endParaRPr lang="en-US" dirty="0"/>
          </a:p>
          <a:p>
            <a:r>
              <a:rPr lang="en-US">
                <a:hlinkClick r:id="rId2"/>
              </a:rPr>
              <a:t>https://www.yout-ube.com/watch?v=gzVe_GnbifI</a:t>
            </a:r>
            <a:r>
              <a:rPr lang="en-US"/>
              <a:t>    Fiber - copper</a:t>
            </a:r>
            <a:endParaRPr lang="en-US" dirty="0"/>
          </a:p>
          <a:p>
            <a:endParaRPr lang="en-US" dirty="0"/>
          </a:p>
        </p:txBody>
      </p:sp>
      <p:pic>
        <p:nvPicPr>
          <p:cNvPr id="1028" name="Picture 4" descr="Stop Sign - MUTCD R1-1 Official Stop ...">
            <a:extLst>
              <a:ext uri="{FF2B5EF4-FFF2-40B4-BE49-F238E27FC236}">
                <a16:creationId xmlns:a16="http://schemas.microsoft.com/office/drawing/2014/main" id="{93CD6531-608A-E2E6-2973-B7AB7BC594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751" y="5435321"/>
            <a:ext cx="949434" cy="949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12515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B54CD94-D75F-6FC7-3B3B-186438BE2AA8}"/>
              </a:ext>
            </a:extLst>
          </p:cNvPr>
          <p:cNvSpPr>
            <a:spLocks noGrp="1"/>
          </p:cNvSpPr>
          <p:nvPr>
            <p:ph type="title"/>
          </p:nvPr>
        </p:nvSpPr>
        <p:spPr>
          <a:xfrm>
            <a:off x="2617940" y="473245"/>
            <a:ext cx="9100818" cy="1217447"/>
          </a:xfrm>
        </p:spPr>
        <p:txBody>
          <a:bodyPr/>
          <a:lstStyle/>
          <a:p>
            <a:r>
              <a:rPr lang="en-US" dirty="0"/>
              <a:t>Knowledge Check Activity 4-1</a:t>
            </a:r>
          </a:p>
        </p:txBody>
      </p:sp>
      <p:sp>
        <p:nvSpPr>
          <p:cNvPr id="15" name="Content Placeholder 2">
            <a:extLst>
              <a:ext uri="{FF2B5EF4-FFF2-40B4-BE49-F238E27FC236}">
                <a16:creationId xmlns:a16="http://schemas.microsoft.com/office/drawing/2014/main" id="{5464F008-21F9-FCFB-BF06-39C357DBA52E}"/>
              </a:ext>
            </a:extLst>
          </p:cNvPr>
          <p:cNvSpPr>
            <a:spLocks noGrp="1"/>
          </p:cNvSpPr>
          <p:nvPr>
            <p:ph idx="1"/>
          </p:nvPr>
        </p:nvSpPr>
        <p:spPr>
          <a:xfrm>
            <a:off x="476843" y="1825625"/>
            <a:ext cx="11241915" cy="4351338"/>
          </a:xfrm>
        </p:spPr>
        <p:txBody>
          <a:bodyPr/>
          <a:lstStyle/>
          <a:p>
            <a:pPr marL="0" indent="0">
              <a:buNone/>
            </a:pPr>
            <a:r>
              <a:rPr lang="en-US" dirty="0"/>
              <a:t>To support 1000BaseT Ethernet, what is the minimum cabling category you should use?</a:t>
            </a:r>
          </a:p>
          <a:p>
            <a:pPr marL="0" indent="0">
              <a:buNone/>
            </a:pPr>
            <a:r>
              <a:rPr lang="en-US" dirty="0"/>
              <a:t>a. Category 4</a:t>
            </a:r>
          </a:p>
          <a:p>
            <a:pPr marL="0" indent="0">
              <a:buNone/>
            </a:pPr>
            <a:r>
              <a:rPr lang="en-US" dirty="0"/>
              <a:t>b. Category 5e</a:t>
            </a:r>
          </a:p>
          <a:p>
            <a:pPr marL="0" indent="0">
              <a:buNone/>
            </a:pPr>
            <a:r>
              <a:rPr lang="en-US" dirty="0"/>
              <a:t>c. Category 6a</a:t>
            </a:r>
          </a:p>
          <a:p>
            <a:pPr marL="0" indent="0">
              <a:buNone/>
            </a:pPr>
            <a:r>
              <a:rPr lang="en-US" dirty="0"/>
              <a:t>d. Category 7</a:t>
            </a:r>
          </a:p>
        </p:txBody>
      </p:sp>
      <p:sp>
        <p:nvSpPr>
          <p:cNvPr id="3" name="TextBox 2">
            <a:extLst>
              <a:ext uri="{FF2B5EF4-FFF2-40B4-BE49-F238E27FC236}">
                <a16:creationId xmlns:a16="http://schemas.microsoft.com/office/drawing/2014/main" id="{7633669F-E2F5-3888-FE76-AE790AF3489A}"/>
              </a:ext>
            </a:extLst>
          </p:cNvPr>
          <p:cNvSpPr txBox="1"/>
          <p:nvPr/>
        </p:nvSpPr>
        <p:spPr>
          <a:xfrm>
            <a:off x="228599" y="173568"/>
            <a:ext cx="1224419" cy="584775"/>
          </a:xfrm>
          <a:prstGeom prst="rect">
            <a:avLst/>
          </a:prstGeom>
          <a:noFill/>
        </p:spPr>
        <p:txBody>
          <a:bodyPr wrap="square">
            <a:spAutoFit/>
          </a:bodyPr>
          <a:lstStyle/>
          <a:p>
            <a:r>
              <a:rPr lang="en-US" sz="3200" b="1">
                <a:solidFill>
                  <a:schemeClr val="accent6"/>
                </a:solidFill>
              </a:rPr>
              <a:t>Part 2</a:t>
            </a:r>
          </a:p>
        </p:txBody>
      </p:sp>
    </p:spTree>
    <p:extLst>
      <p:ext uri="{BB962C8B-B14F-4D97-AF65-F5344CB8AC3E}">
        <p14:creationId xmlns:p14="http://schemas.microsoft.com/office/powerpoint/2010/main" val="36838000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0B051F-5E4A-17A8-0397-5C5E0136DBD4}"/>
              </a:ext>
            </a:extLst>
          </p:cNvPr>
          <p:cNvSpPr>
            <a:spLocks noGrp="1"/>
          </p:cNvSpPr>
          <p:nvPr>
            <p:ph type="title"/>
          </p:nvPr>
        </p:nvSpPr>
        <p:spPr>
          <a:xfrm>
            <a:off x="476843" y="473245"/>
            <a:ext cx="11241915" cy="1217447"/>
          </a:xfrm>
        </p:spPr>
        <p:txBody>
          <a:bodyPr/>
          <a:lstStyle/>
          <a:p>
            <a:r>
              <a:rPr lang="en-US" dirty="0"/>
              <a:t>Knowledge Check Activity 4-1: Answer</a:t>
            </a:r>
          </a:p>
        </p:txBody>
      </p:sp>
      <p:sp>
        <p:nvSpPr>
          <p:cNvPr id="12" name="Content Placeholder 3">
            <a:extLst>
              <a:ext uri="{FF2B5EF4-FFF2-40B4-BE49-F238E27FC236}">
                <a16:creationId xmlns:a16="http://schemas.microsoft.com/office/drawing/2014/main" id="{945F9FD1-AEB1-00C2-F6D0-11C11AF9B426}"/>
              </a:ext>
            </a:extLst>
          </p:cNvPr>
          <p:cNvSpPr>
            <a:spLocks noGrp="1"/>
          </p:cNvSpPr>
          <p:nvPr>
            <p:ph sz="half" idx="2"/>
          </p:nvPr>
        </p:nvSpPr>
        <p:spPr>
          <a:xfrm>
            <a:off x="475042" y="1728122"/>
            <a:ext cx="11241915" cy="2621900"/>
          </a:xfrm>
        </p:spPr>
        <p:txBody>
          <a:bodyPr/>
          <a:lstStyle/>
          <a:p>
            <a:pPr marL="0" indent="0">
              <a:buNone/>
            </a:pPr>
            <a:r>
              <a:rPr lang="en-US" dirty="0"/>
              <a:t>To support 1000BaseT Ethernet, what is the minimum cabling category you should use?</a:t>
            </a:r>
          </a:p>
          <a:p>
            <a:pPr marL="0" indent="0">
              <a:buNone/>
            </a:pPr>
            <a:r>
              <a:rPr lang="en-US" b="1" dirty="0"/>
              <a:t>Answer: b</a:t>
            </a:r>
            <a:r>
              <a:rPr lang="en-US" dirty="0"/>
              <a:t>. </a:t>
            </a:r>
            <a:r>
              <a:rPr lang="en-US" sz="3200" dirty="0"/>
              <a:t>Category 5e</a:t>
            </a:r>
          </a:p>
          <a:p>
            <a:pPr marL="0" indent="0">
              <a:buNone/>
            </a:pPr>
            <a:r>
              <a:rPr lang="en-US" b="1" dirty="0"/>
              <a:t>Explanation:</a:t>
            </a:r>
            <a:r>
              <a:rPr lang="en-US" dirty="0"/>
              <a:t> Category 5 cabling can be used in Gigabit Ethernet (1000BaseT), but Cat 5e is the minimum recommendation because of the additional tests required for it.</a:t>
            </a:r>
          </a:p>
        </p:txBody>
      </p:sp>
    </p:spTree>
    <p:extLst>
      <p:ext uri="{BB962C8B-B14F-4D97-AF65-F5344CB8AC3E}">
        <p14:creationId xmlns:p14="http://schemas.microsoft.com/office/powerpoint/2010/main" val="38891047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D0231-1E37-11CF-9F2E-D0118DEDA809}"/>
              </a:ext>
            </a:extLst>
          </p:cNvPr>
          <p:cNvSpPr>
            <a:spLocks noGrp="1"/>
          </p:cNvSpPr>
          <p:nvPr>
            <p:ph type="title"/>
          </p:nvPr>
        </p:nvSpPr>
        <p:spPr/>
        <p:txBody>
          <a:bodyPr/>
          <a:lstStyle/>
          <a:p>
            <a:r>
              <a:rPr lang="en-US" dirty="0"/>
              <a:t>Fiber-Optic Network Cabling</a:t>
            </a:r>
          </a:p>
        </p:txBody>
      </p:sp>
      <p:sp>
        <p:nvSpPr>
          <p:cNvPr id="3" name="Content Placeholder 2">
            <a:extLst>
              <a:ext uri="{FF2B5EF4-FFF2-40B4-BE49-F238E27FC236}">
                <a16:creationId xmlns:a16="http://schemas.microsoft.com/office/drawing/2014/main" id="{6EB9F9D7-65C0-8A87-8A97-43752E1FA01D}"/>
              </a:ext>
            </a:extLst>
          </p:cNvPr>
          <p:cNvSpPr>
            <a:spLocks noGrp="1"/>
          </p:cNvSpPr>
          <p:nvPr>
            <p:ph idx="1"/>
          </p:nvPr>
        </p:nvSpPr>
        <p:spPr>
          <a:xfrm>
            <a:off x="476843" y="1366787"/>
            <a:ext cx="11241915" cy="4810176"/>
          </a:xfrm>
        </p:spPr>
        <p:txBody>
          <a:bodyPr/>
          <a:lstStyle/>
          <a:p>
            <a:r>
              <a:rPr lang="en-US" dirty="0"/>
              <a:t>With </a:t>
            </a:r>
            <a:r>
              <a:rPr lang="en-US" b="1" dirty="0"/>
              <a:t>fiber-optic cable</a:t>
            </a:r>
            <a:r>
              <a:rPr lang="en-US" dirty="0"/>
              <a:t>, bits are transmitted as </a:t>
            </a:r>
            <a:r>
              <a:rPr lang="en-US" b="1" dirty="0"/>
              <a:t>pulses of light </a:t>
            </a:r>
            <a:r>
              <a:rPr lang="en-US" dirty="0"/>
              <a:t>instead of electricity</a:t>
            </a:r>
          </a:p>
          <a:p>
            <a:pPr lvl="1"/>
            <a:r>
              <a:rPr lang="en-US" sz="2200" dirty="0"/>
              <a:t>Makes it </a:t>
            </a:r>
            <a:r>
              <a:rPr lang="en-US" sz="2200" b="1" dirty="0"/>
              <a:t>immune to electrical interference </a:t>
            </a:r>
            <a:r>
              <a:rPr lang="en-US" sz="2200" dirty="0"/>
              <a:t>and eavesdropping</a:t>
            </a:r>
          </a:p>
          <a:p>
            <a:r>
              <a:rPr lang="en-US" dirty="0"/>
              <a:t>Composition of fiber-optic cable:</a:t>
            </a:r>
          </a:p>
          <a:p>
            <a:pPr lvl="1"/>
            <a:r>
              <a:rPr lang="en-US" sz="2200" dirty="0"/>
              <a:t>A slender cylinder of glass fiber called the </a:t>
            </a:r>
            <a:r>
              <a:rPr lang="en-US" sz="2200" b="1" dirty="0"/>
              <a:t>core</a:t>
            </a:r>
            <a:r>
              <a:rPr lang="en-US" sz="2200" dirty="0"/>
              <a:t> is surrounded by a concentric layer of glass called the cladding</a:t>
            </a:r>
          </a:p>
          <a:p>
            <a:pPr lvl="1"/>
            <a:r>
              <a:rPr lang="en-US" sz="2200" dirty="0"/>
              <a:t>Fiber is then jacketed in a thin transparent plastic material called the buffer</a:t>
            </a:r>
          </a:p>
          <a:p>
            <a:pPr lvl="1"/>
            <a:r>
              <a:rPr lang="en-US" sz="2200" dirty="0"/>
              <a:t>In most cases, each fiber-optic strand carries data in </a:t>
            </a:r>
            <a:r>
              <a:rPr lang="en-US" sz="2200" b="1" dirty="0"/>
              <a:t>only one direction</a:t>
            </a:r>
            <a:endParaRPr lang="en-US" b="1" dirty="0"/>
          </a:p>
        </p:txBody>
      </p:sp>
    </p:spTree>
    <p:extLst>
      <p:ext uri="{BB962C8B-B14F-4D97-AF65-F5344CB8AC3E}">
        <p14:creationId xmlns:p14="http://schemas.microsoft.com/office/powerpoint/2010/main" val="34699649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FE7F8-19DE-A1D7-AB76-D3ECA315141A}"/>
              </a:ext>
            </a:extLst>
          </p:cNvPr>
          <p:cNvSpPr>
            <a:spLocks noGrp="1"/>
          </p:cNvSpPr>
          <p:nvPr>
            <p:ph type="title"/>
          </p:nvPr>
        </p:nvSpPr>
        <p:spPr/>
        <p:txBody>
          <a:bodyPr/>
          <a:lstStyle/>
          <a:p>
            <a:r>
              <a:rPr lang="en-US" dirty="0"/>
              <a:t>Fiber-Optic Connectors (1 of 2)</a:t>
            </a:r>
          </a:p>
        </p:txBody>
      </p:sp>
      <p:sp>
        <p:nvSpPr>
          <p:cNvPr id="3" name="Content Placeholder 2">
            <a:extLst>
              <a:ext uri="{FF2B5EF4-FFF2-40B4-BE49-F238E27FC236}">
                <a16:creationId xmlns:a16="http://schemas.microsoft.com/office/drawing/2014/main" id="{2614EA70-1535-EA7B-9284-1D4E52F46BDA}"/>
              </a:ext>
            </a:extLst>
          </p:cNvPr>
          <p:cNvSpPr>
            <a:spLocks noGrp="1"/>
          </p:cNvSpPr>
          <p:nvPr>
            <p:ph idx="1"/>
          </p:nvPr>
        </p:nvSpPr>
        <p:spPr>
          <a:xfrm>
            <a:off x="476843" y="1405288"/>
            <a:ext cx="11241915" cy="4771675"/>
          </a:xfrm>
        </p:spPr>
        <p:txBody>
          <a:bodyPr/>
          <a:lstStyle/>
          <a:p>
            <a:r>
              <a:rPr lang="en-US" dirty="0"/>
              <a:t>Types of fiber-optic connectors include the following:</a:t>
            </a:r>
          </a:p>
          <a:p>
            <a:pPr lvl="1"/>
            <a:r>
              <a:rPr lang="en-US" sz="2200" b="1" dirty="0"/>
              <a:t>Straight tip </a:t>
            </a:r>
            <a:r>
              <a:rPr lang="en-US" sz="2200" dirty="0"/>
              <a:t>(ST)</a:t>
            </a:r>
          </a:p>
          <a:p>
            <a:pPr lvl="1"/>
            <a:r>
              <a:rPr lang="en-US" sz="2200" b="1" dirty="0"/>
              <a:t>Straight connection </a:t>
            </a:r>
            <a:r>
              <a:rPr lang="en-US" sz="2200" dirty="0"/>
              <a:t>(SC)</a:t>
            </a:r>
          </a:p>
          <a:p>
            <a:pPr lvl="1"/>
            <a:r>
              <a:rPr lang="en-US" sz="2200" b="1" dirty="0"/>
              <a:t>Locking connection </a:t>
            </a:r>
            <a:r>
              <a:rPr lang="en-US" sz="2200" dirty="0"/>
              <a:t>(LC)</a:t>
            </a:r>
          </a:p>
          <a:p>
            <a:pPr lvl="1"/>
            <a:r>
              <a:rPr lang="en-US" sz="2200" dirty="0"/>
              <a:t>Mechanical transfer registered jack (MT-RJ)</a:t>
            </a:r>
          </a:p>
          <a:p>
            <a:pPr lvl="1"/>
            <a:r>
              <a:rPr lang="en-US" sz="2200" dirty="0"/>
              <a:t>Fiber channel or ferrule connector (FC)</a:t>
            </a:r>
          </a:p>
          <a:p>
            <a:pPr lvl="1"/>
            <a:r>
              <a:rPr lang="en-US" sz="2200" dirty="0"/>
              <a:t>Medium interface connector (MIC)</a:t>
            </a:r>
          </a:p>
          <a:p>
            <a:pPr lvl="1"/>
            <a:r>
              <a:rPr lang="en-US" sz="2200" dirty="0"/>
              <a:t>Subminiature type A (SMA)</a:t>
            </a:r>
          </a:p>
          <a:p>
            <a:endParaRPr lang="en-US" dirty="0"/>
          </a:p>
        </p:txBody>
      </p:sp>
    </p:spTree>
    <p:extLst>
      <p:ext uri="{BB962C8B-B14F-4D97-AF65-F5344CB8AC3E}">
        <p14:creationId xmlns:p14="http://schemas.microsoft.com/office/powerpoint/2010/main" val="31331043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p:txBody>
          <a:bodyPr/>
          <a:lstStyle/>
          <a:p>
            <a:r>
              <a:rPr lang="en-US" dirty="0"/>
              <a:t>Fiber-Optic Connectors (2 of 2)</a:t>
            </a:r>
          </a:p>
        </p:txBody>
      </p:sp>
      <p:sp>
        <p:nvSpPr>
          <p:cNvPr id="5" name="TextBox 4">
            <a:extLst>
              <a:ext uri="{FF2B5EF4-FFF2-40B4-BE49-F238E27FC236}">
                <a16:creationId xmlns:a16="http://schemas.microsoft.com/office/drawing/2014/main" id="{7CB0BE92-E73F-42E9-B249-3B271B6E8AA4}"/>
              </a:ext>
            </a:extLst>
          </p:cNvPr>
          <p:cNvSpPr txBox="1"/>
          <p:nvPr/>
        </p:nvSpPr>
        <p:spPr>
          <a:xfrm>
            <a:off x="7424160" y="2845721"/>
            <a:ext cx="4294598" cy="830997"/>
          </a:xfrm>
          <a:prstGeom prst="rect">
            <a:avLst/>
          </a:prstGeom>
          <a:noFill/>
        </p:spPr>
        <p:txBody>
          <a:bodyPr wrap="square" rtlCol="0">
            <a:spAutoFit/>
          </a:bodyPr>
          <a:lstStyle/>
          <a:p>
            <a:r>
              <a:rPr lang="en-US" sz="2400" b="1" dirty="0">
                <a:latin typeface="Work Sans" pitchFamily="2" charset="0"/>
              </a:rPr>
              <a:t>Figure 4-19  </a:t>
            </a:r>
            <a:r>
              <a:rPr lang="en-US" sz="2400" dirty="0">
                <a:latin typeface="Work Sans" pitchFamily="2" charset="0"/>
              </a:rPr>
              <a:t>Fiber-optic connectors</a:t>
            </a:r>
          </a:p>
        </p:txBody>
      </p:sp>
      <p:pic>
        <p:nvPicPr>
          <p:cNvPr id="4" name="Picture 3" descr="A few fiber optic connectors. S C connector. S T connector. M T - R J connector. L C connector.&#10;">
            <a:extLst>
              <a:ext uri="{FF2B5EF4-FFF2-40B4-BE49-F238E27FC236}">
                <a16:creationId xmlns:a16="http://schemas.microsoft.com/office/drawing/2014/main" id="{1AD99990-F33B-4EAB-8E3D-F3BB2BC6CAF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69896" y="1892931"/>
            <a:ext cx="4741678" cy="3567574"/>
          </a:xfrm>
          <a:prstGeom prst="rect">
            <a:avLst/>
          </a:prstGeom>
        </p:spPr>
      </p:pic>
    </p:spTree>
    <p:extLst>
      <p:ext uri="{BB962C8B-B14F-4D97-AF65-F5344CB8AC3E}">
        <p14:creationId xmlns:p14="http://schemas.microsoft.com/office/powerpoint/2010/main" val="38506307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F5469-5052-69FD-1018-93F1D0A7DC20}"/>
              </a:ext>
            </a:extLst>
          </p:cNvPr>
          <p:cNvSpPr>
            <a:spLocks noGrp="1"/>
          </p:cNvSpPr>
          <p:nvPr>
            <p:ph type="title"/>
          </p:nvPr>
        </p:nvSpPr>
        <p:spPr/>
        <p:txBody>
          <a:bodyPr/>
          <a:lstStyle/>
          <a:p>
            <a:r>
              <a:rPr lang="en-US" dirty="0"/>
              <a:t>Fiber-Optic Installation</a:t>
            </a:r>
          </a:p>
        </p:txBody>
      </p:sp>
      <p:sp>
        <p:nvSpPr>
          <p:cNvPr id="3" name="Content Placeholder 2">
            <a:extLst>
              <a:ext uri="{FF2B5EF4-FFF2-40B4-BE49-F238E27FC236}">
                <a16:creationId xmlns:a16="http://schemas.microsoft.com/office/drawing/2014/main" id="{C99F22E3-2897-84EF-D067-65A563BCE45E}"/>
              </a:ext>
            </a:extLst>
          </p:cNvPr>
          <p:cNvSpPr>
            <a:spLocks noGrp="1"/>
          </p:cNvSpPr>
          <p:nvPr>
            <p:ph idx="1"/>
          </p:nvPr>
        </p:nvSpPr>
        <p:spPr>
          <a:xfrm>
            <a:off x="476843" y="1472665"/>
            <a:ext cx="11241915" cy="4704298"/>
          </a:xfrm>
        </p:spPr>
        <p:txBody>
          <a:bodyPr/>
          <a:lstStyle/>
          <a:p>
            <a:r>
              <a:rPr lang="en-US" dirty="0"/>
              <a:t>Installing fiber-optic networks is </a:t>
            </a:r>
            <a:r>
              <a:rPr lang="en-US" b="1" dirty="0"/>
              <a:t>more difficult </a:t>
            </a:r>
            <a:r>
              <a:rPr lang="en-US" dirty="0"/>
              <a:t>than installing copper media</a:t>
            </a:r>
          </a:p>
          <a:p>
            <a:pPr lvl="1"/>
            <a:r>
              <a:rPr lang="en-US" sz="2200" dirty="0"/>
              <a:t>However, advances in connector technology are closing the gap</a:t>
            </a:r>
          </a:p>
          <a:p>
            <a:pPr lvl="1"/>
            <a:r>
              <a:rPr lang="en-US" sz="2200" b="1" dirty="0"/>
              <a:t>Connectors and test equipment </a:t>
            </a:r>
            <a:r>
              <a:rPr lang="en-US" sz="2200" dirty="0"/>
              <a:t>required for termination are still more expensive than copper</a:t>
            </a:r>
          </a:p>
          <a:p>
            <a:r>
              <a:rPr lang="en-US" dirty="0"/>
              <a:t>There are </a:t>
            </a:r>
            <a:r>
              <a:rPr lang="en-US" b="1" dirty="0"/>
              <a:t>many methods for terminating fiber-optic </a:t>
            </a:r>
            <a:r>
              <a:rPr lang="en-US" dirty="0"/>
              <a:t>cables because of the many connectors and cable types available</a:t>
            </a:r>
          </a:p>
          <a:p>
            <a:r>
              <a:rPr lang="en-US" dirty="0"/>
              <a:t>Installation details are beyond the scope of this book</a:t>
            </a:r>
          </a:p>
          <a:p>
            <a:endParaRPr lang="en-US" dirty="0"/>
          </a:p>
        </p:txBody>
      </p:sp>
    </p:spTree>
    <p:extLst>
      <p:ext uri="{BB962C8B-B14F-4D97-AF65-F5344CB8AC3E}">
        <p14:creationId xmlns:p14="http://schemas.microsoft.com/office/powerpoint/2010/main" val="13847042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44FF2-DF5D-E7D9-F0A1-6AE1EC6125D9}"/>
              </a:ext>
            </a:extLst>
          </p:cNvPr>
          <p:cNvSpPr>
            <a:spLocks noGrp="1"/>
          </p:cNvSpPr>
          <p:nvPr>
            <p:ph type="title"/>
          </p:nvPr>
        </p:nvSpPr>
        <p:spPr/>
        <p:txBody>
          <a:bodyPr/>
          <a:lstStyle/>
          <a:p>
            <a:r>
              <a:rPr lang="en-US" dirty="0"/>
              <a:t>Fiber-Optic Cable Types</a:t>
            </a:r>
          </a:p>
        </p:txBody>
      </p:sp>
      <p:sp>
        <p:nvSpPr>
          <p:cNvPr id="3" name="Content Placeholder 2">
            <a:extLst>
              <a:ext uri="{FF2B5EF4-FFF2-40B4-BE49-F238E27FC236}">
                <a16:creationId xmlns:a16="http://schemas.microsoft.com/office/drawing/2014/main" id="{9682D20D-D38E-DF7A-01F7-67494FF90789}"/>
              </a:ext>
            </a:extLst>
          </p:cNvPr>
          <p:cNvSpPr>
            <a:spLocks noGrp="1"/>
          </p:cNvSpPr>
          <p:nvPr>
            <p:ph idx="1"/>
          </p:nvPr>
        </p:nvSpPr>
        <p:spPr>
          <a:xfrm>
            <a:off x="476843" y="1414914"/>
            <a:ext cx="11241915" cy="4654763"/>
          </a:xfrm>
        </p:spPr>
        <p:txBody>
          <a:bodyPr/>
          <a:lstStyle/>
          <a:p>
            <a:r>
              <a:rPr lang="en-US" dirty="0"/>
              <a:t>Single-mode fiber (</a:t>
            </a:r>
            <a:r>
              <a:rPr lang="en-US" b="1" dirty="0"/>
              <a:t>SMF</a:t>
            </a:r>
            <a:r>
              <a:rPr lang="en-US" dirty="0"/>
              <a:t>):</a:t>
            </a:r>
          </a:p>
          <a:p>
            <a:pPr lvl="1"/>
            <a:r>
              <a:rPr lang="en-US" sz="2200" dirty="0"/>
              <a:t>Includes a </a:t>
            </a:r>
            <a:r>
              <a:rPr lang="en-US" sz="2200" b="1" dirty="0"/>
              <a:t>single, small-diameter fiber </a:t>
            </a:r>
            <a:r>
              <a:rPr lang="en-US" sz="2200" dirty="0"/>
              <a:t>at the core (8 microns)</a:t>
            </a:r>
          </a:p>
          <a:p>
            <a:pPr lvl="1"/>
            <a:r>
              <a:rPr lang="en-US" sz="2200" dirty="0"/>
              <a:t>Works with laser-based emitters and spans the longest distances</a:t>
            </a:r>
          </a:p>
          <a:p>
            <a:pPr lvl="1"/>
            <a:r>
              <a:rPr lang="en-US" sz="2200" dirty="0"/>
              <a:t>Used in </a:t>
            </a:r>
            <a:r>
              <a:rPr lang="en-US" sz="2200" b="1" dirty="0"/>
              <a:t>higher-bandwidth applications</a:t>
            </a:r>
          </a:p>
          <a:p>
            <a:r>
              <a:rPr lang="en-US" dirty="0"/>
              <a:t>Multimode fiber (</a:t>
            </a:r>
            <a:r>
              <a:rPr lang="en-US" b="1" dirty="0"/>
              <a:t>MMF</a:t>
            </a:r>
            <a:r>
              <a:rPr lang="en-US" dirty="0"/>
              <a:t>) :</a:t>
            </a:r>
          </a:p>
          <a:p>
            <a:pPr lvl="1"/>
            <a:r>
              <a:rPr lang="en-US" sz="2200" dirty="0"/>
              <a:t>Larger diameter fiber at the core (</a:t>
            </a:r>
            <a:r>
              <a:rPr lang="en-US" sz="2200" b="1" dirty="0"/>
              <a:t>50 and 62.5 microns</a:t>
            </a:r>
            <a:r>
              <a:rPr lang="en-US" sz="2200" dirty="0"/>
              <a:t>) and costs less than SMF</a:t>
            </a:r>
          </a:p>
          <a:p>
            <a:pPr lvl="1"/>
            <a:r>
              <a:rPr lang="en-US" sz="2200" dirty="0"/>
              <a:t>Works with lower-power light emitting diodes (LEDs)</a:t>
            </a:r>
          </a:p>
          <a:p>
            <a:pPr lvl="1"/>
            <a:r>
              <a:rPr lang="en-US" sz="2200" dirty="0"/>
              <a:t>Spans shorter distances</a:t>
            </a:r>
          </a:p>
          <a:p>
            <a:endParaRPr lang="en-US" dirty="0"/>
          </a:p>
        </p:txBody>
      </p:sp>
    </p:spTree>
    <p:extLst>
      <p:ext uri="{BB962C8B-B14F-4D97-AF65-F5344CB8AC3E}">
        <p14:creationId xmlns:p14="http://schemas.microsoft.com/office/powerpoint/2010/main" val="11508082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12FFB-9703-5E48-9EEE-65E59B2C42E1}"/>
              </a:ext>
            </a:extLst>
          </p:cNvPr>
          <p:cNvSpPr>
            <a:spLocks noGrp="1"/>
          </p:cNvSpPr>
          <p:nvPr>
            <p:ph type="title"/>
          </p:nvPr>
        </p:nvSpPr>
        <p:spPr/>
        <p:txBody>
          <a:bodyPr/>
          <a:lstStyle/>
          <a:p>
            <a:r>
              <a:rPr lang="en-US" dirty="0"/>
              <a:t>Cable-Testing Equipment</a:t>
            </a:r>
          </a:p>
        </p:txBody>
      </p:sp>
      <p:sp>
        <p:nvSpPr>
          <p:cNvPr id="3" name="Content Placeholder 2">
            <a:extLst>
              <a:ext uri="{FF2B5EF4-FFF2-40B4-BE49-F238E27FC236}">
                <a16:creationId xmlns:a16="http://schemas.microsoft.com/office/drawing/2014/main" id="{BBB61029-7116-E895-4E61-753F421CA03C}"/>
              </a:ext>
            </a:extLst>
          </p:cNvPr>
          <p:cNvSpPr>
            <a:spLocks noGrp="1"/>
          </p:cNvSpPr>
          <p:nvPr>
            <p:ph idx="1"/>
          </p:nvPr>
        </p:nvSpPr>
        <p:spPr>
          <a:xfrm>
            <a:off x="476843" y="1415441"/>
            <a:ext cx="11241915" cy="4761522"/>
          </a:xfrm>
        </p:spPr>
        <p:txBody>
          <a:bodyPr/>
          <a:lstStyle/>
          <a:p>
            <a:r>
              <a:rPr lang="en-US" b="1" dirty="0"/>
              <a:t>Common tools </a:t>
            </a:r>
            <a:r>
              <a:rPr lang="en-US" dirty="0"/>
              <a:t>for testing and troubleshooting wired networks:</a:t>
            </a:r>
          </a:p>
          <a:p>
            <a:pPr lvl="1"/>
            <a:r>
              <a:rPr lang="en-US" dirty="0"/>
              <a:t>Cable certifier</a:t>
            </a:r>
          </a:p>
          <a:p>
            <a:pPr lvl="1"/>
            <a:r>
              <a:rPr lang="en-US" dirty="0"/>
              <a:t>Basic cable tester</a:t>
            </a:r>
          </a:p>
          <a:p>
            <a:pPr lvl="1"/>
            <a:r>
              <a:rPr lang="en-US" dirty="0"/>
              <a:t>Tone generator</a:t>
            </a:r>
          </a:p>
          <a:p>
            <a:pPr lvl="1"/>
            <a:r>
              <a:rPr lang="en-US" dirty="0"/>
              <a:t>Time domain reflectometer (TDR)</a:t>
            </a:r>
          </a:p>
          <a:p>
            <a:pPr lvl="1"/>
            <a:r>
              <a:rPr lang="en-US" dirty="0"/>
              <a:t>Multimeter</a:t>
            </a:r>
          </a:p>
          <a:p>
            <a:pPr lvl="1"/>
            <a:r>
              <a:rPr lang="en-US" dirty="0"/>
              <a:t>Optical power meter (OPM)</a:t>
            </a:r>
          </a:p>
          <a:p>
            <a:endParaRPr lang="en-US" dirty="0"/>
          </a:p>
        </p:txBody>
      </p:sp>
    </p:spTree>
    <p:extLst>
      <p:ext uri="{BB962C8B-B14F-4D97-AF65-F5344CB8AC3E}">
        <p14:creationId xmlns:p14="http://schemas.microsoft.com/office/powerpoint/2010/main" val="12187094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377B4-DCA8-4B57-151F-E2038A5ACBC4}"/>
              </a:ext>
            </a:extLst>
          </p:cNvPr>
          <p:cNvSpPr>
            <a:spLocks noGrp="1"/>
          </p:cNvSpPr>
          <p:nvPr>
            <p:ph type="title"/>
          </p:nvPr>
        </p:nvSpPr>
        <p:spPr/>
        <p:txBody>
          <a:bodyPr/>
          <a:lstStyle/>
          <a:p>
            <a:r>
              <a:rPr lang="en-US" dirty="0"/>
              <a:t>Wireless Networking</a:t>
            </a:r>
          </a:p>
        </p:txBody>
      </p:sp>
      <p:sp>
        <p:nvSpPr>
          <p:cNvPr id="3" name="Content Placeholder 2">
            <a:extLst>
              <a:ext uri="{FF2B5EF4-FFF2-40B4-BE49-F238E27FC236}">
                <a16:creationId xmlns:a16="http://schemas.microsoft.com/office/drawing/2014/main" id="{922DF4BB-8A30-CF20-F195-9C1DB2D6312E}"/>
              </a:ext>
            </a:extLst>
          </p:cNvPr>
          <p:cNvSpPr>
            <a:spLocks noGrp="1"/>
          </p:cNvSpPr>
          <p:nvPr>
            <p:ph idx="1"/>
          </p:nvPr>
        </p:nvSpPr>
        <p:spPr>
          <a:xfrm>
            <a:off x="476843" y="1478071"/>
            <a:ext cx="11241915" cy="4698892"/>
          </a:xfrm>
        </p:spPr>
        <p:txBody>
          <a:bodyPr/>
          <a:lstStyle/>
          <a:p>
            <a:r>
              <a:rPr lang="en-US" dirty="0"/>
              <a:t>Wireless networks are </a:t>
            </a:r>
            <a:r>
              <a:rPr lang="en-US" b="1" dirty="0"/>
              <a:t>often used with wired networks </a:t>
            </a:r>
            <a:r>
              <a:rPr lang="en-US" dirty="0"/>
              <a:t>to interconnect geographically dispersed LANs or groups of mobile users with wired servers and resources on a wired LAN</a:t>
            </a:r>
          </a:p>
          <a:p>
            <a:r>
              <a:rPr lang="en-US" dirty="0"/>
              <a:t>Even in small networks with workstations connecting to a wireless AP or router, the AP or router usually connects to the Internet via a wired connection to a cable modem</a:t>
            </a:r>
          </a:p>
          <a:p>
            <a:endParaRPr lang="en-US" dirty="0"/>
          </a:p>
        </p:txBody>
      </p:sp>
    </p:spTree>
    <p:extLst>
      <p:ext uri="{BB962C8B-B14F-4D97-AF65-F5344CB8AC3E}">
        <p14:creationId xmlns:p14="http://schemas.microsoft.com/office/powerpoint/2010/main" val="12564241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62029-D2CC-4CB0-53CA-5A56F8408330}"/>
              </a:ext>
            </a:extLst>
          </p:cNvPr>
          <p:cNvSpPr>
            <a:spLocks noGrp="1"/>
          </p:cNvSpPr>
          <p:nvPr>
            <p:ph type="title"/>
          </p:nvPr>
        </p:nvSpPr>
        <p:spPr/>
        <p:txBody>
          <a:bodyPr/>
          <a:lstStyle/>
          <a:p>
            <a:r>
              <a:rPr lang="en-US" dirty="0"/>
              <a:t>Wireless Benefits (1 of 2)</a:t>
            </a:r>
          </a:p>
        </p:txBody>
      </p:sp>
      <p:sp>
        <p:nvSpPr>
          <p:cNvPr id="3" name="Content Placeholder 2">
            <a:extLst>
              <a:ext uri="{FF2B5EF4-FFF2-40B4-BE49-F238E27FC236}">
                <a16:creationId xmlns:a16="http://schemas.microsoft.com/office/drawing/2014/main" id="{C2638EFC-2EE2-2212-5321-1EE2C99770BE}"/>
              </a:ext>
            </a:extLst>
          </p:cNvPr>
          <p:cNvSpPr>
            <a:spLocks noGrp="1"/>
          </p:cNvSpPr>
          <p:nvPr>
            <p:ph idx="1"/>
          </p:nvPr>
        </p:nvSpPr>
        <p:spPr>
          <a:xfrm>
            <a:off x="476843" y="1440493"/>
            <a:ext cx="11241915" cy="4736470"/>
          </a:xfrm>
        </p:spPr>
        <p:txBody>
          <a:bodyPr/>
          <a:lstStyle/>
          <a:p>
            <a:r>
              <a:rPr lang="en-US" dirty="0"/>
              <a:t>Wireless networking can offer the following capabilities:</a:t>
            </a:r>
          </a:p>
          <a:p>
            <a:pPr lvl="1"/>
            <a:r>
              <a:rPr lang="en-US" sz="2200" b="1" dirty="0"/>
              <a:t>Create temporary connections </a:t>
            </a:r>
            <a:r>
              <a:rPr lang="en-US" sz="2200" dirty="0"/>
              <a:t>to wired networks</a:t>
            </a:r>
          </a:p>
          <a:p>
            <a:pPr lvl="1"/>
            <a:r>
              <a:rPr lang="en-US" sz="2200" b="1" dirty="0"/>
              <a:t>Establish backup or contingency </a:t>
            </a:r>
            <a:r>
              <a:rPr lang="en-US" sz="2200" dirty="0"/>
              <a:t>connectivity for existing wired networks</a:t>
            </a:r>
          </a:p>
          <a:p>
            <a:pPr lvl="1"/>
            <a:r>
              <a:rPr lang="en-US" sz="2200" b="1" dirty="0"/>
              <a:t>Extend a network’s span </a:t>
            </a:r>
            <a:r>
              <a:rPr lang="en-US" sz="2200" dirty="0"/>
              <a:t>beyond the reach of wire-based or fiber-optic cabling, especially in older buildings where rewiring might be expensive</a:t>
            </a:r>
          </a:p>
          <a:p>
            <a:pPr lvl="1"/>
            <a:r>
              <a:rPr lang="en-US" sz="2200" dirty="0"/>
              <a:t>Allow businesses to </a:t>
            </a:r>
            <a:r>
              <a:rPr lang="en-US" sz="2200" b="1" dirty="0"/>
              <a:t>provide customers with wireless networking </a:t>
            </a:r>
            <a:r>
              <a:rPr lang="en-US" sz="2200" dirty="0"/>
              <a:t>easily, offering a service that gets customers in and keeps them there</a:t>
            </a:r>
          </a:p>
          <a:p>
            <a:pPr lvl="1"/>
            <a:r>
              <a:rPr lang="en-US" sz="2200" b="1" dirty="0"/>
              <a:t>Enable users to roam </a:t>
            </a:r>
            <a:r>
              <a:rPr lang="en-US" sz="2200" dirty="0"/>
              <a:t>around an organization or college campus with their devices</a:t>
            </a:r>
          </a:p>
          <a:p>
            <a:endParaRPr lang="en-US" dirty="0"/>
          </a:p>
        </p:txBody>
      </p:sp>
    </p:spTree>
    <p:extLst>
      <p:ext uri="{BB962C8B-B14F-4D97-AF65-F5344CB8AC3E}">
        <p14:creationId xmlns:p14="http://schemas.microsoft.com/office/powerpoint/2010/main" val="9015723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46665-F86A-355E-E715-703763357D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B245FF-1BFD-5C7D-8DD8-3D218D346AF4}"/>
              </a:ext>
            </a:extLst>
          </p:cNvPr>
          <p:cNvSpPr>
            <a:spLocks noGrp="1"/>
          </p:cNvSpPr>
          <p:nvPr>
            <p:ph type="title"/>
          </p:nvPr>
        </p:nvSpPr>
        <p:spPr/>
        <p:txBody>
          <a:bodyPr/>
          <a:lstStyle/>
          <a:p>
            <a:r>
              <a:rPr lang="en-US" dirty="0"/>
              <a:t>Wireless Benefits (2 of 2)</a:t>
            </a:r>
          </a:p>
        </p:txBody>
      </p:sp>
      <p:sp>
        <p:nvSpPr>
          <p:cNvPr id="5" name="TextBox 4">
            <a:extLst>
              <a:ext uri="{FF2B5EF4-FFF2-40B4-BE49-F238E27FC236}">
                <a16:creationId xmlns:a16="http://schemas.microsoft.com/office/drawing/2014/main" id="{3750EE03-1646-A98E-D129-99939B678BC0}"/>
              </a:ext>
            </a:extLst>
          </p:cNvPr>
          <p:cNvSpPr txBox="1"/>
          <p:nvPr/>
        </p:nvSpPr>
        <p:spPr>
          <a:xfrm>
            <a:off x="7424160" y="3013501"/>
            <a:ext cx="4294598" cy="830997"/>
          </a:xfrm>
          <a:prstGeom prst="rect">
            <a:avLst/>
          </a:prstGeom>
          <a:noFill/>
        </p:spPr>
        <p:txBody>
          <a:bodyPr wrap="square" rtlCol="0">
            <a:spAutoFit/>
          </a:bodyPr>
          <a:lstStyle/>
          <a:p>
            <a:r>
              <a:rPr lang="en-US" sz="2400" b="1" dirty="0">
                <a:latin typeface="Work Sans" pitchFamily="2" charset="0"/>
              </a:rPr>
              <a:t>Figure 4-20  </a:t>
            </a:r>
            <a:r>
              <a:rPr lang="en-US" sz="2400" dirty="0">
                <a:latin typeface="Work Sans" pitchFamily="2" charset="0"/>
              </a:rPr>
              <a:t>A typical home wireless network</a:t>
            </a:r>
          </a:p>
        </p:txBody>
      </p:sp>
      <p:pic>
        <p:nvPicPr>
          <p:cNvPr id="4" name="Picture 3" descr="A home wireless network. A CAT 5 cable from the cable provider provides Internet to a cable modem. The cable modem is connected to a wireless router through a twisted-pair patch cable. The router provides Internet wirelessly to computers and laptops.">
            <a:extLst>
              <a:ext uri="{FF2B5EF4-FFF2-40B4-BE49-F238E27FC236}">
                <a16:creationId xmlns:a16="http://schemas.microsoft.com/office/drawing/2014/main" id="{702FF171-4576-78E0-BBE6-069B3C8DE29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39660" y="1385808"/>
            <a:ext cx="5684929" cy="4277262"/>
          </a:xfrm>
          <a:prstGeom prst="rect">
            <a:avLst/>
          </a:prstGeom>
        </p:spPr>
      </p:pic>
    </p:spTree>
    <p:extLst>
      <p:ext uri="{BB962C8B-B14F-4D97-AF65-F5344CB8AC3E}">
        <p14:creationId xmlns:p14="http://schemas.microsoft.com/office/powerpoint/2010/main" val="11453987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42FB9-8A94-C1EE-002D-DF8899F4DCBC}"/>
              </a:ext>
            </a:extLst>
          </p:cNvPr>
          <p:cNvSpPr>
            <a:spLocks noGrp="1"/>
          </p:cNvSpPr>
          <p:nvPr>
            <p:ph type="title"/>
          </p:nvPr>
        </p:nvSpPr>
        <p:spPr/>
        <p:txBody>
          <a:bodyPr/>
          <a:lstStyle/>
          <a:p>
            <a:r>
              <a:rPr lang="en-US" dirty="0"/>
              <a:t>Types of Wireless Networks</a:t>
            </a:r>
          </a:p>
        </p:txBody>
      </p:sp>
      <p:sp>
        <p:nvSpPr>
          <p:cNvPr id="3" name="Content Placeholder 2">
            <a:extLst>
              <a:ext uri="{FF2B5EF4-FFF2-40B4-BE49-F238E27FC236}">
                <a16:creationId xmlns:a16="http://schemas.microsoft.com/office/drawing/2014/main" id="{C3151339-3A6D-EB48-B979-4ADBC10F3D16}"/>
              </a:ext>
            </a:extLst>
          </p:cNvPr>
          <p:cNvSpPr>
            <a:spLocks noGrp="1"/>
          </p:cNvSpPr>
          <p:nvPr>
            <p:ph idx="1"/>
          </p:nvPr>
        </p:nvSpPr>
        <p:spPr>
          <a:xfrm>
            <a:off x="476843" y="1377863"/>
            <a:ext cx="11241915" cy="4799100"/>
          </a:xfrm>
        </p:spPr>
        <p:txBody>
          <a:bodyPr/>
          <a:lstStyle/>
          <a:p>
            <a:r>
              <a:rPr lang="en-US" dirty="0"/>
              <a:t>Wireless networks can be subdivided into the following </a:t>
            </a:r>
            <a:r>
              <a:rPr lang="en-US" b="1" dirty="0"/>
              <a:t>categories</a:t>
            </a:r>
            <a:r>
              <a:rPr lang="en-US" dirty="0"/>
              <a:t>:</a:t>
            </a:r>
          </a:p>
          <a:p>
            <a:pPr lvl="1"/>
            <a:r>
              <a:rPr lang="en-US" sz="2200" dirty="0"/>
              <a:t>Local area networks (</a:t>
            </a:r>
            <a:r>
              <a:rPr lang="en-US" sz="2200" b="1" dirty="0"/>
              <a:t>LANs</a:t>
            </a:r>
            <a:r>
              <a:rPr lang="en-US" sz="2200" dirty="0"/>
              <a:t>)—usually provides connectivity for mobile users or across areas that couldn’t otherwise be networked</a:t>
            </a:r>
          </a:p>
          <a:p>
            <a:pPr lvl="1"/>
            <a:r>
              <a:rPr lang="en-US" sz="2200" b="1" dirty="0"/>
              <a:t>Extended LANs</a:t>
            </a:r>
            <a:r>
              <a:rPr lang="en-US" sz="2200" dirty="0"/>
              <a:t>—usually used to increase a LAN’s span beyond normal distance limitations </a:t>
            </a:r>
          </a:p>
          <a:p>
            <a:pPr lvl="1"/>
            <a:r>
              <a:rPr lang="en-US" sz="2200" b="1" dirty="0"/>
              <a:t>Internet service</a:t>
            </a:r>
            <a:r>
              <a:rPr lang="en-US" sz="2200" dirty="0"/>
              <a:t>—used to bring Internet access to homes and businesses</a:t>
            </a:r>
          </a:p>
          <a:p>
            <a:pPr lvl="1"/>
            <a:r>
              <a:rPr lang="en-US" sz="2200" b="1" dirty="0"/>
              <a:t>Mobile computing</a:t>
            </a:r>
            <a:r>
              <a:rPr lang="en-US" sz="2200" dirty="0"/>
              <a:t>—users communicate by using a wireless networking medium which enables them to move while remaining connected to a network</a:t>
            </a:r>
          </a:p>
        </p:txBody>
      </p:sp>
    </p:spTree>
    <p:extLst>
      <p:ext uri="{BB962C8B-B14F-4D97-AF65-F5344CB8AC3E}">
        <p14:creationId xmlns:p14="http://schemas.microsoft.com/office/powerpoint/2010/main" val="3277508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886C8-487F-84F6-E0F2-AB1070C3EF41}"/>
              </a:ext>
            </a:extLst>
          </p:cNvPr>
          <p:cNvSpPr>
            <a:spLocks noGrp="1"/>
          </p:cNvSpPr>
          <p:nvPr>
            <p:ph type="title"/>
          </p:nvPr>
        </p:nvSpPr>
        <p:spPr/>
        <p:txBody>
          <a:bodyPr/>
          <a:lstStyle/>
          <a:p>
            <a:r>
              <a:rPr lang="en-US" dirty="0"/>
              <a:t>Wireless LAN Components</a:t>
            </a:r>
          </a:p>
        </p:txBody>
      </p:sp>
      <p:sp>
        <p:nvSpPr>
          <p:cNvPr id="3" name="Content Placeholder 2">
            <a:extLst>
              <a:ext uri="{FF2B5EF4-FFF2-40B4-BE49-F238E27FC236}">
                <a16:creationId xmlns:a16="http://schemas.microsoft.com/office/drawing/2014/main" id="{62FC86E7-3EAB-E3F9-1EBF-2C83F9B246DC}"/>
              </a:ext>
            </a:extLst>
          </p:cNvPr>
          <p:cNvSpPr>
            <a:spLocks noGrp="1"/>
          </p:cNvSpPr>
          <p:nvPr>
            <p:ph idx="1"/>
          </p:nvPr>
        </p:nvSpPr>
        <p:spPr>
          <a:xfrm>
            <a:off x="476843" y="1377863"/>
            <a:ext cx="11241915" cy="4799100"/>
          </a:xfrm>
        </p:spPr>
        <p:txBody>
          <a:bodyPr/>
          <a:lstStyle/>
          <a:p>
            <a:r>
              <a:rPr lang="en-US" dirty="0"/>
              <a:t>A network interface includes an </a:t>
            </a:r>
            <a:r>
              <a:rPr lang="en-US" b="1" dirty="0"/>
              <a:t>antenna</a:t>
            </a:r>
            <a:r>
              <a:rPr lang="en-US" dirty="0"/>
              <a:t>, which converts outgoing digital signals into radio waves and vice versa</a:t>
            </a:r>
          </a:p>
          <a:p>
            <a:r>
              <a:rPr lang="en-US" dirty="0"/>
              <a:t>An </a:t>
            </a:r>
            <a:r>
              <a:rPr lang="en-US" b="1" dirty="0"/>
              <a:t>access point </a:t>
            </a:r>
            <a:r>
              <a:rPr lang="en-US" dirty="0"/>
              <a:t>(AP) includes an antenna and a </a:t>
            </a:r>
            <a:r>
              <a:rPr lang="en-US" b="1" dirty="0"/>
              <a:t>transmitter/receiver </a:t>
            </a:r>
            <a:r>
              <a:rPr lang="en-US" dirty="0"/>
              <a:t>device to send and receive wireless traffic</a:t>
            </a:r>
          </a:p>
          <a:p>
            <a:pPr lvl="1"/>
            <a:r>
              <a:rPr lang="en-US" dirty="0"/>
              <a:t>It also connects to the wired side of the network</a:t>
            </a:r>
          </a:p>
          <a:p>
            <a:pPr lvl="1"/>
            <a:r>
              <a:rPr lang="en-US" dirty="0"/>
              <a:t>This connection enables the device to move network data back and forth between a network’s wired and wireless sides</a:t>
            </a:r>
          </a:p>
          <a:p>
            <a:endParaRPr lang="en-US" dirty="0"/>
          </a:p>
        </p:txBody>
      </p:sp>
    </p:spTree>
    <p:extLst>
      <p:ext uri="{BB962C8B-B14F-4D97-AF65-F5344CB8AC3E}">
        <p14:creationId xmlns:p14="http://schemas.microsoft.com/office/powerpoint/2010/main" val="35484801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877CB-E787-414A-69E9-B5B686C8B403}"/>
              </a:ext>
            </a:extLst>
          </p:cNvPr>
          <p:cNvSpPr>
            <a:spLocks noGrp="1"/>
          </p:cNvSpPr>
          <p:nvPr>
            <p:ph type="title"/>
          </p:nvPr>
        </p:nvSpPr>
        <p:spPr/>
        <p:txBody>
          <a:bodyPr/>
          <a:lstStyle/>
          <a:p>
            <a:r>
              <a:rPr lang="en-US" dirty="0"/>
              <a:t>Wireless LAN Transmission (1 of 2)</a:t>
            </a:r>
          </a:p>
        </p:txBody>
      </p:sp>
      <p:sp>
        <p:nvSpPr>
          <p:cNvPr id="3" name="Content Placeholder 2">
            <a:extLst>
              <a:ext uri="{FF2B5EF4-FFF2-40B4-BE49-F238E27FC236}">
                <a16:creationId xmlns:a16="http://schemas.microsoft.com/office/drawing/2014/main" id="{049D6CF4-F04B-D0A6-0E6B-02C256C41011}"/>
              </a:ext>
            </a:extLst>
          </p:cNvPr>
          <p:cNvSpPr>
            <a:spLocks noGrp="1"/>
          </p:cNvSpPr>
          <p:nvPr>
            <p:ph idx="1"/>
          </p:nvPr>
        </p:nvSpPr>
        <p:spPr>
          <a:xfrm>
            <a:off x="476843" y="1440493"/>
            <a:ext cx="11241915" cy="4296428"/>
          </a:xfrm>
        </p:spPr>
        <p:txBody>
          <a:bodyPr/>
          <a:lstStyle/>
          <a:p>
            <a:r>
              <a:rPr lang="en-US" dirty="0"/>
              <a:t>Wireless communications depends on sending and receiving signals broadcast through the air to carry information</a:t>
            </a:r>
          </a:p>
          <a:p>
            <a:r>
              <a:rPr lang="en-US" dirty="0"/>
              <a:t>These signals take the form of radio waves in the electromagnetic (</a:t>
            </a:r>
            <a:r>
              <a:rPr lang="en-US" b="1" dirty="0"/>
              <a:t>EM</a:t>
            </a:r>
            <a:r>
              <a:rPr lang="en-US" dirty="0"/>
              <a:t>) spectrum</a:t>
            </a:r>
          </a:p>
          <a:p>
            <a:r>
              <a:rPr lang="en-US" dirty="0"/>
              <a:t>The </a:t>
            </a:r>
            <a:r>
              <a:rPr lang="en-US" b="1" dirty="0"/>
              <a:t>frequency</a:t>
            </a:r>
            <a:r>
              <a:rPr lang="en-US" dirty="0"/>
              <a:t> of the wave forms used for communication is measured in cycles per second, usually expressed as </a:t>
            </a:r>
            <a:r>
              <a:rPr lang="en-US" b="1" dirty="0"/>
              <a:t>hertz</a:t>
            </a:r>
            <a:r>
              <a:rPr lang="en-US" dirty="0"/>
              <a:t> (</a:t>
            </a:r>
            <a:r>
              <a:rPr lang="en-US" b="1" dirty="0"/>
              <a:t>Hz</a:t>
            </a:r>
            <a:r>
              <a:rPr lang="en-US" dirty="0"/>
              <a:t>)</a:t>
            </a:r>
          </a:p>
          <a:p>
            <a:r>
              <a:rPr lang="en-US" b="1" dirty="0"/>
              <a:t>Lower-frequency</a:t>
            </a:r>
            <a:r>
              <a:rPr lang="en-US" dirty="0"/>
              <a:t> transmissions can </a:t>
            </a:r>
            <a:r>
              <a:rPr lang="en-US" b="1" dirty="0"/>
              <a:t>carry less data </a:t>
            </a:r>
            <a:r>
              <a:rPr lang="en-US" dirty="0"/>
              <a:t>more slowly over longer distances, and </a:t>
            </a:r>
            <a:r>
              <a:rPr lang="en-US" b="1" dirty="0"/>
              <a:t>higher-frequency</a:t>
            </a:r>
            <a:r>
              <a:rPr lang="en-US" dirty="0"/>
              <a:t> transmissions can </a:t>
            </a:r>
            <a:r>
              <a:rPr lang="en-US" b="1" dirty="0"/>
              <a:t>carry more data faster over shorter distances</a:t>
            </a:r>
          </a:p>
          <a:p>
            <a:endParaRPr lang="en-US" dirty="0"/>
          </a:p>
        </p:txBody>
      </p:sp>
    </p:spTree>
    <p:extLst>
      <p:ext uri="{BB962C8B-B14F-4D97-AF65-F5344CB8AC3E}">
        <p14:creationId xmlns:p14="http://schemas.microsoft.com/office/powerpoint/2010/main" val="7299066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BE331-524A-E9A9-2D4D-9A4EE08A87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95C321-1216-FF0D-8C74-6D5360EE874E}"/>
              </a:ext>
            </a:extLst>
          </p:cNvPr>
          <p:cNvSpPr>
            <a:spLocks noGrp="1"/>
          </p:cNvSpPr>
          <p:nvPr>
            <p:ph type="title"/>
          </p:nvPr>
        </p:nvSpPr>
        <p:spPr/>
        <p:txBody>
          <a:bodyPr/>
          <a:lstStyle/>
          <a:p>
            <a:r>
              <a:rPr lang="en-US" dirty="0"/>
              <a:t>Wireless LAN Transmission (2 of 2)</a:t>
            </a:r>
          </a:p>
        </p:txBody>
      </p:sp>
      <p:sp>
        <p:nvSpPr>
          <p:cNvPr id="3" name="Content Placeholder 2">
            <a:extLst>
              <a:ext uri="{FF2B5EF4-FFF2-40B4-BE49-F238E27FC236}">
                <a16:creationId xmlns:a16="http://schemas.microsoft.com/office/drawing/2014/main" id="{9E6ED41F-1C92-AF16-C2AA-DA3A49EFEEED}"/>
              </a:ext>
            </a:extLst>
          </p:cNvPr>
          <p:cNvSpPr>
            <a:spLocks noGrp="1"/>
          </p:cNvSpPr>
          <p:nvPr>
            <p:ph idx="1"/>
          </p:nvPr>
        </p:nvSpPr>
        <p:spPr>
          <a:xfrm>
            <a:off x="476843" y="1440493"/>
            <a:ext cx="11241915" cy="4736470"/>
          </a:xfrm>
        </p:spPr>
        <p:txBody>
          <a:bodyPr/>
          <a:lstStyle/>
          <a:p>
            <a:r>
              <a:rPr lang="en-US" dirty="0"/>
              <a:t>The following are </a:t>
            </a:r>
            <a:r>
              <a:rPr lang="en-US" b="1" dirty="0"/>
              <a:t>common frequencies </a:t>
            </a:r>
            <a:r>
              <a:rPr lang="en-US" dirty="0"/>
              <a:t>for wireless communication:</a:t>
            </a:r>
          </a:p>
          <a:p>
            <a:pPr lvl="1"/>
            <a:r>
              <a:rPr lang="en-US" sz="2200" dirty="0"/>
              <a:t>Traditional radio—10 KHz to 300 MHz</a:t>
            </a:r>
          </a:p>
          <a:p>
            <a:pPr lvl="1"/>
            <a:r>
              <a:rPr lang="en-US" sz="2200" dirty="0"/>
              <a:t>Microwave—300 MHz to 300 GHz</a:t>
            </a:r>
          </a:p>
          <a:p>
            <a:pPr lvl="1"/>
            <a:r>
              <a:rPr lang="en-US" sz="2200" dirty="0"/>
              <a:t>Infrared—300 GHz to 400 THz (terahertz)</a:t>
            </a:r>
          </a:p>
          <a:p>
            <a:r>
              <a:rPr lang="en-US" b="1" dirty="0"/>
              <a:t>Higher frequency signals have higher bandwidth potential</a:t>
            </a:r>
            <a:r>
              <a:rPr lang="en-US" dirty="0"/>
              <a:t>, but travel shorter distances and have a harder time traveling through obstacles</a:t>
            </a:r>
          </a:p>
          <a:p>
            <a:r>
              <a:rPr lang="en-US" b="1" dirty="0"/>
              <a:t>Lower frequency signals have lower bandwidth potential</a:t>
            </a:r>
            <a:r>
              <a:rPr lang="en-US" dirty="0"/>
              <a:t>, but travel longer distances and travel better through obstacles</a:t>
            </a:r>
          </a:p>
        </p:txBody>
      </p:sp>
    </p:spTree>
    <p:extLst>
      <p:ext uri="{BB962C8B-B14F-4D97-AF65-F5344CB8AC3E}">
        <p14:creationId xmlns:p14="http://schemas.microsoft.com/office/powerpoint/2010/main" val="25622643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88C8F-49DE-B56C-5A37-9956AF241590}"/>
              </a:ext>
            </a:extLst>
          </p:cNvPr>
          <p:cNvSpPr>
            <a:spLocks noGrp="1"/>
          </p:cNvSpPr>
          <p:nvPr>
            <p:ph type="title"/>
          </p:nvPr>
        </p:nvSpPr>
        <p:spPr/>
        <p:txBody>
          <a:bodyPr/>
          <a:lstStyle/>
          <a:p>
            <a:r>
              <a:rPr lang="en-US" dirty="0"/>
              <a:t>LAN Media Selection Criteria (1 of 3)</a:t>
            </a:r>
          </a:p>
        </p:txBody>
      </p:sp>
      <p:sp>
        <p:nvSpPr>
          <p:cNvPr id="3" name="Content Placeholder 2">
            <a:extLst>
              <a:ext uri="{FF2B5EF4-FFF2-40B4-BE49-F238E27FC236}">
                <a16:creationId xmlns:a16="http://schemas.microsoft.com/office/drawing/2014/main" id="{0F967CDD-0EC5-8E10-A74C-7517B75B0767}"/>
              </a:ext>
            </a:extLst>
          </p:cNvPr>
          <p:cNvSpPr>
            <a:spLocks noGrp="1"/>
          </p:cNvSpPr>
          <p:nvPr>
            <p:ph idx="1"/>
          </p:nvPr>
        </p:nvSpPr>
        <p:spPr>
          <a:xfrm>
            <a:off x="476843" y="1503123"/>
            <a:ext cx="11241915" cy="4673840"/>
          </a:xfrm>
        </p:spPr>
        <p:txBody>
          <a:bodyPr/>
          <a:lstStyle/>
          <a:p>
            <a:r>
              <a:rPr lang="en-US" dirty="0"/>
              <a:t>When choosing between media types, </a:t>
            </a:r>
            <a:r>
              <a:rPr lang="en-US" b="1" dirty="0"/>
              <a:t>consider</a:t>
            </a:r>
            <a:r>
              <a:rPr lang="en-US" dirty="0"/>
              <a:t>:</a:t>
            </a:r>
          </a:p>
          <a:p>
            <a:pPr lvl="1"/>
            <a:r>
              <a:rPr lang="en-US" b="1" dirty="0"/>
              <a:t>Bandwidth</a:t>
            </a:r>
            <a:r>
              <a:rPr lang="en-US" dirty="0"/>
              <a:t>—Higher bandwidth means more expensive cable and higher installation costs</a:t>
            </a:r>
          </a:p>
          <a:p>
            <a:pPr lvl="1"/>
            <a:r>
              <a:rPr lang="en-US" b="1" dirty="0"/>
              <a:t>Budget</a:t>
            </a:r>
            <a:r>
              <a:rPr lang="en-US" dirty="0"/>
              <a:t>—A typical UTP cable installation cost $100-$200 per cable run and fiber-optic might cost twice that much</a:t>
            </a:r>
          </a:p>
          <a:p>
            <a:pPr lvl="1"/>
            <a:r>
              <a:rPr lang="en-US" b="1" dirty="0"/>
              <a:t>Environmental considerations</a:t>
            </a:r>
            <a:r>
              <a:rPr lang="en-US" dirty="0"/>
              <a:t>—How electrically noisy is the environment? How important is data security? </a:t>
            </a:r>
          </a:p>
          <a:p>
            <a:endParaRPr lang="en-US" dirty="0"/>
          </a:p>
        </p:txBody>
      </p:sp>
    </p:spTree>
    <p:extLst>
      <p:ext uri="{BB962C8B-B14F-4D97-AF65-F5344CB8AC3E}">
        <p14:creationId xmlns:p14="http://schemas.microsoft.com/office/powerpoint/2010/main" val="41899020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2BD36-4FDD-7AEF-42F7-27F00D2CBC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FDBAC1-A4E4-F87F-8371-202CC5389E76}"/>
              </a:ext>
            </a:extLst>
          </p:cNvPr>
          <p:cNvSpPr>
            <a:spLocks noGrp="1"/>
          </p:cNvSpPr>
          <p:nvPr>
            <p:ph type="title"/>
          </p:nvPr>
        </p:nvSpPr>
        <p:spPr/>
        <p:txBody>
          <a:bodyPr/>
          <a:lstStyle/>
          <a:p>
            <a:r>
              <a:rPr lang="en-US" dirty="0"/>
              <a:t>LAN Media Selection Criteria (2 of 3)</a:t>
            </a:r>
          </a:p>
        </p:txBody>
      </p:sp>
      <p:sp>
        <p:nvSpPr>
          <p:cNvPr id="3" name="Content Placeholder 2">
            <a:extLst>
              <a:ext uri="{FF2B5EF4-FFF2-40B4-BE49-F238E27FC236}">
                <a16:creationId xmlns:a16="http://schemas.microsoft.com/office/drawing/2014/main" id="{8BE696E9-53EA-3982-5FA3-1AC8F2B7E36C}"/>
              </a:ext>
            </a:extLst>
          </p:cNvPr>
          <p:cNvSpPr>
            <a:spLocks noGrp="1"/>
          </p:cNvSpPr>
          <p:nvPr>
            <p:ph idx="1"/>
          </p:nvPr>
        </p:nvSpPr>
        <p:spPr>
          <a:xfrm>
            <a:off x="476843" y="1478071"/>
            <a:ext cx="11241915" cy="4698892"/>
          </a:xfrm>
        </p:spPr>
        <p:txBody>
          <a:bodyPr/>
          <a:lstStyle/>
          <a:p>
            <a:r>
              <a:rPr lang="en-US" dirty="0"/>
              <a:t>When choosing between media types, consider (continued):</a:t>
            </a:r>
          </a:p>
          <a:p>
            <a:pPr lvl="1"/>
            <a:r>
              <a:rPr lang="en-US" b="1" dirty="0"/>
              <a:t>Span</a:t>
            </a:r>
            <a:r>
              <a:rPr lang="en-US" dirty="0"/>
              <a:t>—What kind of distance must the network span?</a:t>
            </a:r>
          </a:p>
          <a:p>
            <a:pPr lvl="2"/>
            <a:r>
              <a:rPr lang="en-US" b="1" dirty="0"/>
              <a:t>Longer spans </a:t>
            </a:r>
            <a:r>
              <a:rPr lang="en-US" dirty="0"/>
              <a:t>might require fiber-optic or wireless be used between buildings</a:t>
            </a:r>
          </a:p>
          <a:p>
            <a:pPr lvl="1"/>
            <a:r>
              <a:rPr lang="en-US" b="1" dirty="0"/>
              <a:t>Existing cable plant</a:t>
            </a:r>
            <a:r>
              <a:rPr lang="en-US" dirty="0"/>
              <a:t>—For an upgrade, the existing cable plant must be considered</a:t>
            </a:r>
          </a:p>
          <a:p>
            <a:endParaRPr lang="en-US" dirty="0"/>
          </a:p>
        </p:txBody>
      </p:sp>
    </p:spTree>
    <p:extLst>
      <p:ext uri="{BB962C8B-B14F-4D97-AF65-F5344CB8AC3E}">
        <p14:creationId xmlns:p14="http://schemas.microsoft.com/office/powerpoint/2010/main" val="42631130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50090-9079-3A52-4008-D584661762B8}"/>
              </a:ext>
            </a:extLst>
          </p:cNvPr>
          <p:cNvSpPr>
            <a:spLocks noGrp="1"/>
          </p:cNvSpPr>
          <p:nvPr>
            <p:ph type="title"/>
          </p:nvPr>
        </p:nvSpPr>
        <p:spPr/>
        <p:txBody>
          <a:bodyPr/>
          <a:lstStyle/>
          <a:p>
            <a:r>
              <a:rPr lang="en-US" dirty="0"/>
              <a:t>LAN Media Selection Criteria (3 of 3)</a:t>
            </a:r>
          </a:p>
        </p:txBody>
      </p:sp>
      <p:graphicFrame>
        <p:nvGraphicFramePr>
          <p:cNvPr id="4" name="Content Placeholder 3">
            <a:extLst>
              <a:ext uri="{FF2B5EF4-FFF2-40B4-BE49-F238E27FC236}">
                <a16:creationId xmlns:a16="http://schemas.microsoft.com/office/drawing/2014/main" id="{14051CE8-A094-B12E-BA31-9581DD36D457}"/>
              </a:ext>
            </a:extLst>
          </p:cNvPr>
          <p:cNvGraphicFramePr>
            <a:graphicFrameLocks noGrp="1"/>
          </p:cNvGraphicFramePr>
          <p:nvPr>
            <p:ph idx="1"/>
            <p:extLst>
              <p:ext uri="{D42A27DB-BD31-4B8C-83A1-F6EECF244321}">
                <p14:modId xmlns:p14="http://schemas.microsoft.com/office/powerpoint/2010/main" val="32005743"/>
              </p:ext>
            </p:extLst>
          </p:nvPr>
        </p:nvGraphicFramePr>
        <p:xfrm>
          <a:off x="474663" y="1929008"/>
          <a:ext cx="11242674" cy="3181384"/>
        </p:xfrm>
        <a:graphic>
          <a:graphicData uri="http://schemas.openxmlformats.org/drawingml/2006/table">
            <a:tbl>
              <a:tblPr firstRow="1" bandRow="1">
                <a:tableStyleId>{5C22544A-7EE6-4342-B048-85BDC9FD1C3A}</a:tableStyleId>
              </a:tblPr>
              <a:tblGrid>
                <a:gridCol w="1537485">
                  <a:extLst>
                    <a:ext uri="{9D8B030D-6E8A-4147-A177-3AD203B41FA5}">
                      <a16:colId xmlns:a16="http://schemas.microsoft.com/office/drawing/2014/main" val="863987101"/>
                    </a:ext>
                  </a:extLst>
                </a:gridCol>
                <a:gridCol w="1828800">
                  <a:extLst>
                    <a:ext uri="{9D8B030D-6E8A-4147-A177-3AD203B41FA5}">
                      <a16:colId xmlns:a16="http://schemas.microsoft.com/office/drawing/2014/main" val="4182961531"/>
                    </a:ext>
                  </a:extLst>
                </a:gridCol>
                <a:gridCol w="2085654">
                  <a:extLst>
                    <a:ext uri="{9D8B030D-6E8A-4147-A177-3AD203B41FA5}">
                      <a16:colId xmlns:a16="http://schemas.microsoft.com/office/drawing/2014/main" val="3718412683"/>
                    </a:ext>
                  </a:extLst>
                </a:gridCol>
                <a:gridCol w="1407559">
                  <a:extLst>
                    <a:ext uri="{9D8B030D-6E8A-4147-A177-3AD203B41FA5}">
                      <a16:colId xmlns:a16="http://schemas.microsoft.com/office/drawing/2014/main" val="898141464"/>
                    </a:ext>
                  </a:extLst>
                </a:gridCol>
                <a:gridCol w="1818526">
                  <a:extLst>
                    <a:ext uri="{9D8B030D-6E8A-4147-A177-3AD203B41FA5}">
                      <a16:colId xmlns:a16="http://schemas.microsoft.com/office/drawing/2014/main" val="3884262976"/>
                    </a:ext>
                  </a:extLst>
                </a:gridCol>
                <a:gridCol w="2564650">
                  <a:extLst>
                    <a:ext uri="{9D8B030D-6E8A-4147-A177-3AD203B41FA5}">
                      <a16:colId xmlns:a16="http://schemas.microsoft.com/office/drawing/2014/main" val="2202047848"/>
                    </a:ext>
                  </a:extLst>
                </a:gridCol>
              </a:tblGrid>
              <a:tr h="669130">
                <a:tc>
                  <a:txBody>
                    <a:bodyPr/>
                    <a:lstStyle/>
                    <a:p>
                      <a:r>
                        <a:rPr lang="en-US" sz="1800" dirty="0"/>
                        <a:t>Type</a:t>
                      </a:r>
                    </a:p>
                  </a:txBody>
                  <a:tcPr/>
                </a:tc>
                <a:tc>
                  <a:txBody>
                    <a:bodyPr/>
                    <a:lstStyle/>
                    <a:p>
                      <a:r>
                        <a:rPr lang="en-US" sz="1800" dirty="0"/>
                        <a:t>Maximum cable length</a:t>
                      </a:r>
                    </a:p>
                  </a:txBody>
                  <a:tcPr/>
                </a:tc>
                <a:tc>
                  <a:txBody>
                    <a:bodyPr/>
                    <a:lstStyle/>
                    <a:p>
                      <a:r>
                        <a:rPr lang="en-US" sz="1800" dirty="0"/>
                        <a:t>Bandwidth</a:t>
                      </a:r>
                    </a:p>
                  </a:txBody>
                  <a:tcPr/>
                </a:tc>
                <a:tc>
                  <a:txBody>
                    <a:bodyPr/>
                    <a:lstStyle/>
                    <a:p>
                      <a:r>
                        <a:rPr lang="en-US" sz="1800" dirty="0"/>
                        <a:t>Installation</a:t>
                      </a:r>
                    </a:p>
                  </a:txBody>
                  <a:tcPr/>
                </a:tc>
                <a:tc>
                  <a:txBody>
                    <a:bodyPr/>
                    <a:lstStyle/>
                    <a:p>
                      <a:r>
                        <a:rPr lang="en-US" sz="1800" dirty="0"/>
                        <a:t>Interference</a:t>
                      </a:r>
                    </a:p>
                  </a:txBody>
                  <a:tcPr/>
                </a:tc>
                <a:tc>
                  <a:txBody>
                    <a:bodyPr/>
                    <a:lstStyle/>
                    <a:p>
                      <a:r>
                        <a:rPr lang="en-US" sz="1800" dirty="0"/>
                        <a:t>Cost</a:t>
                      </a:r>
                    </a:p>
                  </a:txBody>
                  <a:tcPr/>
                </a:tc>
                <a:extLst>
                  <a:ext uri="{0D108BD9-81ED-4DB2-BD59-A6C34878D82A}">
                    <a16:rowId xmlns:a16="http://schemas.microsoft.com/office/drawing/2014/main" val="1521646098"/>
                  </a:ext>
                </a:extLst>
              </a:tr>
              <a:tr h="478887">
                <a:tc>
                  <a:txBody>
                    <a:bodyPr/>
                    <a:lstStyle/>
                    <a:p>
                      <a:r>
                        <a:rPr lang="en-US" sz="1800" dirty="0"/>
                        <a:t>UTP</a:t>
                      </a:r>
                    </a:p>
                  </a:txBody>
                  <a:tcPr/>
                </a:tc>
                <a:tc>
                  <a:txBody>
                    <a:bodyPr/>
                    <a:lstStyle/>
                    <a:p>
                      <a:r>
                        <a:rPr lang="en-US" sz="1800" dirty="0"/>
                        <a:t>100 m</a:t>
                      </a:r>
                    </a:p>
                  </a:txBody>
                  <a:tcPr/>
                </a:tc>
                <a:tc>
                  <a:txBody>
                    <a:bodyPr/>
                    <a:lstStyle/>
                    <a:p>
                      <a:r>
                        <a:rPr lang="en-US" sz="1800" dirty="0"/>
                        <a:t>10-10,000 Mbps</a:t>
                      </a:r>
                    </a:p>
                  </a:txBody>
                  <a:tcPr/>
                </a:tc>
                <a:tc>
                  <a:txBody>
                    <a:bodyPr/>
                    <a:lstStyle/>
                    <a:p>
                      <a:r>
                        <a:rPr lang="en-US" sz="1800" dirty="0"/>
                        <a:t>Easy</a:t>
                      </a:r>
                    </a:p>
                  </a:txBody>
                  <a:tcPr/>
                </a:tc>
                <a:tc>
                  <a:txBody>
                    <a:bodyPr/>
                    <a:lstStyle/>
                    <a:p>
                      <a:r>
                        <a:rPr lang="en-US" sz="1800" dirty="0"/>
                        <a:t>High</a:t>
                      </a:r>
                    </a:p>
                  </a:txBody>
                  <a:tcPr/>
                </a:tc>
                <a:tc>
                  <a:txBody>
                    <a:bodyPr/>
                    <a:lstStyle/>
                    <a:p>
                      <a:r>
                        <a:rPr lang="en-US" sz="1800" dirty="0"/>
                        <a:t>Cheapest</a:t>
                      </a:r>
                    </a:p>
                  </a:txBody>
                  <a:tcPr/>
                </a:tc>
                <a:extLst>
                  <a:ext uri="{0D108BD9-81ED-4DB2-BD59-A6C34878D82A}">
                    <a16:rowId xmlns:a16="http://schemas.microsoft.com/office/drawing/2014/main" val="748688189"/>
                  </a:ext>
                </a:extLst>
              </a:tr>
              <a:tr h="478887">
                <a:tc>
                  <a:txBody>
                    <a:bodyPr/>
                    <a:lstStyle/>
                    <a:p>
                      <a:r>
                        <a:rPr lang="en-US" sz="1800" dirty="0"/>
                        <a:t>STP</a:t>
                      </a:r>
                    </a:p>
                  </a:txBody>
                  <a:tcPr/>
                </a:tc>
                <a:tc>
                  <a:txBody>
                    <a:bodyPr/>
                    <a:lstStyle/>
                    <a:p>
                      <a:r>
                        <a:rPr lang="en-US" sz="1800" dirty="0"/>
                        <a:t>100 m</a:t>
                      </a:r>
                    </a:p>
                  </a:txBody>
                  <a:tcPr/>
                </a:tc>
                <a:tc>
                  <a:txBody>
                    <a:bodyPr/>
                    <a:lstStyle/>
                    <a:p>
                      <a:r>
                        <a:rPr lang="en-US" sz="1800" dirty="0"/>
                        <a:t>16-10,000 Mbps</a:t>
                      </a:r>
                    </a:p>
                  </a:txBody>
                  <a:tcPr/>
                </a:tc>
                <a:tc>
                  <a:txBody>
                    <a:bodyPr/>
                    <a:lstStyle/>
                    <a:p>
                      <a:r>
                        <a:rPr lang="en-US" sz="1800" dirty="0"/>
                        <a:t>Moderate</a:t>
                      </a:r>
                    </a:p>
                  </a:txBody>
                  <a:tcPr/>
                </a:tc>
                <a:tc>
                  <a:txBody>
                    <a:bodyPr/>
                    <a:lstStyle/>
                    <a:p>
                      <a:r>
                        <a:rPr lang="en-US" sz="1800" dirty="0"/>
                        <a:t>Moderate</a:t>
                      </a:r>
                    </a:p>
                  </a:txBody>
                  <a:tcPr/>
                </a:tc>
                <a:tc>
                  <a:txBody>
                    <a:bodyPr/>
                    <a:lstStyle/>
                    <a:p>
                      <a:r>
                        <a:rPr lang="en-US" sz="1800" dirty="0"/>
                        <a:t>Moderate</a:t>
                      </a:r>
                    </a:p>
                  </a:txBody>
                  <a:tcPr/>
                </a:tc>
                <a:extLst>
                  <a:ext uri="{0D108BD9-81ED-4DB2-BD59-A6C34878D82A}">
                    <a16:rowId xmlns:a16="http://schemas.microsoft.com/office/drawing/2014/main" val="1421367848"/>
                  </a:ext>
                </a:extLst>
              </a:tr>
              <a:tr h="478887">
                <a:tc>
                  <a:txBody>
                    <a:bodyPr/>
                    <a:lstStyle/>
                    <a:p>
                      <a:r>
                        <a:rPr lang="en-US" sz="1800" dirty="0"/>
                        <a:t>Fiber optic</a:t>
                      </a:r>
                    </a:p>
                  </a:txBody>
                  <a:tcPr/>
                </a:tc>
                <a:tc>
                  <a:txBody>
                    <a:bodyPr/>
                    <a:lstStyle/>
                    <a:p>
                      <a:r>
                        <a:rPr lang="en-US" sz="1800" dirty="0"/>
                        <a:t>2-100 km</a:t>
                      </a:r>
                    </a:p>
                  </a:txBody>
                  <a:tcPr/>
                </a:tc>
                <a:tc>
                  <a:txBody>
                    <a:bodyPr/>
                    <a:lstStyle/>
                    <a:p>
                      <a:r>
                        <a:rPr lang="en-US" sz="1800" dirty="0"/>
                        <a:t>100 Mbps – 100 Gbps</a:t>
                      </a:r>
                    </a:p>
                  </a:txBody>
                  <a:tcPr/>
                </a:tc>
                <a:tc>
                  <a:txBody>
                    <a:bodyPr/>
                    <a:lstStyle/>
                    <a:p>
                      <a:r>
                        <a:rPr lang="en-US" sz="1800" dirty="0"/>
                        <a:t>Moderate</a:t>
                      </a:r>
                    </a:p>
                  </a:txBody>
                  <a:tcPr/>
                </a:tc>
                <a:tc>
                  <a:txBody>
                    <a:bodyPr/>
                    <a:lstStyle/>
                    <a:p>
                      <a:r>
                        <a:rPr lang="en-US" sz="1800" dirty="0"/>
                        <a:t>None</a:t>
                      </a:r>
                    </a:p>
                  </a:txBody>
                  <a:tcPr/>
                </a:tc>
                <a:tc>
                  <a:txBody>
                    <a:bodyPr/>
                    <a:lstStyle/>
                    <a:p>
                      <a:r>
                        <a:rPr lang="en-US" sz="1800" dirty="0"/>
                        <a:t>Most expensive</a:t>
                      </a:r>
                    </a:p>
                  </a:txBody>
                  <a:tcPr/>
                </a:tc>
                <a:extLst>
                  <a:ext uri="{0D108BD9-81ED-4DB2-BD59-A6C34878D82A}">
                    <a16:rowId xmlns:a16="http://schemas.microsoft.com/office/drawing/2014/main" val="228819139"/>
                  </a:ext>
                </a:extLst>
              </a:tr>
              <a:tr h="669130">
                <a:tc>
                  <a:txBody>
                    <a:bodyPr/>
                    <a:lstStyle/>
                    <a:p>
                      <a:r>
                        <a:rPr lang="en-US" sz="1800" dirty="0"/>
                        <a:t>Wireless</a:t>
                      </a:r>
                    </a:p>
                  </a:txBody>
                  <a:tcPr/>
                </a:tc>
                <a:tc>
                  <a:txBody>
                    <a:bodyPr/>
                    <a:lstStyle/>
                    <a:p>
                      <a:r>
                        <a:rPr lang="en-US" sz="1800" dirty="0"/>
                        <a:t>100-300 feet</a:t>
                      </a:r>
                    </a:p>
                  </a:txBody>
                  <a:tcPr/>
                </a:tc>
                <a:tc>
                  <a:txBody>
                    <a:bodyPr/>
                    <a:lstStyle/>
                    <a:p>
                      <a:r>
                        <a:rPr lang="en-US" sz="1800" dirty="0"/>
                        <a:t>11 Mbps – 46 Gbps</a:t>
                      </a:r>
                    </a:p>
                  </a:txBody>
                  <a:tcPr/>
                </a:tc>
                <a:tc>
                  <a:txBody>
                    <a:bodyPr/>
                    <a:lstStyle/>
                    <a:p>
                      <a:r>
                        <a:rPr lang="en-US" sz="1800" dirty="0"/>
                        <a:t>Easy</a:t>
                      </a:r>
                    </a:p>
                  </a:txBody>
                  <a:tcPr/>
                </a:tc>
                <a:tc>
                  <a:txBody>
                    <a:bodyPr/>
                    <a:lstStyle/>
                    <a:p>
                      <a:r>
                        <a:rPr lang="en-US" sz="1800" dirty="0"/>
                        <a:t>Moderate</a:t>
                      </a:r>
                    </a:p>
                  </a:txBody>
                  <a:tcPr/>
                </a:tc>
                <a:tc>
                  <a:txBody>
                    <a:bodyPr/>
                    <a:lstStyle/>
                    <a:p>
                      <a:r>
                        <a:rPr lang="en-US" sz="1800" dirty="0"/>
                        <a:t>Moderate for APs, none for physical media</a:t>
                      </a:r>
                    </a:p>
                  </a:txBody>
                  <a:tcPr/>
                </a:tc>
                <a:extLst>
                  <a:ext uri="{0D108BD9-81ED-4DB2-BD59-A6C34878D82A}">
                    <a16:rowId xmlns:a16="http://schemas.microsoft.com/office/drawing/2014/main" val="2815616426"/>
                  </a:ext>
                </a:extLst>
              </a:tr>
            </a:tbl>
          </a:graphicData>
        </a:graphic>
      </p:graphicFrame>
      <p:sp>
        <p:nvSpPr>
          <p:cNvPr id="5" name="TextBox 4">
            <a:extLst>
              <a:ext uri="{FF2B5EF4-FFF2-40B4-BE49-F238E27FC236}">
                <a16:creationId xmlns:a16="http://schemas.microsoft.com/office/drawing/2014/main" id="{1E09ADD9-60D0-74CB-B3D2-ADF7DDD57F06}"/>
              </a:ext>
            </a:extLst>
          </p:cNvPr>
          <p:cNvSpPr txBox="1"/>
          <p:nvPr/>
        </p:nvSpPr>
        <p:spPr>
          <a:xfrm>
            <a:off x="473242" y="1321360"/>
            <a:ext cx="4981877" cy="369332"/>
          </a:xfrm>
          <a:prstGeom prst="rect">
            <a:avLst/>
          </a:prstGeom>
          <a:noFill/>
        </p:spPr>
        <p:txBody>
          <a:bodyPr wrap="none" rtlCol="0">
            <a:spAutoFit/>
          </a:bodyPr>
          <a:lstStyle/>
          <a:p>
            <a:r>
              <a:rPr lang="en-US" b="1" dirty="0"/>
              <a:t>Table 4-5  </a:t>
            </a:r>
            <a:r>
              <a:rPr lang="en-US" dirty="0"/>
              <a:t>Comparison of LAN media characteristics</a:t>
            </a:r>
          </a:p>
        </p:txBody>
      </p:sp>
    </p:spTree>
    <p:extLst>
      <p:ext uri="{BB962C8B-B14F-4D97-AF65-F5344CB8AC3E}">
        <p14:creationId xmlns:p14="http://schemas.microsoft.com/office/powerpoint/2010/main" val="7323000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B54CD94-D75F-6FC7-3B3B-186438BE2AA8}"/>
              </a:ext>
            </a:extLst>
          </p:cNvPr>
          <p:cNvSpPr>
            <a:spLocks noGrp="1"/>
          </p:cNvSpPr>
          <p:nvPr>
            <p:ph type="title"/>
          </p:nvPr>
        </p:nvSpPr>
        <p:spPr>
          <a:xfrm>
            <a:off x="476843" y="473245"/>
            <a:ext cx="11241915" cy="1217447"/>
          </a:xfrm>
        </p:spPr>
        <p:txBody>
          <a:bodyPr/>
          <a:lstStyle/>
          <a:p>
            <a:r>
              <a:rPr lang="en-US" dirty="0"/>
              <a:t>Knowledge Check Activity 4-2</a:t>
            </a:r>
          </a:p>
        </p:txBody>
      </p:sp>
      <p:sp>
        <p:nvSpPr>
          <p:cNvPr id="15" name="Content Placeholder 2">
            <a:extLst>
              <a:ext uri="{FF2B5EF4-FFF2-40B4-BE49-F238E27FC236}">
                <a16:creationId xmlns:a16="http://schemas.microsoft.com/office/drawing/2014/main" id="{5464F008-21F9-FCFB-BF06-39C357DBA52E}"/>
              </a:ext>
            </a:extLst>
          </p:cNvPr>
          <p:cNvSpPr>
            <a:spLocks noGrp="1"/>
          </p:cNvSpPr>
          <p:nvPr>
            <p:ph idx="1"/>
          </p:nvPr>
        </p:nvSpPr>
        <p:spPr>
          <a:xfrm>
            <a:off x="476843" y="1490597"/>
            <a:ext cx="11241915" cy="4686366"/>
          </a:xfrm>
        </p:spPr>
        <p:txBody>
          <a:bodyPr/>
          <a:lstStyle/>
          <a:p>
            <a:pPr marL="0" indent="0">
              <a:buNone/>
            </a:pPr>
            <a:r>
              <a:rPr lang="en-US" dirty="0"/>
              <a:t>Under which circumstance should only fiber-optic cabling be used for Ethernet applications?</a:t>
            </a:r>
          </a:p>
          <a:p>
            <a:pPr marL="0" indent="0">
              <a:buNone/>
            </a:pPr>
            <a:r>
              <a:rPr lang="en-US" dirty="0"/>
              <a:t>a. 90-meter cable segment running at 10 Gbps</a:t>
            </a:r>
          </a:p>
          <a:p>
            <a:pPr marL="0" indent="0">
              <a:buNone/>
            </a:pPr>
            <a:r>
              <a:rPr lang="en-US" dirty="0"/>
              <a:t>b. Any connection speed over 1 Gbps</a:t>
            </a:r>
          </a:p>
          <a:p>
            <a:pPr marL="0" indent="0">
              <a:buNone/>
            </a:pPr>
            <a:r>
              <a:rPr lang="en-US" dirty="0"/>
              <a:t>c. 200-meter cable segment running at 1 Gbps</a:t>
            </a:r>
          </a:p>
          <a:p>
            <a:pPr marL="0" indent="0">
              <a:buNone/>
            </a:pPr>
            <a:r>
              <a:rPr lang="en-US" dirty="0"/>
              <a:t>d. All 10 Gbps connections</a:t>
            </a:r>
          </a:p>
        </p:txBody>
      </p:sp>
    </p:spTree>
    <p:extLst>
      <p:ext uri="{BB962C8B-B14F-4D97-AF65-F5344CB8AC3E}">
        <p14:creationId xmlns:p14="http://schemas.microsoft.com/office/powerpoint/2010/main" val="12251530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0B051F-5E4A-17A8-0397-5C5E0136DBD4}"/>
              </a:ext>
            </a:extLst>
          </p:cNvPr>
          <p:cNvSpPr>
            <a:spLocks noGrp="1"/>
          </p:cNvSpPr>
          <p:nvPr>
            <p:ph type="title"/>
          </p:nvPr>
        </p:nvSpPr>
        <p:spPr>
          <a:xfrm>
            <a:off x="476843" y="473245"/>
            <a:ext cx="11241915" cy="1217447"/>
          </a:xfrm>
        </p:spPr>
        <p:txBody>
          <a:bodyPr/>
          <a:lstStyle/>
          <a:p>
            <a:r>
              <a:rPr lang="en-US" dirty="0"/>
              <a:t>Knowledge Check Activity 4-2: Answer</a:t>
            </a:r>
          </a:p>
        </p:txBody>
      </p:sp>
      <p:sp>
        <p:nvSpPr>
          <p:cNvPr id="12" name="Content Placeholder 3">
            <a:extLst>
              <a:ext uri="{FF2B5EF4-FFF2-40B4-BE49-F238E27FC236}">
                <a16:creationId xmlns:a16="http://schemas.microsoft.com/office/drawing/2014/main" id="{945F9FD1-AEB1-00C2-F6D0-11C11AF9B426}"/>
              </a:ext>
            </a:extLst>
          </p:cNvPr>
          <p:cNvSpPr>
            <a:spLocks noGrp="1"/>
          </p:cNvSpPr>
          <p:nvPr>
            <p:ph sz="half" idx="2"/>
          </p:nvPr>
        </p:nvSpPr>
        <p:spPr>
          <a:xfrm>
            <a:off x="475042" y="1728122"/>
            <a:ext cx="11241915" cy="2621900"/>
          </a:xfrm>
        </p:spPr>
        <p:txBody>
          <a:bodyPr/>
          <a:lstStyle/>
          <a:p>
            <a:pPr marL="0" indent="0">
              <a:buNone/>
            </a:pPr>
            <a:r>
              <a:rPr lang="en-US" dirty="0"/>
              <a:t>Under which circumstance should only fiber-optic cabling be used for Ethernet applications?</a:t>
            </a:r>
          </a:p>
          <a:p>
            <a:pPr marL="0" indent="0">
              <a:buNone/>
            </a:pPr>
            <a:r>
              <a:rPr lang="en-US" b="1" dirty="0"/>
              <a:t>Answer: c</a:t>
            </a:r>
            <a:r>
              <a:rPr lang="en-US" dirty="0"/>
              <a:t>. </a:t>
            </a:r>
            <a:r>
              <a:rPr lang="nb-NO" sz="2800" dirty="0"/>
              <a:t>200-meter cable segment running at 1 Gbps</a:t>
            </a:r>
            <a:endParaRPr lang="de-DE" sz="2800" dirty="0"/>
          </a:p>
          <a:p>
            <a:pPr marL="0" indent="0">
              <a:buNone/>
            </a:pPr>
            <a:r>
              <a:rPr lang="en-US" b="1" dirty="0"/>
              <a:t>Explanation:</a:t>
            </a:r>
            <a:r>
              <a:rPr lang="en-US" dirty="0"/>
              <a:t> Since copper cable segments have a maximum length of 100 meters, any segments longer than 100 meters should use fiber-optic cabling.</a:t>
            </a:r>
          </a:p>
        </p:txBody>
      </p:sp>
    </p:spTree>
    <p:extLst>
      <p:ext uri="{BB962C8B-B14F-4D97-AF65-F5344CB8AC3E}">
        <p14:creationId xmlns:p14="http://schemas.microsoft.com/office/powerpoint/2010/main" val="19977629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40525-58F2-4405-81C6-344F11016177}"/>
              </a:ext>
            </a:extLst>
          </p:cNvPr>
          <p:cNvSpPr>
            <a:spLocks noGrp="1"/>
          </p:cNvSpPr>
          <p:nvPr>
            <p:ph type="title"/>
          </p:nvPr>
        </p:nvSpPr>
        <p:spPr/>
        <p:txBody>
          <a:bodyPr/>
          <a:lstStyle/>
          <a:p>
            <a:r>
              <a:rPr lang="en-US" dirty="0"/>
              <a:t>Self Assessment</a:t>
            </a:r>
          </a:p>
        </p:txBody>
      </p:sp>
      <p:sp>
        <p:nvSpPr>
          <p:cNvPr id="3" name="Content Placeholder 2">
            <a:extLst>
              <a:ext uri="{FF2B5EF4-FFF2-40B4-BE49-F238E27FC236}">
                <a16:creationId xmlns:a16="http://schemas.microsoft.com/office/drawing/2014/main" id="{D90D28A5-F477-438F-8470-076D1B855E62}"/>
              </a:ext>
            </a:extLst>
          </p:cNvPr>
          <p:cNvSpPr>
            <a:spLocks noGrp="1"/>
          </p:cNvSpPr>
          <p:nvPr>
            <p:ph idx="1"/>
          </p:nvPr>
        </p:nvSpPr>
        <p:spPr/>
        <p:txBody>
          <a:bodyPr/>
          <a:lstStyle/>
          <a:p>
            <a:pPr marL="0" indent="0">
              <a:buNone/>
            </a:pPr>
            <a:r>
              <a:rPr lang="en-US" dirty="0"/>
              <a:t>Name some examples of where using fiber-optic cabling would be a better choice over using twisted-pair cabling.</a:t>
            </a:r>
          </a:p>
          <a:p>
            <a:pPr marL="0" indent="0">
              <a:buNone/>
            </a:pPr>
            <a:endParaRPr lang="en-US" dirty="0"/>
          </a:p>
          <a:p>
            <a:pPr marL="0" indent="0">
              <a:buNone/>
            </a:pPr>
            <a:r>
              <a:rPr lang="en-US" dirty="0"/>
              <a:t>When would you need to use a crossover cable as opposed to a straight-through cable?</a:t>
            </a:r>
          </a:p>
        </p:txBody>
      </p:sp>
    </p:spTree>
    <p:extLst>
      <p:ext uri="{BB962C8B-B14F-4D97-AF65-F5344CB8AC3E}">
        <p14:creationId xmlns:p14="http://schemas.microsoft.com/office/powerpoint/2010/main" val="6237428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9388-57EA-415D-BA4C-9D237D98148B}"/>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6C62FF5B-1A90-449C-9F51-BCC153EB61C0}"/>
              </a:ext>
            </a:extLst>
          </p:cNvPr>
          <p:cNvSpPr>
            <a:spLocks noGrp="1"/>
          </p:cNvSpPr>
          <p:nvPr>
            <p:ph idx="1"/>
          </p:nvPr>
        </p:nvSpPr>
        <p:spPr>
          <a:xfrm>
            <a:off x="476843" y="1490597"/>
            <a:ext cx="11241915" cy="4686366"/>
          </a:xfrm>
        </p:spPr>
        <p:txBody>
          <a:bodyPr/>
          <a:lstStyle/>
          <a:p>
            <a:pPr marL="0" indent="0">
              <a:buNone/>
            </a:pPr>
            <a:r>
              <a:rPr lang="en-US" dirty="0"/>
              <a:t>Now that the lesson has ended, you should be able to:</a:t>
            </a:r>
          </a:p>
          <a:p>
            <a:pPr marL="457200" indent="-457200">
              <a:buFont typeface="+mj-lt"/>
              <a:buAutoNum type="arabicPeriod"/>
            </a:pPr>
            <a:r>
              <a:rPr lang="en-US" altLang="zh-CN" dirty="0"/>
              <a:t>Define the primary cable types used in copper network cabling</a:t>
            </a:r>
          </a:p>
          <a:p>
            <a:pPr marL="457200" indent="-457200">
              <a:buFont typeface="+mj-lt"/>
              <a:buAutoNum type="arabicPeriod"/>
            </a:pPr>
            <a:r>
              <a:rPr lang="en-US" altLang="zh-CN" dirty="0"/>
              <a:t>Describe the characteristics of the major types of fiber-optic network cabling</a:t>
            </a:r>
          </a:p>
          <a:p>
            <a:pPr marL="457200" indent="-457200">
              <a:buFont typeface="+mj-lt"/>
              <a:buAutoNum type="arabicPeriod"/>
            </a:pPr>
            <a:r>
              <a:rPr lang="en-US" altLang="zh-CN" dirty="0"/>
              <a:t>Explain the technologies used for wireless networking</a:t>
            </a:r>
          </a:p>
          <a:p>
            <a:pPr marL="457200" indent="-457200">
              <a:buFont typeface="+mj-lt"/>
              <a:buAutoNum type="arabicPeriod"/>
            </a:pPr>
            <a:r>
              <a:rPr lang="en-US" altLang="zh-CN" dirty="0"/>
              <a:t>Select the proper media for a given application</a:t>
            </a:r>
          </a:p>
        </p:txBody>
      </p:sp>
      <p:sp>
        <p:nvSpPr>
          <p:cNvPr id="5" name="TextBox 4">
            <a:extLst>
              <a:ext uri="{FF2B5EF4-FFF2-40B4-BE49-F238E27FC236}">
                <a16:creationId xmlns:a16="http://schemas.microsoft.com/office/drawing/2014/main" id="{ACDD5E7B-7E65-86A6-3B2A-0466CE4D0F6D}"/>
              </a:ext>
            </a:extLst>
          </p:cNvPr>
          <p:cNvSpPr txBox="1"/>
          <p:nvPr/>
        </p:nvSpPr>
        <p:spPr>
          <a:xfrm>
            <a:off x="2834013" y="4998071"/>
            <a:ext cx="6961339" cy="830997"/>
          </a:xfrm>
          <a:prstGeom prst="rect">
            <a:avLst/>
          </a:prstGeom>
          <a:noFill/>
        </p:spPr>
        <p:txBody>
          <a:bodyPr wrap="square">
            <a:spAutoFit/>
          </a:bodyPr>
          <a:lstStyle/>
          <a:p>
            <a:r>
              <a:rPr lang="en-US" sz="2400">
                <a:hlinkClick r:id="rId2"/>
              </a:rPr>
              <a:t>https://www.yout-ube.com/watch?v=P_188oMgfuQ</a:t>
            </a:r>
            <a:endParaRPr lang="en-US" sz="2400"/>
          </a:p>
          <a:p>
            <a:r>
              <a:rPr lang="en-US" sz="2400"/>
              <a:t>                   Home Network …</a:t>
            </a:r>
          </a:p>
        </p:txBody>
      </p:sp>
    </p:spTree>
    <p:extLst>
      <p:ext uri="{BB962C8B-B14F-4D97-AF65-F5344CB8AC3E}">
        <p14:creationId xmlns:p14="http://schemas.microsoft.com/office/powerpoint/2010/main" val="23223707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FULL TEXT TEMPLATE MASTER" val="7pb33sBP"/>
  <p:tag name="ARTICULATE_DESIGN_ID_FULL TEXT TEMPLATE MASTER (CONT.)" val="V3Eg5WUK"/>
  <p:tag name="ARTICULATE_DESIGN_ID_OPTIMIZED TEMPLATE MASTER" val="rzwWCka7"/>
  <p:tag name="ARTICULATE_DESIGN_ID_OPTIMIZED TEMPLATE MASTER (CONT.)" val="klKJ3eZ5"/>
  <p:tag name="ARTICULATE_SLIDE_COUNT" val="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Cengage New">
      <a:majorFont>
        <a:latin typeface="Work Sans "/>
        <a:ea typeface=""/>
        <a:cs typeface=""/>
      </a:majorFont>
      <a:minorFont>
        <a:latin typeface="Work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11y_PPT_Template_Cengage_020221.pptx" id="{62A8FB47-AEAE-448A-A9EC-2B57E950A883}" vid="{DA52BCA4-C454-45F1-8147-C38687C750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xsi:nil="true"/>
    <Admin xmlns="c8ecdccd-e3b0-4392-94c4-49d90f16d1d5">
      <UserInfo>
        <DisplayName/>
        <AccountId xsi:nil="true"/>
        <AccountType/>
      </UserInfo>
    </Admin>
    <PartnerProgram xmlns="c8ecdccd-e3b0-4392-94c4-49d90f16d1d5" xsi:nil="true"/>
    <Topic xmlns="c8ecdccd-e3b0-4392-94c4-49d90f16d1d5">
      <Value>Accessibility</Value>
    </Topic>
    <Copy xmlns="c8ecdccd-e3b0-4392-94c4-49d90f16d1d5">false</Copy>
    <MasterLocation_x0028_ifCopy_x003d_Yes_x0029_ xmlns="c8ecdccd-e3b0-4392-94c4-49d90f16d1d5">n/a</MasterLocation_x0028_ifCopy_x003d_Yes_x0029_>
    <Owner xmlns="c8ecdccd-e3b0-4392-94c4-49d90f16d1d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23" ma:contentTypeDescription="Create a new document." ma:contentTypeScope="" ma:versionID="bb91af784c98ffd54f07baef4de8c87a">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6483f901f2ec473eb96d4dadeaaace36" ns2:_="" ns3:_="">
    <xsd:import namespace="c8ecdccd-e3b0-4392-94c4-49d90f16d1d5"/>
    <xsd:import namespace="cc1e726a-7c3b-4654-9122-87de3e28a51c"/>
    <xsd:element name="properties">
      <xsd:complexType>
        <xsd:sequence>
          <xsd:element name="documentManagement">
            <xsd:complexType>
              <xsd:all>
                <xsd:element ref="ns2:Topic" minOccurs="0"/>
                <xsd:element ref="ns2:Owner" minOccurs="0"/>
                <xsd:element ref="ns2:Admin" minOccurs="0"/>
                <xsd:element ref="ns2:Copy" minOccurs="0"/>
                <xsd:element ref="ns2:MasterLocation_x0028_ifCopy_x003d_Yes_x0029_" minOccurs="0"/>
                <xsd:element ref="ns2:AdminNotes" minOccurs="0"/>
                <xsd:element ref="ns2:MediaServiceMetadata" minOccurs="0"/>
                <xsd:element ref="ns2:MediaServiceFastMetadata" minOccurs="0"/>
                <xsd:element ref="ns2:MediaServiceAutoTags"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OCR" minOccurs="0"/>
                <xsd:element ref="ns2:MediaServiceGenerationTime" minOccurs="0"/>
                <xsd:element ref="ns2:MediaServiceEventHashCode" minOccurs="0"/>
                <xsd:element ref="ns2:PartnerProgram"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Topic" ma:index="2" nillable="true" ma:displayName="Topic" ma:default="Unassigned" ma:format="Dropdown" ma:internalName="Topic">
      <xsd:complexType>
        <xsd:complexContent>
          <xsd:extension base="dms:MultiChoice">
            <xsd:sequence>
              <xsd:element name="Value" maxOccurs="unbounded" minOccurs="0" nillable="true">
                <xsd:simpleType>
                  <xsd:restriction base="dms:Choice">
                    <xsd:enumeration value="Accessibility"/>
                    <xsd:enumeration value="Alt text"/>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enumeration value="Design"/>
                    <xsd:enumeration value="Inclusivity &amp; Diversity"/>
                    <xsd:enumeration value="Choice 16"/>
                  </xsd:restriction>
                </xsd:simpleType>
              </xsd:element>
            </xsd:sequence>
          </xsd:extension>
        </xsd:complexContent>
      </xsd:complexType>
    </xsd:element>
    <xsd:element name="Owner" ma:index="3"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earning"/>
          <xsd:enumeration value="Manufacturing"/>
          <xsd:enumeration value="NGL"/>
          <xsd:enumeration value="Strategic Sourcing"/>
        </xsd:restriction>
      </xsd:simpleType>
    </xsd:element>
    <xsd:element name="Admin" ma:index="4" nillable="true" ma:displayName="Admin" ma:list="UserInfo" ma:SharePointGroup="0" ma:internalName="Admin"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py" ma:index="5"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6"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earning"/>
          <xsd:enumeration value="Strategic Sourcing"/>
          <xsd:enumeration value="VIP Documents"/>
          <xsd:enumeration value="n/a"/>
          <xsd:enumeration value="Creative Studio"/>
          <xsd:enumeration value="NGL"/>
        </xsd:restriction>
      </xsd:simpleType>
    </xsd:element>
    <xsd:element name="AdminNotes" ma:index="7" nillable="true" ma:displayName="Admin Notes" ma:format="Dropdown" ma:internalName="AdminNotes">
      <xsd:complexType>
        <xsd:complexContent>
          <xsd:extension base="dms:MultiChoiceFillIn">
            <xsd:sequence>
              <xsd:element name="Value" maxOccurs="unbounded" minOccurs="0" nillable="true">
                <xsd:simpleType>
                  <xsd:union memberTypes="dms:Text">
                    <xsd:simpleType>
                      <xsd:restriction base="dms:Choice">
                        <xsd:enumeration value="See VIP Source Documents"/>
                        <xsd:enumeration value="E2E copy"/>
                        <xsd:enumeration value="Link to VIP copy"/>
                        <xsd:enumeration value="Same as internal version"/>
                        <xsd:enumeration value="Vendor-facing version"/>
                        <xsd:enumeration value="Source document w/owner"/>
                      </xsd:restriction>
                    </xsd:simpleType>
                  </xsd:union>
                </xsd:simpleType>
              </xsd:element>
            </xsd:sequence>
          </xsd:extension>
        </xsd:complexContent>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PartnerProgram" ma:index="25" nillable="true" ma:displayName="Partner Program" ma:format="Dropdown" ma:internalName="PartnerProgram">
      <xsd:complexType>
        <xsd:complexContent>
          <xsd:extension base="dms:MultiChoice">
            <xsd:sequence>
              <xsd:element name="Value" maxOccurs="unbounded" minOccurs="0" nillable="true">
                <xsd:simpleType>
                  <xsd:restriction base="dms:Choice">
                    <xsd:enumeration value="HE Production"/>
                    <xsd:enumeration value="Design"/>
                    <xsd:enumeration value="Authoring"/>
                    <xsd:enumeration value="Ancillary Production"/>
                    <xsd:enumeration value="Archiving"/>
                    <xsd:enumeration value="NGL"/>
                    <xsd:enumeration value="Media"/>
                  </xsd:restriction>
                </xsd:simple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2.xml><?xml version="1.0" encoding="utf-8"?>
<ds:datastoreItem xmlns:ds="http://schemas.openxmlformats.org/officeDocument/2006/customXml" ds:itemID="{BA9BA192-EF86-48DF-982C-2C526A268392}">
  <ds:schemaRefs>
    <ds:schemaRef ds:uri="http://schemas.microsoft.com/office/2006/documentManagement/types"/>
    <ds:schemaRef ds:uri="http://purl.org/dc/dcmitype/"/>
    <ds:schemaRef ds:uri="http://schemas.microsoft.com/office/infopath/2007/PartnerControls"/>
    <ds:schemaRef ds:uri="cc1e726a-7c3b-4654-9122-87de3e28a51c"/>
    <ds:schemaRef ds:uri="http://purl.org/dc/terms/"/>
    <ds:schemaRef ds:uri="http://schemas.openxmlformats.org/package/2006/metadata/core-properties"/>
    <ds:schemaRef ds:uri="http://www.w3.org/XML/1998/namespace"/>
    <ds:schemaRef ds:uri="http://purl.org/dc/elements/1.1/"/>
    <ds:schemaRef ds:uri="c8ecdccd-e3b0-4392-94c4-49d90f16d1d5"/>
    <ds:schemaRef ds:uri="http://schemas.microsoft.com/office/2006/metadata/properties"/>
  </ds:schemaRefs>
</ds:datastoreItem>
</file>

<file path=customXml/itemProps3.xml><?xml version="1.0" encoding="utf-8"?>
<ds:datastoreItem xmlns:ds="http://schemas.openxmlformats.org/officeDocument/2006/customXml" ds:itemID="{99006C67-D151-4DD6-B0C5-0010ADB115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A11y_PPT_Template_Cengage_020221</Template>
  <TotalTime>9594</TotalTime>
  <Words>3191</Words>
  <Application>Microsoft Office PowerPoint</Application>
  <PresentationFormat>Widescreen</PresentationFormat>
  <Paragraphs>325</Paragraphs>
  <Slides>51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Arial</vt:lpstr>
      <vt:lpstr>Calibri</vt:lpstr>
      <vt:lpstr>Courier New</vt:lpstr>
      <vt:lpstr>Wingdings</vt:lpstr>
      <vt:lpstr>Work Sans</vt:lpstr>
      <vt:lpstr>Work Sans </vt:lpstr>
      <vt:lpstr>Optimized Template Master</vt:lpstr>
      <vt:lpstr>Guide to Networking Essentials, 9e</vt:lpstr>
      <vt:lpstr>Chapter Objectives</vt:lpstr>
      <vt:lpstr>Criteria for Choosing Network Media (1 of 5)</vt:lpstr>
      <vt:lpstr>Criteria for Choosing Network Media (2 of 5)</vt:lpstr>
      <vt:lpstr>Criteria for Choosing Network Media (3 of 5)</vt:lpstr>
      <vt:lpstr>Criteria for Choosing Network Media (4 of 5)</vt:lpstr>
      <vt:lpstr>Criteria for Choosing Network Media (5 of 5)</vt:lpstr>
      <vt:lpstr>Coaxial and Twinax Cable</vt:lpstr>
      <vt:lpstr>Twisted-Pair Cable (1 of 9)</vt:lpstr>
      <vt:lpstr>Twisted-Pair Cable (2 of 9)</vt:lpstr>
      <vt:lpstr>Twisted-Pair Cable (3 of 9)</vt:lpstr>
      <vt:lpstr>Twisted-Pair Cable (4 of 9)</vt:lpstr>
      <vt:lpstr>Twisted-Pair Cable (5 of 9)</vt:lpstr>
      <vt:lpstr>Twisted-Pair Cable (6 of 9)</vt:lpstr>
      <vt:lpstr>Twisted-Pair Cable (7 of 9)</vt:lpstr>
      <vt:lpstr>Twisted-Pair Cable (8 of 9)</vt:lpstr>
      <vt:lpstr>Twisted-Pair Cable (9 of 9)</vt:lpstr>
      <vt:lpstr>Structured Cabling: Managing and Installing a UTP Cable Plant (1 of 12)</vt:lpstr>
      <vt:lpstr>Structured Cabling: Managing and Installing a UTP Cable Plant (2 of 12)</vt:lpstr>
      <vt:lpstr>Structured Cabling: Managing and Installing a UTP Cable Plant (3 of 12)</vt:lpstr>
      <vt:lpstr>Structured Cabling: Managing and Installing a UTP Cable Plant (4 of 12)</vt:lpstr>
      <vt:lpstr>Structured Cabling: Managing and Installing a UTP Cable Plant (5 of 12)</vt:lpstr>
      <vt:lpstr>Structured Cabling: Managing and Installing a UTP Cable Plant (6 of 12)</vt:lpstr>
      <vt:lpstr>Structured Cabling: Managing and Installing a UTP Cable Plant (7 of 12)</vt:lpstr>
      <vt:lpstr>Structured Cabling: Managing and Installing a UTP Cable Plant (8 of 12)</vt:lpstr>
      <vt:lpstr>Structured Cabling: Managing and Installing a UTP Cable Plant (9 of 12)</vt:lpstr>
      <vt:lpstr>Structured Cabling: Managing and Installing a UTP Cable Plant (10 of 12)</vt:lpstr>
      <vt:lpstr>Structured Cabling: Managing and Installing a UTP Cable Plant (11 of 12)</vt:lpstr>
      <vt:lpstr>Structured Cabling: Managing and Installing a UTP Cable Plant (12 of 12)</vt:lpstr>
      <vt:lpstr>Knowledge Check Activity 4-1</vt:lpstr>
      <vt:lpstr>Knowledge Check Activity 4-1: Answer</vt:lpstr>
      <vt:lpstr>Fiber-Optic Network Cabling</vt:lpstr>
      <vt:lpstr>Fiber-Optic Connectors (1 of 2)</vt:lpstr>
      <vt:lpstr>Fiber-Optic Connectors (2 of 2)</vt:lpstr>
      <vt:lpstr>Fiber-Optic Installation</vt:lpstr>
      <vt:lpstr>Fiber-Optic Cable Types</vt:lpstr>
      <vt:lpstr>Cable-Testing Equipment</vt:lpstr>
      <vt:lpstr>Wireless Networking</vt:lpstr>
      <vt:lpstr>Wireless Benefits (1 of 2)</vt:lpstr>
      <vt:lpstr>Wireless Benefits (2 of 2)</vt:lpstr>
      <vt:lpstr>Types of Wireless Networks</vt:lpstr>
      <vt:lpstr>Wireless LAN Components</vt:lpstr>
      <vt:lpstr>Wireless LAN Transmission (1 of 2)</vt:lpstr>
      <vt:lpstr>Wireless LAN Transmission (2 of 2)</vt:lpstr>
      <vt:lpstr>LAN Media Selection Criteria (1 of 3)</vt:lpstr>
      <vt:lpstr>LAN Media Selection Criteria (2 of 3)</vt:lpstr>
      <vt:lpstr>LAN Media Selection Criteria (3 of 3)</vt:lpstr>
      <vt:lpstr>Knowledge Check Activity 4-2</vt:lpstr>
      <vt:lpstr>Knowledge Check Activity 4-2: Answer</vt:lpstr>
      <vt:lpstr>Self Assessment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 Williams</dc:creator>
  <cp:lastModifiedBy>ap247</cp:lastModifiedBy>
  <cp:revision>277</cp:revision>
  <cp:lastPrinted>2016-10-03T15:29:39Z</cp:lastPrinted>
  <dcterms:created xsi:type="dcterms:W3CDTF">2021-12-10T16:21:02Z</dcterms:created>
  <dcterms:modified xsi:type="dcterms:W3CDTF">2026-02-12T05:37:40Z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ies>
</file>